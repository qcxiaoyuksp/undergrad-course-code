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93" r:id="rId2"/>
    <p:sldId id="258" r:id="rId3"/>
    <p:sldId id="259" r:id="rId4"/>
    <p:sldId id="260" r:id="rId5"/>
    <p:sldId id="261" r:id="rId6"/>
    <p:sldId id="262" r:id="rId7"/>
    <p:sldId id="263" r:id="rId8"/>
    <p:sldId id="268" r:id="rId9"/>
    <p:sldId id="271" r:id="rId10"/>
    <p:sldId id="269" r:id="rId11"/>
    <p:sldId id="270" r:id="rId12"/>
    <p:sldId id="275" r:id="rId13"/>
    <p:sldId id="289" r:id="rId14"/>
    <p:sldId id="276" r:id="rId15"/>
    <p:sldId id="277" r:id="rId16"/>
    <p:sldId id="279" r:id="rId17"/>
    <p:sldId id="278" r:id="rId18"/>
    <p:sldId id="280" r:id="rId19"/>
    <p:sldId id="281" r:id="rId20"/>
    <p:sldId id="282" r:id="rId21"/>
    <p:sldId id="283" r:id="rId22"/>
    <p:sldId id="284" r:id="rId23"/>
    <p:sldId id="285" r:id="rId24"/>
    <p:sldId id="286" r:id="rId25"/>
    <p:sldId id="287" r:id="rId26"/>
    <p:sldId id="288" r:id="rId27"/>
    <p:sldId id="294" r:id="rId28"/>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4455"/>
    <a:srgbClr val="0E90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730" y="72"/>
      </p:cViewPr>
      <p:guideLst>
        <p:guide orient="horz" pos="1620"/>
        <p:guide pos="2880"/>
      </p:guideLst>
    </p:cSldViewPr>
  </p:slideViewPr>
  <p:notesTextViewPr>
    <p:cViewPr>
      <p:scale>
        <a:sx n="1" d="1"/>
        <a:sy n="1" d="1"/>
      </p:scale>
      <p:origin x="0" y="0"/>
    </p:cViewPr>
  </p:notesTextViewPr>
  <p:sorterViewPr>
    <p:cViewPr>
      <p:scale>
        <a:sx n="132" d="100"/>
        <a:sy n="132"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7F4A947-B69F-46AB-892A-142D315848C8}" type="datetimeFigureOut">
              <a:rPr lang="zh-CN" altLang="en-US" smtClean="0"/>
              <a:pPr/>
              <a:t>2023/6/5</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0F64BE4-6ABB-4DFC-88F2-21DB0926AD8D}" type="slidenum">
              <a:rPr lang="zh-CN" altLang="en-US" smtClean="0"/>
              <a:pPr/>
              <a:t>‹#›</a:t>
            </a:fld>
            <a:endParaRPr lang="zh-CN" altLang="en-US"/>
          </a:p>
        </p:txBody>
      </p:sp>
    </p:spTree>
    <p:extLst>
      <p:ext uri="{BB962C8B-B14F-4D97-AF65-F5344CB8AC3E}">
        <p14:creationId xmlns:p14="http://schemas.microsoft.com/office/powerpoint/2010/main" val="2372738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pPr/>
              <a:t>1</a:t>
            </a:fld>
            <a:endParaRPr lang="zh-CN" altLang="en-US"/>
          </a:p>
        </p:txBody>
      </p:sp>
    </p:spTree>
    <p:extLst>
      <p:ext uri="{BB962C8B-B14F-4D97-AF65-F5344CB8AC3E}">
        <p14:creationId xmlns:p14="http://schemas.microsoft.com/office/powerpoint/2010/main" val="2044780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F64BE4-6ABB-4DFC-88F2-21DB0926AD8D}" type="slidenum">
              <a:rPr lang="zh-CN" altLang="en-US" smtClean="0"/>
              <a:pPr/>
              <a:t>2</a:t>
            </a:fld>
            <a:endParaRPr lang="zh-CN" altLang="en-US"/>
          </a:p>
        </p:txBody>
      </p:sp>
    </p:spTree>
    <p:extLst>
      <p:ext uri="{BB962C8B-B14F-4D97-AF65-F5344CB8AC3E}">
        <p14:creationId xmlns:p14="http://schemas.microsoft.com/office/powerpoint/2010/main" val="26079745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95D0C05-D1F4-4D23-BDF0-C1C9ABA03E33}" type="slidenum">
              <a:rPr lang="zh-CN" altLang="en-US" smtClean="0"/>
              <a:pPr/>
              <a:t>3</a:t>
            </a:fld>
            <a:endParaRPr lang="zh-CN" altLang="en-US"/>
          </a:p>
        </p:txBody>
      </p:sp>
    </p:spTree>
    <p:extLst>
      <p:ext uri="{BB962C8B-B14F-4D97-AF65-F5344CB8AC3E}">
        <p14:creationId xmlns:p14="http://schemas.microsoft.com/office/powerpoint/2010/main" val="1384774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F64BE4-6ABB-4DFC-88F2-21DB0926AD8D}" type="slidenum">
              <a:rPr lang="zh-CN" altLang="en-US" smtClean="0"/>
              <a:pPr/>
              <a:t>4</a:t>
            </a:fld>
            <a:endParaRPr lang="zh-CN" altLang="en-US"/>
          </a:p>
        </p:txBody>
      </p:sp>
    </p:spTree>
    <p:extLst>
      <p:ext uri="{BB962C8B-B14F-4D97-AF65-F5344CB8AC3E}">
        <p14:creationId xmlns:p14="http://schemas.microsoft.com/office/powerpoint/2010/main" val="33301296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F64BE4-6ABB-4DFC-88F2-21DB0926AD8D}" type="slidenum">
              <a:rPr lang="zh-CN" altLang="en-US" smtClean="0"/>
              <a:pPr/>
              <a:t>5</a:t>
            </a:fld>
            <a:endParaRPr lang="zh-CN" altLang="en-US"/>
          </a:p>
        </p:txBody>
      </p:sp>
    </p:spTree>
    <p:extLst>
      <p:ext uri="{BB962C8B-B14F-4D97-AF65-F5344CB8AC3E}">
        <p14:creationId xmlns:p14="http://schemas.microsoft.com/office/powerpoint/2010/main" val="7307109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pPr/>
              <a:t>6</a:t>
            </a:fld>
            <a:endParaRPr lang="zh-CN" altLang="en-US"/>
          </a:p>
        </p:txBody>
      </p:sp>
    </p:spTree>
    <p:extLst>
      <p:ext uri="{BB962C8B-B14F-4D97-AF65-F5344CB8AC3E}">
        <p14:creationId xmlns:p14="http://schemas.microsoft.com/office/powerpoint/2010/main" val="14568521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F64BE4-6ABB-4DFC-88F2-21DB0926AD8D}" type="slidenum">
              <a:rPr lang="zh-CN" altLang="en-US" smtClean="0"/>
              <a:pPr/>
              <a:t>7</a:t>
            </a:fld>
            <a:endParaRPr lang="zh-CN" altLang="en-US"/>
          </a:p>
        </p:txBody>
      </p:sp>
    </p:spTree>
    <p:extLst>
      <p:ext uri="{BB962C8B-B14F-4D97-AF65-F5344CB8AC3E}">
        <p14:creationId xmlns:p14="http://schemas.microsoft.com/office/powerpoint/2010/main" val="12420731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95D0C05-D1F4-4D23-BDF0-C1C9ABA03E33}" type="slidenum">
              <a:rPr lang="zh-CN" altLang="en-US" smtClean="0"/>
              <a:pPr/>
              <a:t>8</a:t>
            </a:fld>
            <a:endParaRPr lang="zh-CN" altLang="en-US"/>
          </a:p>
        </p:txBody>
      </p:sp>
    </p:spTree>
    <p:extLst>
      <p:ext uri="{BB962C8B-B14F-4D97-AF65-F5344CB8AC3E}">
        <p14:creationId xmlns:p14="http://schemas.microsoft.com/office/powerpoint/2010/main" val="13847745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pPr/>
              <a:t>9</a:t>
            </a:fld>
            <a:endParaRPr lang="zh-CN" altLang="en-US"/>
          </a:p>
        </p:txBody>
      </p:sp>
    </p:spTree>
    <p:extLst>
      <p:ext uri="{BB962C8B-B14F-4D97-AF65-F5344CB8AC3E}">
        <p14:creationId xmlns:p14="http://schemas.microsoft.com/office/powerpoint/2010/main" val="39948395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F64BE4-6ABB-4DFC-88F2-21DB0926AD8D}" type="slidenum">
              <a:rPr lang="zh-CN" altLang="en-US" smtClean="0"/>
              <a:pPr/>
              <a:t>10</a:t>
            </a:fld>
            <a:endParaRPr lang="zh-CN" altLang="en-US"/>
          </a:p>
        </p:txBody>
      </p:sp>
    </p:spTree>
    <p:extLst>
      <p:ext uri="{BB962C8B-B14F-4D97-AF65-F5344CB8AC3E}">
        <p14:creationId xmlns:p14="http://schemas.microsoft.com/office/powerpoint/2010/main" val="11658607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pPr/>
              <a:t>11</a:t>
            </a:fld>
            <a:endParaRPr lang="zh-CN" altLang="en-US"/>
          </a:p>
        </p:txBody>
      </p:sp>
    </p:spTree>
    <p:extLst>
      <p:ext uri="{BB962C8B-B14F-4D97-AF65-F5344CB8AC3E}">
        <p14:creationId xmlns:p14="http://schemas.microsoft.com/office/powerpoint/2010/main" val="30369786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95D0C05-D1F4-4D23-BDF0-C1C9ABA03E33}" type="slidenum">
              <a:rPr lang="zh-CN" altLang="en-US" smtClean="0"/>
              <a:pPr/>
              <a:t>12</a:t>
            </a:fld>
            <a:endParaRPr lang="zh-CN" altLang="en-US"/>
          </a:p>
        </p:txBody>
      </p:sp>
    </p:spTree>
    <p:extLst>
      <p:ext uri="{BB962C8B-B14F-4D97-AF65-F5344CB8AC3E}">
        <p14:creationId xmlns:p14="http://schemas.microsoft.com/office/powerpoint/2010/main" val="13847745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F64BE4-6ABB-4DFC-88F2-21DB0926AD8D}" type="slidenum">
              <a:rPr lang="zh-CN" altLang="en-US" smtClean="0"/>
              <a:pPr/>
              <a:t>13</a:t>
            </a:fld>
            <a:endParaRPr lang="zh-CN" altLang="en-US"/>
          </a:p>
        </p:txBody>
      </p:sp>
    </p:spTree>
    <p:extLst>
      <p:ext uri="{BB962C8B-B14F-4D97-AF65-F5344CB8AC3E}">
        <p14:creationId xmlns:p14="http://schemas.microsoft.com/office/powerpoint/2010/main" val="9083291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F64BE4-6ABB-4DFC-88F2-21DB0926AD8D}" type="slidenum">
              <a:rPr lang="zh-CN" altLang="en-US" smtClean="0"/>
              <a:pPr/>
              <a:t>14</a:t>
            </a:fld>
            <a:endParaRPr lang="zh-CN" altLang="en-US"/>
          </a:p>
        </p:txBody>
      </p:sp>
    </p:spTree>
    <p:extLst>
      <p:ext uri="{BB962C8B-B14F-4D97-AF65-F5344CB8AC3E}">
        <p14:creationId xmlns:p14="http://schemas.microsoft.com/office/powerpoint/2010/main" val="28150371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F64BE4-6ABB-4DFC-88F2-21DB0926AD8D}" type="slidenum">
              <a:rPr lang="zh-CN" altLang="en-US" smtClean="0"/>
              <a:pPr/>
              <a:t>15</a:t>
            </a:fld>
            <a:endParaRPr lang="zh-CN" altLang="en-US"/>
          </a:p>
        </p:txBody>
      </p:sp>
    </p:spTree>
    <p:extLst>
      <p:ext uri="{BB962C8B-B14F-4D97-AF65-F5344CB8AC3E}">
        <p14:creationId xmlns:p14="http://schemas.microsoft.com/office/powerpoint/2010/main" val="4767677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F64BE4-6ABB-4DFC-88F2-21DB0926AD8D}" type="slidenum">
              <a:rPr lang="zh-CN" altLang="en-US" smtClean="0"/>
              <a:pPr/>
              <a:t>16</a:t>
            </a:fld>
            <a:endParaRPr lang="zh-CN" altLang="en-US"/>
          </a:p>
        </p:txBody>
      </p:sp>
    </p:spTree>
    <p:extLst>
      <p:ext uri="{BB962C8B-B14F-4D97-AF65-F5344CB8AC3E}">
        <p14:creationId xmlns:p14="http://schemas.microsoft.com/office/powerpoint/2010/main" val="33945368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F64BE4-6ABB-4DFC-88F2-21DB0926AD8D}" type="slidenum">
              <a:rPr lang="zh-CN" altLang="en-US" smtClean="0"/>
              <a:pPr/>
              <a:t>17</a:t>
            </a:fld>
            <a:endParaRPr lang="zh-CN" altLang="en-US"/>
          </a:p>
        </p:txBody>
      </p:sp>
    </p:spTree>
    <p:extLst>
      <p:ext uri="{BB962C8B-B14F-4D97-AF65-F5344CB8AC3E}">
        <p14:creationId xmlns:p14="http://schemas.microsoft.com/office/powerpoint/2010/main" val="38376807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95D0C05-D1F4-4D23-BDF0-C1C9ABA03E33}" type="slidenum">
              <a:rPr lang="zh-CN" altLang="en-US" smtClean="0"/>
              <a:pPr/>
              <a:t>18</a:t>
            </a:fld>
            <a:endParaRPr lang="zh-CN" altLang="en-US"/>
          </a:p>
        </p:txBody>
      </p:sp>
    </p:spTree>
    <p:extLst>
      <p:ext uri="{BB962C8B-B14F-4D97-AF65-F5344CB8AC3E}">
        <p14:creationId xmlns:p14="http://schemas.microsoft.com/office/powerpoint/2010/main" val="13847745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A4E2E4E-2FFD-4B0E-BE9C-FA7BDC09154E}" type="slidenum">
              <a:rPr lang="zh-CN" altLang="en-US" smtClean="0"/>
              <a:pPr/>
              <a:t>19</a:t>
            </a:fld>
            <a:endParaRPr lang="zh-CN" altLang="en-US"/>
          </a:p>
        </p:txBody>
      </p:sp>
    </p:spTree>
    <p:extLst>
      <p:ext uri="{BB962C8B-B14F-4D97-AF65-F5344CB8AC3E}">
        <p14:creationId xmlns:p14="http://schemas.microsoft.com/office/powerpoint/2010/main" val="5626983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F64BE4-6ABB-4DFC-88F2-21DB0926AD8D}" type="slidenum">
              <a:rPr lang="zh-CN" altLang="en-US" smtClean="0"/>
              <a:pPr/>
              <a:t>20</a:t>
            </a:fld>
            <a:endParaRPr lang="zh-CN" altLang="en-US"/>
          </a:p>
        </p:txBody>
      </p:sp>
    </p:spTree>
    <p:extLst>
      <p:ext uri="{BB962C8B-B14F-4D97-AF65-F5344CB8AC3E}">
        <p14:creationId xmlns:p14="http://schemas.microsoft.com/office/powerpoint/2010/main" val="32293114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F64BE4-6ABB-4DFC-88F2-21DB0926AD8D}" type="slidenum">
              <a:rPr lang="zh-CN" altLang="en-US" smtClean="0"/>
              <a:pPr/>
              <a:t>21</a:t>
            </a:fld>
            <a:endParaRPr lang="zh-CN" altLang="en-US"/>
          </a:p>
        </p:txBody>
      </p:sp>
    </p:spTree>
    <p:extLst>
      <p:ext uri="{BB962C8B-B14F-4D97-AF65-F5344CB8AC3E}">
        <p14:creationId xmlns:p14="http://schemas.microsoft.com/office/powerpoint/2010/main" val="21704963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E21FD59-C920-460C-B1C9-0346C59420B0}" type="slidenum">
              <a:rPr lang="zh-CN" altLang="en-US" smtClean="0"/>
              <a:pPr/>
              <a:t>22</a:t>
            </a:fld>
            <a:endParaRPr lang="zh-CN" altLang="en-US"/>
          </a:p>
        </p:txBody>
      </p:sp>
    </p:spTree>
    <p:extLst>
      <p:ext uri="{BB962C8B-B14F-4D97-AF65-F5344CB8AC3E}">
        <p14:creationId xmlns:p14="http://schemas.microsoft.com/office/powerpoint/2010/main" val="10820994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95D0C05-D1F4-4D23-BDF0-C1C9ABA03E33}" type="slidenum">
              <a:rPr lang="zh-CN" altLang="en-US" smtClean="0"/>
              <a:pPr/>
              <a:t>23</a:t>
            </a:fld>
            <a:endParaRPr lang="zh-CN" altLang="en-US"/>
          </a:p>
        </p:txBody>
      </p:sp>
    </p:spTree>
    <p:extLst>
      <p:ext uri="{BB962C8B-B14F-4D97-AF65-F5344CB8AC3E}">
        <p14:creationId xmlns:p14="http://schemas.microsoft.com/office/powerpoint/2010/main" val="13847745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F64BE4-6ABB-4DFC-88F2-21DB0926AD8D}" type="slidenum">
              <a:rPr lang="zh-CN" altLang="en-US" smtClean="0"/>
              <a:pPr/>
              <a:t>24</a:t>
            </a:fld>
            <a:endParaRPr lang="zh-CN" altLang="en-US"/>
          </a:p>
        </p:txBody>
      </p:sp>
    </p:spTree>
    <p:extLst>
      <p:ext uri="{BB962C8B-B14F-4D97-AF65-F5344CB8AC3E}">
        <p14:creationId xmlns:p14="http://schemas.microsoft.com/office/powerpoint/2010/main" val="22716178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F64BE4-6ABB-4DFC-88F2-21DB0926AD8D}" type="slidenum">
              <a:rPr lang="zh-CN" altLang="en-US" smtClean="0"/>
              <a:pPr/>
              <a:t>25</a:t>
            </a:fld>
            <a:endParaRPr lang="zh-CN" altLang="en-US"/>
          </a:p>
        </p:txBody>
      </p:sp>
    </p:spTree>
    <p:extLst>
      <p:ext uri="{BB962C8B-B14F-4D97-AF65-F5344CB8AC3E}">
        <p14:creationId xmlns:p14="http://schemas.microsoft.com/office/powerpoint/2010/main" val="20249945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F64BE4-6ABB-4DFC-88F2-21DB0926AD8D}" type="slidenum">
              <a:rPr lang="zh-CN" altLang="en-US" smtClean="0"/>
              <a:pPr/>
              <a:t>26</a:t>
            </a:fld>
            <a:endParaRPr lang="zh-CN" altLang="en-US"/>
          </a:p>
        </p:txBody>
      </p:sp>
    </p:spTree>
    <p:extLst>
      <p:ext uri="{BB962C8B-B14F-4D97-AF65-F5344CB8AC3E}">
        <p14:creationId xmlns:p14="http://schemas.microsoft.com/office/powerpoint/2010/main" val="42590252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F64BE4-6ABB-4DFC-88F2-21DB0926AD8D}" type="slidenum">
              <a:rPr lang="zh-CN" altLang="en-US" smtClean="0"/>
              <a:pPr/>
              <a:t>27</a:t>
            </a:fld>
            <a:endParaRPr lang="zh-CN" altLang="en-US"/>
          </a:p>
        </p:txBody>
      </p:sp>
    </p:spTree>
    <p:extLst>
      <p:ext uri="{BB962C8B-B14F-4D97-AF65-F5344CB8AC3E}">
        <p14:creationId xmlns:p14="http://schemas.microsoft.com/office/powerpoint/2010/main" val="33527861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6A9BE82D-BE47-49DE-8AA6-951A8F6B4152}" type="datetimeFigureOut">
              <a:rPr lang="zh-CN" altLang="en-US" smtClean="0"/>
              <a:pPr/>
              <a:t>2023/6/5</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B1022D3A-80DD-4654-A118-ED731BEB6F13}" type="slidenum">
              <a:rPr lang="zh-CN" altLang="en-US" smtClean="0"/>
              <a:pPr/>
              <a:t>‹#›</a:t>
            </a:fld>
            <a:endParaRPr lang="zh-CN" altLang="en-US"/>
          </a:p>
        </p:txBody>
      </p:sp>
    </p:spTree>
    <p:extLst>
      <p:ext uri="{BB962C8B-B14F-4D97-AF65-F5344CB8AC3E}">
        <p14:creationId xmlns:p14="http://schemas.microsoft.com/office/powerpoint/2010/main" val="3703892508"/>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6A9BE82D-BE47-49DE-8AA6-951A8F6B4152}" type="datetimeFigureOut">
              <a:rPr lang="zh-CN" altLang="en-US" smtClean="0"/>
              <a:pPr/>
              <a:t>2023/6/5</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B1022D3A-80DD-4654-A118-ED731BEB6F13}" type="slidenum">
              <a:rPr lang="zh-CN" altLang="en-US" smtClean="0"/>
              <a:pPr/>
              <a:t>‹#›</a:t>
            </a:fld>
            <a:endParaRPr lang="zh-CN" altLang="en-US"/>
          </a:p>
        </p:txBody>
      </p:sp>
    </p:spTree>
    <p:extLst>
      <p:ext uri="{BB962C8B-B14F-4D97-AF65-F5344CB8AC3E}">
        <p14:creationId xmlns:p14="http://schemas.microsoft.com/office/powerpoint/2010/main" val="1850794179"/>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6A9BE82D-BE47-49DE-8AA6-951A8F6B4152}" type="datetimeFigureOut">
              <a:rPr lang="zh-CN" altLang="en-US" smtClean="0"/>
              <a:pPr/>
              <a:t>2023/6/5</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B1022D3A-80DD-4654-A118-ED731BEB6F13}" type="slidenum">
              <a:rPr lang="zh-CN" altLang="en-US" smtClean="0"/>
              <a:pPr/>
              <a:t>‹#›</a:t>
            </a:fld>
            <a:endParaRPr lang="zh-CN" altLang="en-US"/>
          </a:p>
        </p:txBody>
      </p:sp>
    </p:spTree>
    <p:extLst>
      <p:ext uri="{BB962C8B-B14F-4D97-AF65-F5344CB8AC3E}">
        <p14:creationId xmlns:p14="http://schemas.microsoft.com/office/powerpoint/2010/main" val="207811562"/>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6A9BE82D-BE47-49DE-8AA6-951A8F6B4152}" type="datetimeFigureOut">
              <a:rPr lang="zh-CN" altLang="en-US" smtClean="0"/>
              <a:pPr/>
              <a:t>2023/6/5</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B1022D3A-80DD-4654-A118-ED731BEB6F13}" type="slidenum">
              <a:rPr lang="zh-CN" altLang="en-US" smtClean="0"/>
              <a:pPr/>
              <a:t>‹#›</a:t>
            </a:fld>
            <a:endParaRPr lang="zh-CN" altLang="en-US"/>
          </a:p>
        </p:txBody>
      </p:sp>
    </p:spTree>
    <p:extLst>
      <p:ext uri="{BB962C8B-B14F-4D97-AF65-F5344CB8AC3E}">
        <p14:creationId xmlns:p14="http://schemas.microsoft.com/office/powerpoint/2010/main" val="1738065973"/>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4767263"/>
            <a:ext cx="2133600" cy="273844"/>
          </a:xfrm>
          <a:prstGeom prst="rect">
            <a:avLst/>
          </a:prstGeom>
        </p:spPr>
        <p:txBody>
          <a:bodyPr/>
          <a:lstStyle/>
          <a:p>
            <a:fld id="{6A9BE82D-BE47-49DE-8AA6-951A8F6B4152}" type="datetimeFigureOut">
              <a:rPr lang="zh-CN" altLang="en-US" smtClean="0"/>
              <a:pPr/>
              <a:t>2023/6/5</a:t>
            </a:fld>
            <a:endParaRPr lang="zh-CN" altLang="en-US"/>
          </a:p>
        </p:txBody>
      </p:sp>
      <p:sp>
        <p:nvSpPr>
          <p:cNvPr id="8" name="页脚占位符 7"/>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4767263"/>
            <a:ext cx="2133600" cy="273844"/>
          </a:xfrm>
          <a:prstGeom prst="rect">
            <a:avLst/>
          </a:prstGeom>
        </p:spPr>
        <p:txBody>
          <a:bodyPr/>
          <a:lstStyle/>
          <a:p>
            <a:fld id="{B1022D3A-80DD-4654-A118-ED731BEB6F13}" type="slidenum">
              <a:rPr lang="zh-CN" altLang="en-US" smtClean="0"/>
              <a:pPr/>
              <a:t>‹#›</a:t>
            </a:fld>
            <a:endParaRPr lang="zh-CN" altLang="en-US"/>
          </a:p>
        </p:txBody>
      </p:sp>
    </p:spTree>
    <p:extLst>
      <p:ext uri="{BB962C8B-B14F-4D97-AF65-F5344CB8AC3E}">
        <p14:creationId xmlns:p14="http://schemas.microsoft.com/office/powerpoint/2010/main" val="253122512"/>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4767263"/>
            <a:ext cx="2133600" cy="273844"/>
          </a:xfrm>
          <a:prstGeom prst="rect">
            <a:avLst/>
          </a:prstGeom>
        </p:spPr>
        <p:txBody>
          <a:bodyPr/>
          <a:lstStyle/>
          <a:p>
            <a:fld id="{6A9BE82D-BE47-49DE-8AA6-951A8F6B4152}" type="datetimeFigureOut">
              <a:rPr lang="zh-CN" altLang="en-US" smtClean="0"/>
              <a:pPr/>
              <a:t>2023/6/5</a:t>
            </a:fld>
            <a:endParaRPr lang="zh-CN" altLang="en-US"/>
          </a:p>
        </p:txBody>
      </p:sp>
      <p:sp>
        <p:nvSpPr>
          <p:cNvPr id="4" name="页脚占位符 3"/>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7263"/>
            <a:ext cx="2133600" cy="273844"/>
          </a:xfrm>
          <a:prstGeom prst="rect">
            <a:avLst/>
          </a:prstGeom>
        </p:spPr>
        <p:txBody>
          <a:bodyPr/>
          <a:lstStyle/>
          <a:p>
            <a:fld id="{B1022D3A-80DD-4654-A118-ED731BEB6F13}" type="slidenum">
              <a:rPr lang="zh-CN" altLang="en-US" smtClean="0"/>
              <a:pPr/>
              <a:t>‹#›</a:t>
            </a:fld>
            <a:endParaRPr lang="zh-CN" altLang="en-US"/>
          </a:p>
        </p:txBody>
      </p:sp>
    </p:spTree>
    <p:extLst>
      <p:ext uri="{BB962C8B-B14F-4D97-AF65-F5344CB8AC3E}">
        <p14:creationId xmlns:p14="http://schemas.microsoft.com/office/powerpoint/2010/main" val="12402285"/>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3844"/>
          </a:xfrm>
          <a:prstGeom prst="rect">
            <a:avLst/>
          </a:prstGeom>
        </p:spPr>
        <p:txBody>
          <a:bodyPr/>
          <a:lstStyle/>
          <a:p>
            <a:fld id="{6A9BE82D-BE47-49DE-8AA6-951A8F6B4152}" type="datetimeFigureOut">
              <a:rPr lang="zh-CN" altLang="en-US" smtClean="0"/>
              <a:pPr/>
              <a:t>2023/6/5</a:t>
            </a:fld>
            <a:endParaRPr lang="zh-CN" altLang="en-US"/>
          </a:p>
        </p:txBody>
      </p:sp>
      <p:sp>
        <p:nvSpPr>
          <p:cNvPr id="3" name="页脚占位符 2"/>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3"/>
            <a:ext cx="2133600" cy="273844"/>
          </a:xfrm>
          <a:prstGeom prst="rect">
            <a:avLst/>
          </a:prstGeom>
        </p:spPr>
        <p:txBody>
          <a:bodyPr/>
          <a:lstStyle/>
          <a:p>
            <a:fld id="{B1022D3A-80DD-4654-A118-ED731BEB6F13}" type="slidenum">
              <a:rPr lang="zh-CN" altLang="en-US" smtClean="0"/>
              <a:pPr/>
              <a:t>‹#›</a:t>
            </a:fld>
            <a:endParaRPr lang="zh-CN" altLang="en-US"/>
          </a:p>
        </p:txBody>
      </p:sp>
    </p:spTree>
    <p:extLst>
      <p:ext uri="{BB962C8B-B14F-4D97-AF65-F5344CB8AC3E}">
        <p14:creationId xmlns:p14="http://schemas.microsoft.com/office/powerpoint/2010/main" val="3675290353"/>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6A9BE82D-BE47-49DE-8AA6-951A8F6B4152}" type="datetimeFigureOut">
              <a:rPr lang="zh-CN" altLang="en-US" smtClean="0"/>
              <a:pPr/>
              <a:t>2023/6/5</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B1022D3A-80DD-4654-A118-ED731BEB6F13}" type="slidenum">
              <a:rPr lang="zh-CN" altLang="en-US" smtClean="0"/>
              <a:pPr/>
              <a:t>‹#›</a:t>
            </a:fld>
            <a:endParaRPr lang="zh-CN" altLang="en-US"/>
          </a:p>
        </p:txBody>
      </p:sp>
    </p:spTree>
    <p:extLst>
      <p:ext uri="{BB962C8B-B14F-4D97-AF65-F5344CB8AC3E}">
        <p14:creationId xmlns:p14="http://schemas.microsoft.com/office/powerpoint/2010/main" val="3036457657"/>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6A9BE82D-BE47-49DE-8AA6-951A8F6B4152}" type="datetimeFigureOut">
              <a:rPr lang="zh-CN" altLang="en-US" smtClean="0"/>
              <a:pPr/>
              <a:t>2023/6/5</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B1022D3A-80DD-4654-A118-ED731BEB6F13}" type="slidenum">
              <a:rPr lang="zh-CN" altLang="en-US" smtClean="0"/>
              <a:pPr/>
              <a:t>‹#›</a:t>
            </a:fld>
            <a:endParaRPr lang="zh-CN" altLang="en-US"/>
          </a:p>
        </p:txBody>
      </p:sp>
    </p:spTree>
    <p:extLst>
      <p:ext uri="{BB962C8B-B14F-4D97-AF65-F5344CB8AC3E}">
        <p14:creationId xmlns:p14="http://schemas.microsoft.com/office/powerpoint/2010/main" val="4188987131"/>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6A9BE82D-BE47-49DE-8AA6-951A8F6B4152}" type="datetimeFigureOut">
              <a:rPr lang="zh-CN" altLang="en-US" smtClean="0"/>
              <a:pPr/>
              <a:t>2023/6/5</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B1022D3A-80DD-4654-A118-ED731BEB6F13}" type="slidenum">
              <a:rPr lang="zh-CN" altLang="en-US" smtClean="0"/>
              <a:pPr/>
              <a:t>‹#›</a:t>
            </a:fld>
            <a:endParaRPr lang="zh-CN" altLang="en-US"/>
          </a:p>
        </p:txBody>
      </p:sp>
    </p:spTree>
    <p:extLst>
      <p:ext uri="{BB962C8B-B14F-4D97-AF65-F5344CB8AC3E}">
        <p14:creationId xmlns:p14="http://schemas.microsoft.com/office/powerpoint/2010/main" val="1850210723"/>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6A9BE82D-BE47-49DE-8AA6-951A8F6B4152}" type="datetimeFigureOut">
              <a:rPr lang="zh-CN" altLang="en-US" smtClean="0"/>
              <a:pPr/>
              <a:t>2023/6/5</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B1022D3A-80DD-4654-A118-ED731BEB6F13}" type="slidenum">
              <a:rPr lang="zh-CN" altLang="en-US" smtClean="0"/>
              <a:pPr/>
              <a:t>‹#›</a:t>
            </a:fld>
            <a:endParaRPr lang="zh-CN" altLang="en-US"/>
          </a:p>
        </p:txBody>
      </p:sp>
    </p:spTree>
    <p:extLst>
      <p:ext uri="{BB962C8B-B14F-4D97-AF65-F5344CB8AC3E}">
        <p14:creationId xmlns:p14="http://schemas.microsoft.com/office/powerpoint/2010/main" val="3051648523"/>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4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8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9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0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4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5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6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7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8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9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0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3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3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5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135445"/>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7135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70" r:id="rId18"/>
    <p:sldLayoutId id="2147483671" r:id="rId19"/>
    <p:sldLayoutId id="2147483672" r:id="rId20"/>
    <p:sldLayoutId id="2147483673" r:id="rId21"/>
    <p:sldLayoutId id="2147483677" r:id="rId22"/>
    <p:sldLayoutId id="2147483678" r:id="rId23"/>
    <p:sldLayoutId id="2147483679" r:id="rId24"/>
    <p:sldLayoutId id="2147483680" r:id="rId25"/>
    <p:sldLayoutId id="2147483681" r:id="rId26"/>
    <p:sldLayoutId id="2147483682" r:id="rId27"/>
    <p:sldLayoutId id="2147483683" r:id="rId28"/>
    <p:sldLayoutId id="2147483684" r:id="rId29"/>
    <p:sldLayoutId id="2147483685" r:id="rId30"/>
    <p:sldLayoutId id="2147483686" r:id="rId31"/>
    <p:sldLayoutId id="2147483687" r:id="rId32"/>
    <p:sldLayoutId id="2147483688" r:id="rId33"/>
    <p:sldLayoutId id="2147483689" r:id="rId34"/>
    <p:sldLayoutId id="2147483690" r:id="rId35"/>
    <p:sldLayoutId id="2147483691" r:id="rId36"/>
    <p:sldLayoutId id="2147483694" r:id="rId37"/>
  </p:sldLayoutIdLst>
  <p:transition spd="slow">
    <p:wipe/>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20.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31.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3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33.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14455"/>
        </a:solidFill>
        <a:effectLst/>
      </p:bgPr>
    </p:bg>
    <p:spTree>
      <p:nvGrpSpPr>
        <p:cNvPr id="1" name=""/>
        <p:cNvGrpSpPr/>
        <p:nvPr/>
      </p:nvGrpSpPr>
      <p:grpSpPr>
        <a:xfrm>
          <a:off x="0" y="0"/>
          <a:ext cx="0" cy="0"/>
          <a:chOff x="0" y="0"/>
          <a:chExt cx="0" cy="0"/>
        </a:xfrm>
      </p:grpSpPr>
      <p:sp>
        <p:nvSpPr>
          <p:cNvPr id="4" name="等腰三角形 3"/>
          <p:cNvSpPr/>
          <p:nvPr/>
        </p:nvSpPr>
        <p:spPr>
          <a:xfrm flipV="1">
            <a:off x="706285" y="-6407"/>
            <a:ext cx="4536504" cy="3919364"/>
          </a:xfrm>
          <a:prstGeom prst="triangl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nvSpPr>
        <p:spPr>
          <a:xfrm>
            <a:off x="2341668" y="3907971"/>
            <a:ext cx="1265739" cy="1245401"/>
          </a:xfrm>
          <a:prstGeom prst="triangl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19"/>
          <p:cNvSpPr txBox="1"/>
          <p:nvPr/>
        </p:nvSpPr>
        <p:spPr>
          <a:xfrm>
            <a:off x="5057899" y="3580397"/>
            <a:ext cx="2736303" cy="938206"/>
          </a:xfrm>
          <a:prstGeom prst="rect">
            <a:avLst/>
          </a:prstGeom>
        </p:spPr>
        <p:txBody>
          <a:bodyPr wrap="square" lIns="68580" tIns="34290" rIns="68580" bIns="34290" anchor="ctr">
            <a:spAutoFit/>
          </a:bodyPr>
          <a:lstStyle>
            <a:defPPr>
              <a:defRPr lang="zh-CN"/>
            </a:defPPr>
            <a:lvl1pPr>
              <a:lnSpc>
                <a:spcPct val="150000"/>
              </a:lnSpc>
              <a:defRPr sz="4000" b="0">
                <a:solidFill>
                  <a:schemeClr val="bg1">
                    <a:lumMod val="50000"/>
                  </a:schemeClr>
                </a:solidFill>
                <a:latin typeface="微软雅黑" panose="020B0503020204020204" pitchFamily="34" charset="-122"/>
                <a:ea typeface="微软雅黑" panose="020B0503020204020204" pitchFamily="34" charset="-122"/>
              </a:defRPr>
            </a:lvl1pPr>
          </a:lstStyle>
          <a:p>
            <a:pPr algn="ctr"/>
            <a:r>
              <a:rPr lang="zh-CN" altLang="en-US" sz="2000" dirty="0">
                <a:solidFill>
                  <a:schemeClr val="bg1"/>
                </a:solidFill>
              </a:rPr>
              <a:t>汇报：第四小组</a:t>
            </a:r>
            <a:r>
              <a:rPr lang="en-US" altLang="zh-CN" sz="2000" dirty="0">
                <a:solidFill>
                  <a:schemeClr val="bg1"/>
                </a:solidFill>
              </a:rPr>
              <a:t>   </a:t>
            </a:r>
          </a:p>
          <a:p>
            <a:pPr algn="ctr"/>
            <a:r>
              <a:rPr lang="zh-CN" altLang="en-US" sz="2000" dirty="0">
                <a:solidFill>
                  <a:schemeClr val="bg1"/>
                </a:solidFill>
              </a:rPr>
              <a:t>时间：</a:t>
            </a:r>
            <a:r>
              <a:rPr lang="en-US" altLang="zh-CN" sz="2000" dirty="0">
                <a:solidFill>
                  <a:schemeClr val="bg1"/>
                </a:solidFill>
              </a:rPr>
              <a:t>2023</a:t>
            </a:r>
            <a:r>
              <a:rPr lang="zh-CN" altLang="en-US" sz="2000" dirty="0">
                <a:solidFill>
                  <a:schemeClr val="bg1"/>
                </a:solidFill>
              </a:rPr>
              <a:t>年 </a:t>
            </a:r>
            <a:r>
              <a:rPr lang="en-US" altLang="zh-CN" sz="2000" dirty="0">
                <a:solidFill>
                  <a:schemeClr val="bg1"/>
                </a:solidFill>
              </a:rPr>
              <a:t>6</a:t>
            </a:r>
            <a:r>
              <a:rPr lang="zh-CN" altLang="en-US" sz="2000" dirty="0">
                <a:solidFill>
                  <a:schemeClr val="bg1"/>
                </a:solidFill>
              </a:rPr>
              <a:t>月 </a:t>
            </a:r>
            <a:r>
              <a:rPr lang="en-US" altLang="zh-CN" sz="2000" dirty="0">
                <a:solidFill>
                  <a:schemeClr val="bg1"/>
                </a:solidFill>
              </a:rPr>
              <a:t>6</a:t>
            </a:r>
            <a:r>
              <a:rPr lang="zh-CN" altLang="en-US" sz="2000" dirty="0">
                <a:solidFill>
                  <a:schemeClr val="bg1"/>
                </a:solidFill>
              </a:rPr>
              <a:t>日</a:t>
            </a:r>
          </a:p>
        </p:txBody>
      </p:sp>
      <p:sp>
        <p:nvSpPr>
          <p:cNvPr id="21" name="TextBox 20"/>
          <p:cNvSpPr txBox="1"/>
          <p:nvPr/>
        </p:nvSpPr>
        <p:spPr>
          <a:xfrm>
            <a:off x="4778790" y="3088725"/>
            <a:ext cx="3294522" cy="476541"/>
          </a:xfrm>
          <a:prstGeom prst="rect">
            <a:avLst/>
          </a:prstGeom>
        </p:spPr>
        <p:txBody>
          <a:bodyPr wrap="square" lIns="68580" tIns="34290" rIns="68580" bIns="34290" anchor="ctr">
            <a:spAutoFit/>
          </a:bodyPr>
          <a:lstStyle>
            <a:defPPr>
              <a:defRPr lang="zh-CN"/>
            </a:defPPr>
            <a:lvl1pPr>
              <a:lnSpc>
                <a:spcPct val="150000"/>
              </a:lnSpc>
              <a:defRPr sz="4000" b="0">
                <a:solidFill>
                  <a:schemeClr val="bg1">
                    <a:lumMod val="50000"/>
                  </a:schemeClr>
                </a:solidFill>
                <a:latin typeface="微软雅黑" panose="020B0503020204020204" pitchFamily="34" charset="-122"/>
                <a:ea typeface="微软雅黑" panose="020B0503020204020204" pitchFamily="34" charset="-122"/>
              </a:defRPr>
            </a:lvl1pPr>
          </a:lstStyle>
          <a:p>
            <a:pPr algn="ctr"/>
            <a:r>
              <a:rPr lang="en-US" altLang="zh-CN" sz="2000" dirty="0">
                <a:solidFill>
                  <a:schemeClr val="bg1"/>
                </a:solidFill>
              </a:rPr>
              <a:t>Project Closing Report</a:t>
            </a:r>
            <a:endParaRPr lang="zh-CN" altLang="en-US" sz="2000" dirty="0">
              <a:solidFill>
                <a:schemeClr val="bg1"/>
              </a:solidFill>
            </a:endParaRPr>
          </a:p>
        </p:txBody>
      </p:sp>
      <p:sp>
        <p:nvSpPr>
          <p:cNvPr id="22" name="TextBox 21"/>
          <p:cNvSpPr txBox="1"/>
          <p:nvPr/>
        </p:nvSpPr>
        <p:spPr>
          <a:xfrm>
            <a:off x="4481835" y="2245420"/>
            <a:ext cx="3888432" cy="1046761"/>
          </a:xfrm>
          <a:prstGeom prst="rect">
            <a:avLst/>
          </a:prstGeom>
        </p:spPr>
        <p:txBody>
          <a:bodyPr wrap="square" lIns="68580" tIns="34290" rIns="68580" bIns="34290" anchor="ctr">
            <a:spAutoFit/>
          </a:bodyPr>
          <a:lstStyle>
            <a:defPPr>
              <a:defRPr lang="zh-CN"/>
            </a:defPPr>
            <a:lvl1pPr>
              <a:lnSpc>
                <a:spcPct val="150000"/>
              </a:lnSpc>
              <a:defRPr sz="4000" b="0">
                <a:solidFill>
                  <a:schemeClr val="bg1">
                    <a:lumMod val="50000"/>
                  </a:schemeClr>
                </a:solidFill>
                <a:latin typeface="微软雅黑" panose="020B0503020204020204" pitchFamily="34" charset="-122"/>
                <a:ea typeface="微软雅黑" panose="020B0503020204020204" pitchFamily="34" charset="-122"/>
              </a:defRPr>
            </a:lvl1pPr>
          </a:lstStyle>
          <a:p>
            <a:pPr algn="ctr"/>
            <a:r>
              <a:rPr lang="zh-CN" altLang="en-US" sz="4800" b="1" dirty="0">
                <a:solidFill>
                  <a:schemeClr val="bg1"/>
                </a:solidFill>
              </a:rPr>
              <a:t>项目结项汇报</a:t>
            </a:r>
          </a:p>
        </p:txBody>
      </p:sp>
      <p:sp>
        <p:nvSpPr>
          <p:cNvPr id="5" name="TextBox 4"/>
          <p:cNvSpPr txBox="1"/>
          <p:nvPr/>
        </p:nvSpPr>
        <p:spPr>
          <a:xfrm>
            <a:off x="467544" y="1049005"/>
            <a:ext cx="5760640" cy="923330"/>
          </a:xfrm>
          <a:prstGeom prst="rect">
            <a:avLst/>
          </a:prstGeom>
          <a:noFill/>
        </p:spPr>
        <p:txBody>
          <a:bodyPr wrap="square" rtlCol="0">
            <a:spAutoFit/>
          </a:bodyPr>
          <a:lstStyle/>
          <a:p>
            <a:r>
              <a:rPr lang="zh-CN" altLang="en-US" sz="5400" b="1" dirty="0">
                <a:solidFill>
                  <a:schemeClr val="bg1"/>
                </a:solidFill>
                <a:latin typeface="Arial" pitchFamily="34" charset="0"/>
                <a:cs typeface="Arial" pitchFamily="34" charset="0"/>
              </a:rPr>
              <a:t>医院预约挂号系统</a:t>
            </a:r>
          </a:p>
        </p:txBody>
      </p:sp>
    </p:spTree>
    <p:extLst>
      <p:ext uri="{BB962C8B-B14F-4D97-AF65-F5344CB8AC3E}">
        <p14:creationId xmlns:p14="http://schemas.microsoft.com/office/powerpoint/2010/main" val="89026586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250" fill="hold"/>
                                        <p:tgtEl>
                                          <p:spTgt spid="19"/>
                                        </p:tgtEl>
                                        <p:attrNameLst>
                                          <p:attrName>ppt_x</p:attrName>
                                        </p:attrNameLst>
                                      </p:cBhvr>
                                      <p:tavLst>
                                        <p:tav tm="0">
                                          <p:val>
                                            <p:strVal val="#ppt_x"/>
                                          </p:val>
                                        </p:tav>
                                        <p:tav tm="100000">
                                          <p:val>
                                            <p:strVal val="#ppt_x"/>
                                          </p:val>
                                        </p:tav>
                                      </p:tavLst>
                                    </p:anim>
                                    <p:anim calcmode="lin" valueType="num">
                                      <p:cBhvr additive="base">
                                        <p:cTn id="12" dur="250" fill="hold"/>
                                        <p:tgtEl>
                                          <p:spTgt spid="19"/>
                                        </p:tgtEl>
                                        <p:attrNameLst>
                                          <p:attrName>ppt_y</p:attrName>
                                        </p:attrNameLst>
                                      </p:cBhvr>
                                      <p:tavLst>
                                        <p:tav tm="0">
                                          <p:val>
                                            <p:strVal val="1+#ppt_h/2"/>
                                          </p:val>
                                        </p:tav>
                                        <p:tav tm="100000">
                                          <p:val>
                                            <p:strVal val="#ppt_y"/>
                                          </p:val>
                                        </p:tav>
                                      </p:tavLst>
                                    </p:anim>
                                  </p:childTnLst>
                                </p:cTn>
                              </p:par>
                            </p:childTnLst>
                          </p:cTn>
                        </p:par>
                        <p:par>
                          <p:cTn id="13" fill="hold">
                            <p:stCondLst>
                              <p:cond delay="750"/>
                            </p:stCondLst>
                            <p:childTnLst>
                              <p:par>
                                <p:cTn id="14" presetID="26" presetClass="emph" presetSubtype="0" fill="hold" grpId="1" nodeType="afterEffect">
                                  <p:stCondLst>
                                    <p:cond delay="0"/>
                                  </p:stCondLst>
                                  <p:childTnLst>
                                    <p:animEffect transition="out" filter="fade">
                                      <p:cBhvr>
                                        <p:cTn id="15" dur="500" tmFilter="0, 0; .2, .5; .8, .5; 1, 0"/>
                                        <p:tgtEl>
                                          <p:spTgt spid="19"/>
                                        </p:tgtEl>
                                      </p:cBhvr>
                                    </p:animEffect>
                                    <p:animScale>
                                      <p:cBhvr>
                                        <p:cTn id="16" dur="250" autoRev="1" fill="hold"/>
                                        <p:tgtEl>
                                          <p:spTgt spid="19"/>
                                        </p:tgtEl>
                                      </p:cBhvr>
                                      <p:by x="105000" y="105000"/>
                                    </p:animScale>
                                  </p:childTnLst>
                                </p:cTn>
                              </p:par>
                            </p:childTnLst>
                          </p:cTn>
                        </p:par>
                        <p:par>
                          <p:cTn id="17" fill="hold">
                            <p:stCondLst>
                              <p:cond delay="1250"/>
                            </p:stCondLst>
                            <p:childTnLst>
                              <p:par>
                                <p:cTn id="18" presetID="26" presetClass="emph" presetSubtype="0" fill="hold" grpId="2" nodeType="afterEffect">
                                  <p:stCondLst>
                                    <p:cond delay="0"/>
                                  </p:stCondLst>
                                  <p:childTnLst>
                                    <p:animEffect transition="out" filter="fade">
                                      <p:cBhvr>
                                        <p:cTn id="19" dur="500" tmFilter="0, 0; .2, .5; .8, .5; 1, 0"/>
                                        <p:tgtEl>
                                          <p:spTgt spid="19"/>
                                        </p:tgtEl>
                                      </p:cBhvr>
                                    </p:animEffect>
                                    <p:animScale>
                                      <p:cBhvr>
                                        <p:cTn id="20" dur="250" autoRev="1" fill="hold"/>
                                        <p:tgtEl>
                                          <p:spTgt spid="19"/>
                                        </p:tgtEl>
                                      </p:cBhvr>
                                      <p:by x="105000" y="105000"/>
                                    </p:animScale>
                                  </p:childTnLst>
                                </p:cTn>
                              </p:par>
                            </p:childTnLst>
                          </p:cTn>
                        </p:par>
                        <p:par>
                          <p:cTn id="21" fill="hold">
                            <p:stCondLst>
                              <p:cond delay="1750"/>
                            </p:stCondLst>
                            <p:childTnLst>
                              <p:par>
                                <p:cTn id="22" presetID="23" presetClass="entr" presetSubtype="36" fill="hold" grpId="0" nodeType="afterEffect">
                                  <p:stCondLst>
                                    <p:cond delay="0"/>
                                  </p:stCondLst>
                                  <p:iterate type="lt">
                                    <p:tmPct val="13000"/>
                                  </p:iterate>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strVal val="(6*min(max(#ppt_w*#ppt_h,.3),1)-7.4)/-.7*#ppt_w"/>
                                          </p:val>
                                        </p:tav>
                                        <p:tav tm="100000">
                                          <p:val>
                                            <p:strVal val="#ppt_w"/>
                                          </p:val>
                                        </p:tav>
                                      </p:tavLst>
                                    </p:anim>
                                    <p:anim calcmode="lin" valueType="num">
                                      <p:cBhvr>
                                        <p:cTn id="25" dur="500" fill="hold"/>
                                        <p:tgtEl>
                                          <p:spTgt spid="5"/>
                                        </p:tgtEl>
                                        <p:attrNameLst>
                                          <p:attrName>ppt_h</p:attrName>
                                        </p:attrNameLst>
                                      </p:cBhvr>
                                      <p:tavLst>
                                        <p:tav tm="0">
                                          <p:val>
                                            <p:strVal val="(6*min(max(#ppt_w*#ppt_h,.3),1)-7.4)/-.7*#ppt_h"/>
                                          </p:val>
                                        </p:tav>
                                        <p:tav tm="100000">
                                          <p:val>
                                            <p:strVal val="#ppt_h"/>
                                          </p:val>
                                        </p:tav>
                                      </p:tavLst>
                                    </p:anim>
                                    <p:anim calcmode="lin" valueType="num">
                                      <p:cBhvr>
                                        <p:cTn id="26" dur="500" fill="hold"/>
                                        <p:tgtEl>
                                          <p:spTgt spid="5"/>
                                        </p:tgtEl>
                                        <p:attrNameLst>
                                          <p:attrName>ppt_x</p:attrName>
                                        </p:attrNameLst>
                                      </p:cBhvr>
                                      <p:tavLst>
                                        <p:tav tm="0">
                                          <p:val>
                                            <p:fltVal val="0.5"/>
                                          </p:val>
                                        </p:tav>
                                        <p:tav tm="100000">
                                          <p:val>
                                            <p:strVal val="#ppt_x"/>
                                          </p:val>
                                        </p:tav>
                                      </p:tavLst>
                                    </p:anim>
                                    <p:anim calcmode="lin" valueType="num">
                                      <p:cBhvr>
                                        <p:cTn id="27" dur="500" fill="hold"/>
                                        <p:tgtEl>
                                          <p:spTgt spid="5"/>
                                        </p:tgtEl>
                                        <p:attrNameLst>
                                          <p:attrName>ppt_y</p:attrName>
                                        </p:attrNameLst>
                                      </p:cBhvr>
                                      <p:tavLst>
                                        <p:tav tm="0">
                                          <p:val>
                                            <p:strVal val="1+(6*min(max(#ppt_w*#ppt_h,.3),1)-7.4)/-.7*#ppt_h/2"/>
                                          </p:val>
                                        </p:tav>
                                        <p:tav tm="100000">
                                          <p:val>
                                            <p:strVal val="#ppt_y"/>
                                          </p:val>
                                        </p:tav>
                                      </p:tavLst>
                                    </p:anim>
                                  </p:childTnLst>
                                </p:cTn>
                              </p:par>
                            </p:childTnLst>
                          </p:cTn>
                        </p:par>
                        <p:par>
                          <p:cTn id="28" fill="hold">
                            <p:stCondLst>
                              <p:cond delay="2705"/>
                            </p:stCondLst>
                            <p:childTnLst>
                              <p:par>
                                <p:cTn id="29" presetID="22" presetClass="entr" presetSubtype="8" fill="hold" grpId="0" nodeType="afterEffect">
                                  <p:stCondLst>
                                    <p:cond delay="0"/>
                                  </p:stCondLst>
                                  <p:iterate type="lt">
                                    <p:tmPct val="30000"/>
                                  </p:iterate>
                                  <p:childTnLst>
                                    <p:set>
                                      <p:cBhvr>
                                        <p:cTn id="30" dur="1" fill="hold">
                                          <p:stCondLst>
                                            <p:cond delay="0"/>
                                          </p:stCondLst>
                                        </p:cTn>
                                        <p:tgtEl>
                                          <p:spTgt spid="21"/>
                                        </p:tgtEl>
                                        <p:attrNameLst>
                                          <p:attrName>style.visibility</p:attrName>
                                        </p:attrNameLst>
                                      </p:cBhvr>
                                      <p:to>
                                        <p:strVal val="visible"/>
                                      </p:to>
                                    </p:set>
                                    <p:animEffect transition="in" filter="wipe(left)">
                                      <p:cBhvr>
                                        <p:cTn id="31" dur="300"/>
                                        <p:tgtEl>
                                          <p:spTgt spid="21"/>
                                        </p:tgtEl>
                                      </p:cBhvr>
                                    </p:animEffect>
                                  </p:childTnLst>
                                </p:cTn>
                              </p:par>
                            </p:childTnLst>
                          </p:cTn>
                        </p:par>
                        <p:par>
                          <p:cTn id="32" fill="hold">
                            <p:stCondLst>
                              <p:cond delay="4715"/>
                            </p:stCondLst>
                            <p:childTnLst>
                              <p:par>
                                <p:cTn id="33" presetID="17" presetClass="entr" presetSubtype="1" fill="hold" grpId="0" nodeType="afterEffect">
                                  <p:stCondLst>
                                    <p:cond delay="0"/>
                                  </p:stCondLst>
                                  <p:iterate type="lt">
                                    <p:tmPct val="40000"/>
                                  </p:iterate>
                                  <p:childTnLst>
                                    <p:set>
                                      <p:cBhvr>
                                        <p:cTn id="34" dur="1" fill="hold">
                                          <p:stCondLst>
                                            <p:cond delay="0"/>
                                          </p:stCondLst>
                                        </p:cTn>
                                        <p:tgtEl>
                                          <p:spTgt spid="22"/>
                                        </p:tgtEl>
                                        <p:attrNameLst>
                                          <p:attrName>style.visibility</p:attrName>
                                        </p:attrNameLst>
                                      </p:cBhvr>
                                      <p:to>
                                        <p:strVal val="visible"/>
                                      </p:to>
                                    </p:set>
                                    <p:anim calcmode="lin" valueType="num">
                                      <p:cBhvr>
                                        <p:cTn id="35" dur="250" fill="hold"/>
                                        <p:tgtEl>
                                          <p:spTgt spid="22"/>
                                        </p:tgtEl>
                                        <p:attrNameLst>
                                          <p:attrName>ppt_x</p:attrName>
                                        </p:attrNameLst>
                                      </p:cBhvr>
                                      <p:tavLst>
                                        <p:tav tm="0">
                                          <p:val>
                                            <p:strVal val="#ppt_x"/>
                                          </p:val>
                                        </p:tav>
                                        <p:tav tm="100000">
                                          <p:val>
                                            <p:strVal val="#ppt_x"/>
                                          </p:val>
                                        </p:tav>
                                      </p:tavLst>
                                    </p:anim>
                                    <p:anim calcmode="lin" valueType="num">
                                      <p:cBhvr>
                                        <p:cTn id="36" dur="250" fill="hold"/>
                                        <p:tgtEl>
                                          <p:spTgt spid="22"/>
                                        </p:tgtEl>
                                        <p:attrNameLst>
                                          <p:attrName>ppt_y</p:attrName>
                                        </p:attrNameLst>
                                      </p:cBhvr>
                                      <p:tavLst>
                                        <p:tav tm="0">
                                          <p:val>
                                            <p:strVal val="#ppt_y-#ppt_h/2"/>
                                          </p:val>
                                        </p:tav>
                                        <p:tav tm="100000">
                                          <p:val>
                                            <p:strVal val="#ppt_y"/>
                                          </p:val>
                                        </p:tav>
                                      </p:tavLst>
                                    </p:anim>
                                    <p:anim calcmode="lin" valueType="num">
                                      <p:cBhvr>
                                        <p:cTn id="37" dur="250" fill="hold"/>
                                        <p:tgtEl>
                                          <p:spTgt spid="22"/>
                                        </p:tgtEl>
                                        <p:attrNameLst>
                                          <p:attrName>ppt_w</p:attrName>
                                        </p:attrNameLst>
                                      </p:cBhvr>
                                      <p:tavLst>
                                        <p:tav tm="0">
                                          <p:val>
                                            <p:strVal val="#ppt_w"/>
                                          </p:val>
                                        </p:tav>
                                        <p:tav tm="100000">
                                          <p:val>
                                            <p:strVal val="#ppt_w"/>
                                          </p:val>
                                        </p:tav>
                                      </p:tavLst>
                                    </p:anim>
                                    <p:anim calcmode="lin" valueType="num">
                                      <p:cBhvr>
                                        <p:cTn id="38" dur="250" fill="hold"/>
                                        <p:tgtEl>
                                          <p:spTgt spid="22"/>
                                        </p:tgtEl>
                                        <p:attrNameLst>
                                          <p:attrName>ppt_h</p:attrName>
                                        </p:attrNameLst>
                                      </p:cBhvr>
                                      <p:tavLst>
                                        <p:tav tm="0">
                                          <p:val>
                                            <p:fltVal val="0"/>
                                          </p:val>
                                        </p:tav>
                                        <p:tav tm="100000">
                                          <p:val>
                                            <p:strVal val="#ppt_h"/>
                                          </p:val>
                                        </p:tav>
                                      </p:tavLst>
                                    </p:anim>
                                  </p:childTnLst>
                                </p:cTn>
                              </p:par>
                            </p:childTnLst>
                          </p:cTn>
                        </p:par>
                        <p:par>
                          <p:cTn id="39" fill="hold">
                            <p:stCondLst>
                              <p:cond delay="5465"/>
                            </p:stCondLst>
                            <p:childTnLst>
                              <p:par>
                                <p:cTn id="40" presetID="22" presetClass="entr" presetSubtype="8" fill="hold" grpId="0" nodeType="after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9" grpId="0" animBg="1"/>
      <p:bldP spid="19" grpId="1" animBg="1"/>
      <p:bldP spid="19" grpId="2" animBg="1"/>
      <p:bldP spid="20" grpId="0"/>
      <p:bldP spid="21" grpId="0"/>
      <p:bldP spid="22"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AutoShape 291"/>
          <p:cNvSpPr>
            <a:spLocks noChangeArrowheads="1"/>
          </p:cNvSpPr>
          <p:nvPr/>
        </p:nvSpPr>
        <p:spPr bwMode="auto">
          <a:xfrm flipV="1">
            <a:off x="7391400" y="1886956"/>
            <a:ext cx="5181600" cy="1295000"/>
          </a:xfrm>
          <a:prstGeom prst="parallelogram">
            <a:avLst>
              <a:gd name="adj" fmla="val 55130"/>
            </a:avLst>
          </a:prstGeom>
          <a:solidFill>
            <a:srgbClr val="414455"/>
          </a:solidFill>
          <a:ln>
            <a:noFill/>
          </a:ln>
          <a:effectLst/>
        </p:spPr>
        <p:txBody>
          <a:bodyPr wrap="none" anchor="ctr"/>
          <a:lstStyle/>
          <a:p>
            <a:endParaRPr lang="zh-CN" altLang="en-US">
              <a:latin typeface="微软雅黑" pitchFamily="34" charset="-122"/>
              <a:ea typeface="微软雅黑" pitchFamily="34" charset="-122"/>
            </a:endParaRPr>
          </a:p>
        </p:txBody>
      </p:sp>
      <p:sp>
        <p:nvSpPr>
          <p:cNvPr id="42" name="AutoShape 292"/>
          <p:cNvSpPr>
            <a:spLocks noChangeArrowheads="1"/>
          </p:cNvSpPr>
          <p:nvPr/>
        </p:nvSpPr>
        <p:spPr bwMode="auto">
          <a:xfrm flipV="1">
            <a:off x="-990600" y="1886956"/>
            <a:ext cx="5181600" cy="1295000"/>
          </a:xfrm>
          <a:prstGeom prst="parallelogram">
            <a:avLst>
              <a:gd name="adj" fmla="val 55130"/>
            </a:avLst>
          </a:prstGeom>
          <a:solidFill>
            <a:srgbClr val="414455"/>
          </a:solidFill>
          <a:ln>
            <a:noFill/>
          </a:ln>
          <a:effectLst/>
        </p:spPr>
        <p:txBody>
          <a:bodyPr wrap="none" anchor="ctr"/>
          <a:lstStyle/>
          <a:p>
            <a:endParaRPr lang="zh-CN" altLang="en-US">
              <a:latin typeface="微软雅黑" pitchFamily="34" charset="-122"/>
              <a:ea typeface="微软雅黑" pitchFamily="34" charset="-122"/>
            </a:endParaRPr>
          </a:p>
        </p:txBody>
      </p:sp>
      <p:sp>
        <p:nvSpPr>
          <p:cNvPr id="43" name="WordArt 293"/>
          <p:cNvSpPr>
            <a:spLocks noChangeArrowheads="1" noChangeShapeType="1" noTextEdit="1"/>
          </p:cNvSpPr>
          <p:nvPr/>
        </p:nvSpPr>
        <p:spPr bwMode="auto">
          <a:xfrm>
            <a:off x="1752600" y="2110724"/>
            <a:ext cx="1143000" cy="533235"/>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r>
              <a:rPr lang="zh-CN" altLang="en-US" sz="3600" kern="10">
                <a:blipFill dpi="0" rotWithShape="1">
                  <a:blip r:embed="rId3"/>
                  <a:srcRect/>
                  <a:tile tx="0" ty="0" sx="100000" sy="100000" flip="none" algn="tl"/>
                </a:blipFill>
                <a:effectLst>
                  <a:outerShdw dist="35921" dir="2700000" algn="ctr" rotWithShape="0">
                    <a:srgbClr val="000000">
                      <a:alpha val="80000"/>
                    </a:srgbClr>
                  </a:outerShdw>
                </a:effectLst>
                <a:latin typeface="微软雅黑" pitchFamily="34" charset="-122"/>
                <a:ea typeface="微软雅黑" pitchFamily="34" charset="-122"/>
              </a:rPr>
              <a:t>目录</a:t>
            </a:r>
          </a:p>
        </p:txBody>
      </p:sp>
      <p:sp>
        <p:nvSpPr>
          <p:cNvPr id="44" name="WordArt 294"/>
          <p:cNvSpPr>
            <a:spLocks noChangeArrowheads="1" noChangeShapeType="1" noTextEdit="1"/>
          </p:cNvSpPr>
          <p:nvPr/>
        </p:nvSpPr>
        <p:spPr bwMode="auto">
          <a:xfrm>
            <a:off x="1763688" y="2779437"/>
            <a:ext cx="1143000" cy="152353"/>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r>
              <a:rPr lang="en-US" altLang="zh-CN" sz="3600" dirty="0">
                <a:solidFill>
                  <a:schemeClr val="bg1"/>
                </a:solidFill>
                <a:latin typeface="微软雅黑" pitchFamily="34" charset="-122"/>
                <a:ea typeface="微软雅黑" pitchFamily="34" charset="-122"/>
              </a:rPr>
              <a:t>CONTENTS</a:t>
            </a:r>
            <a:endParaRPr lang="zh-CN" altLang="en-US" sz="3600" dirty="0">
              <a:solidFill>
                <a:schemeClr val="bg1"/>
              </a:solidFill>
              <a:latin typeface="微软雅黑" pitchFamily="34" charset="-122"/>
              <a:ea typeface="微软雅黑" pitchFamily="34" charset="-122"/>
            </a:endParaRPr>
          </a:p>
        </p:txBody>
      </p:sp>
      <p:sp>
        <p:nvSpPr>
          <p:cNvPr id="45" name="WordArt 20"/>
          <p:cNvSpPr>
            <a:spLocks noChangeArrowheads="1" noChangeShapeType="1" noTextEdit="1"/>
          </p:cNvSpPr>
          <p:nvPr/>
        </p:nvSpPr>
        <p:spPr bwMode="auto">
          <a:xfrm>
            <a:off x="4114800" y="1616534"/>
            <a:ext cx="228600" cy="457059"/>
          </a:xfrm>
          <a:prstGeom prst="rect">
            <a:avLst/>
          </a:prstGeom>
          <a:extLst>
            <a:ext uri="{91240B29-F687-4F45-9708-019B960494DF}">
              <a14:hiddenLine xmlns:a14="http://schemas.microsoft.com/office/drawing/2010/main" w="3175">
                <a:solidFill>
                  <a:srgbClr val="0875F8"/>
                </a:solidFill>
                <a:round/>
                <a:headEnd/>
                <a:tailEnd/>
              </a14:hiddenLine>
            </a:ext>
          </a:extLst>
        </p:spPr>
        <p:txBody>
          <a:bodyPr wrap="none" fromWordArt="1">
            <a:prstTxWarp prst="textPlain">
              <a:avLst>
                <a:gd name="adj" fmla="val 50000"/>
              </a:avLst>
            </a:prstTxWarp>
          </a:bodyPr>
          <a:lstStyle/>
          <a:p>
            <a:r>
              <a:rPr lang="en-US" altLang="zh-CN" sz="3600" b="1" kern="10" dirty="0">
                <a:solidFill>
                  <a:srgbClr val="414455"/>
                </a:solidFill>
                <a:latin typeface="微软雅黑" pitchFamily="34" charset="-122"/>
                <a:ea typeface="微软雅黑" pitchFamily="34" charset="-122"/>
                <a:cs typeface="Arial"/>
              </a:rPr>
              <a:t>1</a:t>
            </a:r>
            <a:endParaRPr lang="zh-CN" altLang="en-US" sz="3600" b="1" kern="10" dirty="0">
              <a:solidFill>
                <a:srgbClr val="414455"/>
              </a:solidFill>
              <a:latin typeface="微软雅黑" pitchFamily="34" charset="-122"/>
              <a:ea typeface="微软雅黑" pitchFamily="34" charset="-122"/>
              <a:cs typeface="Arial"/>
            </a:endParaRPr>
          </a:p>
        </p:txBody>
      </p:sp>
      <p:sp>
        <p:nvSpPr>
          <p:cNvPr id="46" name="Rectangle 22"/>
          <p:cNvSpPr>
            <a:spLocks noChangeArrowheads="1"/>
          </p:cNvSpPr>
          <p:nvPr/>
        </p:nvSpPr>
        <p:spPr bwMode="auto">
          <a:xfrm>
            <a:off x="4572000" y="1545120"/>
            <a:ext cx="2971800"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eaLnBrk="1" fontAlgn="base" hangingPunct="1">
              <a:lnSpc>
                <a:spcPct val="120000"/>
              </a:lnSpc>
              <a:buClrTx/>
              <a:buSzTx/>
            </a:pPr>
            <a:r>
              <a:rPr lang="zh-CN" altLang="en-US" sz="2800" b="1" dirty="0">
                <a:solidFill>
                  <a:schemeClr val="tx1">
                    <a:lumMod val="75000"/>
                    <a:lumOff val="25000"/>
                  </a:schemeClr>
                </a:solidFill>
                <a:latin typeface="微软雅黑" pitchFamily="34" charset="-122"/>
                <a:ea typeface="微软雅黑" pitchFamily="34" charset="-122"/>
              </a:rPr>
              <a:t>项目整体概述</a:t>
            </a:r>
            <a:endParaRPr lang="en-US" altLang="zh-CN" sz="2800" b="1" dirty="0">
              <a:solidFill>
                <a:schemeClr val="tx1">
                  <a:lumMod val="75000"/>
                  <a:lumOff val="25000"/>
                </a:schemeClr>
              </a:solidFill>
              <a:latin typeface="微软雅黑" pitchFamily="34" charset="-122"/>
              <a:ea typeface="微软雅黑" pitchFamily="34" charset="-122"/>
            </a:endParaRPr>
          </a:p>
        </p:txBody>
      </p:sp>
      <p:sp>
        <p:nvSpPr>
          <p:cNvPr id="47" name="WordArt 20"/>
          <p:cNvSpPr>
            <a:spLocks noChangeArrowheads="1" noChangeShapeType="1" noTextEdit="1"/>
          </p:cNvSpPr>
          <p:nvPr/>
        </p:nvSpPr>
        <p:spPr bwMode="auto">
          <a:xfrm>
            <a:off x="4419600" y="2302123"/>
            <a:ext cx="304800" cy="457059"/>
          </a:xfrm>
          <a:prstGeom prst="rect">
            <a:avLst/>
          </a:prstGeom>
          <a:extLst>
            <a:ext uri="{91240B29-F687-4F45-9708-019B960494DF}">
              <a14:hiddenLine xmlns:a14="http://schemas.microsoft.com/office/drawing/2010/main" w="3175">
                <a:solidFill>
                  <a:srgbClr val="0875F8"/>
                </a:solidFill>
                <a:round/>
                <a:headEnd/>
                <a:tailEnd/>
              </a14:hiddenLine>
            </a:ext>
          </a:extLst>
        </p:spPr>
        <p:txBody>
          <a:bodyPr wrap="none" fromWordArt="1">
            <a:prstTxWarp prst="textPlain">
              <a:avLst>
                <a:gd name="adj" fmla="val 50000"/>
              </a:avLst>
            </a:prstTxWarp>
          </a:bodyPr>
          <a:lstStyle/>
          <a:p>
            <a:r>
              <a:rPr lang="en-US" altLang="zh-CN" sz="3600" b="1" kern="10">
                <a:solidFill>
                  <a:srgbClr val="414455"/>
                </a:solidFill>
                <a:latin typeface="微软雅黑" pitchFamily="34" charset="-122"/>
                <a:ea typeface="微软雅黑" pitchFamily="34" charset="-122"/>
                <a:cs typeface="Arial"/>
              </a:rPr>
              <a:t>2</a:t>
            </a:r>
            <a:endParaRPr lang="zh-CN" altLang="en-US" sz="3600" b="1" kern="10">
              <a:solidFill>
                <a:srgbClr val="414455"/>
              </a:solidFill>
              <a:latin typeface="微软雅黑" pitchFamily="34" charset="-122"/>
              <a:ea typeface="微软雅黑" pitchFamily="34" charset="-122"/>
              <a:cs typeface="Arial"/>
            </a:endParaRPr>
          </a:p>
        </p:txBody>
      </p:sp>
      <p:sp>
        <p:nvSpPr>
          <p:cNvPr id="48" name="Rectangle 22"/>
          <p:cNvSpPr>
            <a:spLocks noChangeArrowheads="1"/>
          </p:cNvSpPr>
          <p:nvPr/>
        </p:nvSpPr>
        <p:spPr bwMode="auto">
          <a:xfrm>
            <a:off x="4876800" y="2230709"/>
            <a:ext cx="2971800"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lnSpc>
                <a:spcPct val="120000"/>
              </a:lnSpc>
            </a:pPr>
            <a:r>
              <a:rPr lang="zh-CN" altLang="en-US" sz="2800" b="1" dirty="0">
                <a:solidFill>
                  <a:schemeClr val="tx1">
                    <a:lumMod val="75000"/>
                    <a:lumOff val="25000"/>
                  </a:schemeClr>
                </a:solidFill>
                <a:latin typeface="微软雅黑" pitchFamily="34" charset="-122"/>
                <a:ea typeface="微软雅黑" pitchFamily="34" charset="-122"/>
              </a:rPr>
              <a:t>项目业务分析</a:t>
            </a:r>
          </a:p>
        </p:txBody>
      </p:sp>
      <p:sp>
        <p:nvSpPr>
          <p:cNvPr id="49" name="WordArt 20"/>
          <p:cNvSpPr>
            <a:spLocks noChangeArrowheads="1" noChangeShapeType="1" noTextEdit="1"/>
          </p:cNvSpPr>
          <p:nvPr/>
        </p:nvSpPr>
        <p:spPr bwMode="auto">
          <a:xfrm>
            <a:off x="4800600" y="2982951"/>
            <a:ext cx="304800" cy="457059"/>
          </a:xfrm>
          <a:prstGeom prst="rect">
            <a:avLst/>
          </a:prstGeom>
          <a:extLst>
            <a:ext uri="{91240B29-F687-4F45-9708-019B960494DF}">
              <a14:hiddenLine xmlns:a14="http://schemas.microsoft.com/office/drawing/2010/main" w="3175">
                <a:solidFill>
                  <a:srgbClr val="0875F8"/>
                </a:solidFill>
                <a:round/>
                <a:headEnd/>
                <a:tailEnd/>
              </a14:hiddenLine>
            </a:ext>
          </a:extLst>
        </p:spPr>
        <p:txBody>
          <a:bodyPr wrap="none" fromWordArt="1">
            <a:prstTxWarp prst="textPlain">
              <a:avLst>
                <a:gd name="adj" fmla="val 50000"/>
              </a:avLst>
            </a:prstTxWarp>
          </a:bodyPr>
          <a:lstStyle/>
          <a:p>
            <a:r>
              <a:rPr lang="en-US" altLang="zh-CN" sz="3600" b="1" kern="10">
                <a:solidFill>
                  <a:srgbClr val="414455"/>
                </a:solidFill>
                <a:latin typeface="微软雅黑" pitchFamily="34" charset="-122"/>
                <a:ea typeface="微软雅黑" pitchFamily="34" charset="-122"/>
                <a:cs typeface="Arial"/>
              </a:rPr>
              <a:t>3</a:t>
            </a:r>
            <a:endParaRPr lang="zh-CN" altLang="en-US" sz="3600" b="1" kern="10">
              <a:solidFill>
                <a:srgbClr val="414455"/>
              </a:solidFill>
              <a:latin typeface="微软雅黑" pitchFamily="34" charset="-122"/>
              <a:ea typeface="微软雅黑" pitchFamily="34" charset="-122"/>
              <a:cs typeface="Arial"/>
            </a:endParaRPr>
          </a:p>
        </p:txBody>
      </p:sp>
      <p:sp>
        <p:nvSpPr>
          <p:cNvPr id="50" name="Rectangle 22"/>
          <p:cNvSpPr>
            <a:spLocks noChangeArrowheads="1"/>
          </p:cNvSpPr>
          <p:nvPr/>
        </p:nvSpPr>
        <p:spPr bwMode="auto">
          <a:xfrm>
            <a:off x="5257800" y="2911535"/>
            <a:ext cx="2971800"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fontAlgn="base">
              <a:lnSpc>
                <a:spcPct val="120000"/>
              </a:lnSpc>
            </a:pPr>
            <a:r>
              <a:rPr lang="zh-CN" altLang="en-US" sz="2800" b="1" dirty="0">
                <a:solidFill>
                  <a:schemeClr val="tx1">
                    <a:lumMod val="75000"/>
                    <a:lumOff val="25000"/>
                  </a:schemeClr>
                </a:solidFill>
                <a:latin typeface="微软雅黑" pitchFamily="34" charset="-122"/>
                <a:ea typeface="微软雅黑" pitchFamily="34" charset="-122"/>
              </a:rPr>
              <a:t>系统使用方法</a:t>
            </a:r>
          </a:p>
        </p:txBody>
      </p:sp>
    </p:spTree>
    <p:extLst>
      <p:ext uri="{BB962C8B-B14F-4D97-AF65-F5344CB8AC3E}">
        <p14:creationId xmlns:p14="http://schemas.microsoft.com/office/powerpoint/2010/main" val="236894276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500" fill="hold"/>
                                        <p:tgtEl>
                                          <p:spTgt spid="42"/>
                                        </p:tgtEl>
                                        <p:attrNameLst>
                                          <p:attrName>ppt_x</p:attrName>
                                        </p:attrNameLst>
                                      </p:cBhvr>
                                      <p:tavLst>
                                        <p:tav tm="0">
                                          <p:val>
                                            <p:strVal val="0-#ppt_w/2"/>
                                          </p:val>
                                        </p:tav>
                                        <p:tav tm="100000">
                                          <p:val>
                                            <p:strVal val="#ppt_x"/>
                                          </p:val>
                                        </p:tav>
                                      </p:tavLst>
                                    </p:anim>
                                    <p:anim calcmode="lin" valueType="num">
                                      <p:cBhvr additive="base">
                                        <p:cTn id="8" dur="500" fill="hold"/>
                                        <p:tgtEl>
                                          <p:spTgt spid="42"/>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anim calcmode="lin" valueType="num">
                                      <p:cBhvr additive="base">
                                        <p:cTn id="11" dur="500" fill="hold"/>
                                        <p:tgtEl>
                                          <p:spTgt spid="41"/>
                                        </p:tgtEl>
                                        <p:attrNameLst>
                                          <p:attrName>ppt_x</p:attrName>
                                        </p:attrNameLst>
                                      </p:cBhvr>
                                      <p:tavLst>
                                        <p:tav tm="0">
                                          <p:val>
                                            <p:strVal val="1+#ppt_w/2"/>
                                          </p:val>
                                        </p:tav>
                                        <p:tav tm="100000">
                                          <p:val>
                                            <p:strVal val="#ppt_x"/>
                                          </p:val>
                                        </p:tav>
                                      </p:tavLst>
                                    </p:anim>
                                    <p:anim calcmode="lin" valueType="num">
                                      <p:cBhvr additive="base">
                                        <p:cTn id="12" dur="500" fill="hold"/>
                                        <p:tgtEl>
                                          <p:spTgt spid="41"/>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34" presetClass="entr" presetSubtype="0" fill="hold" grpId="0" nodeType="afterEffect">
                                  <p:stCondLst>
                                    <p:cond delay="0"/>
                                  </p:stCondLst>
                                  <p:childTnLst>
                                    <p:set>
                                      <p:cBhvr>
                                        <p:cTn id="15" dur="1" fill="hold">
                                          <p:stCondLst>
                                            <p:cond delay="0"/>
                                          </p:stCondLst>
                                        </p:cTn>
                                        <p:tgtEl>
                                          <p:spTgt spid="43"/>
                                        </p:tgtEl>
                                        <p:attrNameLst>
                                          <p:attrName>style.visibility</p:attrName>
                                        </p:attrNameLst>
                                      </p:cBhvr>
                                      <p:to>
                                        <p:strVal val="visible"/>
                                      </p:to>
                                    </p:set>
                                    <p:anim from="(-#ppt_w/2)" to="(#ppt_x)" calcmode="lin" valueType="num">
                                      <p:cBhvr>
                                        <p:cTn id="16" dur="600" fill="hold">
                                          <p:stCondLst>
                                            <p:cond delay="0"/>
                                          </p:stCondLst>
                                        </p:cTn>
                                        <p:tgtEl>
                                          <p:spTgt spid="43"/>
                                        </p:tgtEl>
                                        <p:attrNameLst>
                                          <p:attrName>ppt_x</p:attrName>
                                        </p:attrNameLst>
                                      </p:cBhvr>
                                    </p:anim>
                                    <p:anim from="0" to="-1.0" calcmode="lin" valueType="num">
                                      <p:cBhvr>
                                        <p:cTn id="17" dur="200" decel="50000" autoRev="1" fill="hold">
                                          <p:stCondLst>
                                            <p:cond delay="600"/>
                                          </p:stCondLst>
                                        </p:cTn>
                                        <p:tgtEl>
                                          <p:spTgt spid="43"/>
                                        </p:tgtEl>
                                        <p:attrNameLst>
                                          <p:attrName>xshear</p:attrName>
                                        </p:attrNameLst>
                                      </p:cBhvr>
                                    </p:anim>
                                    <p:animScale>
                                      <p:cBhvr>
                                        <p:cTn id="18" dur="200" decel="100000" autoRev="1" fill="hold">
                                          <p:stCondLst>
                                            <p:cond delay="600"/>
                                          </p:stCondLst>
                                        </p:cTn>
                                        <p:tgtEl>
                                          <p:spTgt spid="43"/>
                                        </p:tgtEl>
                                      </p:cBhvr>
                                      <p:from x="100000" y="100000"/>
                                      <p:to x="80000" y="100000"/>
                                    </p:animScale>
                                    <p:anim by="(#ppt_h/3+#ppt_w*0.1)" calcmode="lin" valueType="num">
                                      <p:cBhvr additive="sum">
                                        <p:cTn id="19" dur="200" decel="100000" autoRev="1" fill="hold">
                                          <p:stCondLst>
                                            <p:cond delay="600"/>
                                          </p:stCondLst>
                                        </p:cTn>
                                        <p:tgtEl>
                                          <p:spTgt spid="43"/>
                                        </p:tgtEl>
                                        <p:attrNameLst>
                                          <p:attrName>ppt_x</p:attrName>
                                        </p:attrNameLst>
                                      </p:cBhvr>
                                    </p:anim>
                                  </p:childTnLst>
                                </p:cTn>
                              </p:par>
                              <p:par>
                                <p:cTn id="20" presetID="34" presetClass="entr" presetSubtype="0" fill="hold" grpId="0" nodeType="withEffect">
                                  <p:stCondLst>
                                    <p:cond delay="0"/>
                                  </p:stCondLst>
                                  <p:childTnLst>
                                    <p:set>
                                      <p:cBhvr>
                                        <p:cTn id="21" dur="1" fill="hold">
                                          <p:stCondLst>
                                            <p:cond delay="0"/>
                                          </p:stCondLst>
                                        </p:cTn>
                                        <p:tgtEl>
                                          <p:spTgt spid="44"/>
                                        </p:tgtEl>
                                        <p:attrNameLst>
                                          <p:attrName>style.visibility</p:attrName>
                                        </p:attrNameLst>
                                      </p:cBhvr>
                                      <p:to>
                                        <p:strVal val="visible"/>
                                      </p:to>
                                    </p:set>
                                    <p:anim from="(-#ppt_w/2)" to="(#ppt_x)" calcmode="lin" valueType="num">
                                      <p:cBhvr>
                                        <p:cTn id="22" dur="600" fill="hold">
                                          <p:stCondLst>
                                            <p:cond delay="0"/>
                                          </p:stCondLst>
                                        </p:cTn>
                                        <p:tgtEl>
                                          <p:spTgt spid="44"/>
                                        </p:tgtEl>
                                        <p:attrNameLst>
                                          <p:attrName>ppt_x</p:attrName>
                                        </p:attrNameLst>
                                      </p:cBhvr>
                                    </p:anim>
                                    <p:anim from="0" to="-1.0" calcmode="lin" valueType="num">
                                      <p:cBhvr>
                                        <p:cTn id="23" dur="200" decel="50000" autoRev="1" fill="hold">
                                          <p:stCondLst>
                                            <p:cond delay="600"/>
                                          </p:stCondLst>
                                        </p:cTn>
                                        <p:tgtEl>
                                          <p:spTgt spid="44"/>
                                        </p:tgtEl>
                                        <p:attrNameLst>
                                          <p:attrName>xshear</p:attrName>
                                        </p:attrNameLst>
                                      </p:cBhvr>
                                    </p:anim>
                                    <p:animScale>
                                      <p:cBhvr>
                                        <p:cTn id="24" dur="200" decel="100000" autoRev="1" fill="hold">
                                          <p:stCondLst>
                                            <p:cond delay="600"/>
                                          </p:stCondLst>
                                        </p:cTn>
                                        <p:tgtEl>
                                          <p:spTgt spid="44"/>
                                        </p:tgtEl>
                                      </p:cBhvr>
                                      <p:from x="100000" y="100000"/>
                                      <p:to x="80000" y="100000"/>
                                    </p:animScale>
                                    <p:anim by="(#ppt_h/3+#ppt_w*0.1)" calcmode="lin" valueType="num">
                                      <p:cBhvr additive="sum">
                                        <p:cTn id="25" dur="200" decel="100000" autoRev="1" fill="hold">
                                          <p:stCondLst>
                                            <p:cond delay="600"/>
                                          </p:stCondLst>
                                        </p:cTn>
                                        <p:tgtEl>
                                          <p:spTgt spid="44"/>
                                        </p:tgtEl>
                                        <p:attrNameLst>
                                          <p:attrName>ppt_x</p:attrName>
                                        </p:attrNameLst>
                                      </p:cBhvr>
                                    </p:anim>
                                  </p:childTnLst>
                                </p:cTn>
                              </p:par>
                            </p:childTnLst>
                          </p:cTn>
                        </p:par>
                        <p:par>
                          <p:cTn id="26" fill="hold">
                            <p:stCondLst>
                              <p:cond delay="1500"/>
                            </p:stCondLst>
                            <p:childTnLst>
                              <p:par>
                                <p:cTn id="27" presetID="49" presetClass="entr" presetSubtype="0" decel="100000" fill="hold" grpId="0" nodeType="afterEffect">
                                  <p:stCondLst>
                                    <p:cond delay="0"/>
                                  </p:stCondLst>
                                  <p:childTnLst>
                                    <p:set>
                                      <p:cBhvr>
                                        <p:cTn id="28" dur="1" fill="hold">
                                          <p:stCondLst>
                                            <p:cond delay="0"/>
                                          </p:stCondLst>
                                        </p:cTn>
                                        <p:tgtEl>
                                          <p:spTgt spid="45"/>
                                        </p:tgtEl>
                                        <p:attrNameLst>
                                          <p:attrName>style.visibility</p:attrName>
                                        </p:attrNameLst>
                                      </p:cBhvr>
                                      <p:to>
                                        <p:strVal val="visible"/>
                                      </p:to>
                                    </p:set>
                                    <p:anim calcmode="lin" valueType="num">
                                      <p:cBhvr>
                                        <p:cTn id="29" dur="500" fill="hold"/>
                                        <p:tgtEl>
                                          <p:spTgt spid="45"/>
                                        </p:tgtEl>
                                        <p:attrNameLst>
                                          <p:attrName>ppt_w</p:attrName>
                                        </p:attrNameLst>
                                      </p:cBhvr>
                                      <p:tavLst>
                                        <p:tav tm="0">
                                          <p:val>
                                            <p:fltVal val="0"/>
                                          </p:val>
                                        </p:tav>
                                        <p:tav tm="100000">
                                          <p:val>
                                            <p:strVal val="#ppt_w"/>
                                          </p:val>
                                        </p:tav>
                                      </p:tavLst>
                                    </p:anim>
                                    <p:anim calcmode="lin" valueType="num">
                                      <p:cBhvr>
                                        <p:cTn id="30" dur="500" fill="hold"/>
                                        <p:tgtEl>
                                          <p:spTgt spid="45"/>
                                        </p:tgtEl>
                                        <p:attrNameLst>
                                          <p:attrName>ppt_h</p:attrName>
                                        </p:attrNameLst>
                                      </p:cBhvr>
                                      <p:tavLst>
                                        <p:tav tm="0">
                                          <p:val>
                                            <p:fltVal val="0"/>
                                          </p:val>
                                        </p:tav>
                                        <p:tav tm="100000">
                                          <p:val>
                                            <p:strVal val="#ppt_h"/>
                                          </p:val>
                                        </p:tav>
                                      </p:tavLst>
                                    </p:anim>
                                    <p:anim calcmode="lin" valueType="num">
                                      <p:cBhvr>
                                        <p:cTn id="31" dur="500" fill="hold"/>
                                        <p:tgtEl>
                                          <p:spTgt spid="45"/>
                                        </p:tgtEl>
                                        <p:attrNameLst>
                                          <p:attrName>style.rotation</p:attrName>
                                        </p:attrNameLst>
                                      </p:cBhvr>
                                      <p:tavLst>
                                        <p:tav tm="0">
                                          <p:val>
                                            <p:fltVal val="360"/>
                                          </p:val>
                                        </p:tav>
                                        <p:tav tm="100000">
                                          <p:val>
                                            <p:fltVal val="0"/>
                                          </p:val>
                                        </p:tav>
                                      </p:tavLst>
                                    </p:anim>
                                    <p:animEffect transition="in" filter="fade">
                                      <p:cBhvr>
                                        <p:cTn id="32" dur="500"/>
                                        <p:tgtEl>
                                          <p:spTgt spid="45"/>
                                        </p:tgtEl>
                                      </p:cBhvr>
                                    </p:animEffect>
                                  </p:childTnLst>
                                </p:cTn>
                              </p:par>
                              <p:par>
                                <p:cTn id="33" presetID="42" presetClass="entr" presetSubtype="0" fill="hold" grpId="0" nodeType="with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fade">
                                      <p:cBhvr>
                                        <p:cTn id="35" dur="1000"/>
                                        <p:tgtEl>
                                          <p:spTgt spid="46"/>
                                        </p:tgtEl>
                                      </p:cBhvr>
                                    </p:animEffect>
                                    <p:anim calcmode="lin" valueType="num">
                                      <p:cBhvr>
                                        <p:cTn id="36" dur="1000" fill="hold"/>
                                        <p:tgtEl>
                                          <p:spTgt spid="46"/>
                                        </p:tgtEl>
                                        <p:attrNameLst>
                                          <p:attrName>ppt_x</p:attrName>
                                        </p:attrNameLst>
                                      </p:cBhvr>
                                      <p:tavLst>
                                        <p:tav tm="0">
                                          <p:val>
                                            <p:strVal val="#ppt_x"/>
                                          </p:val>
                                        </p:tav>
                                        <p:tav tm="100000">
                                          <p:val>
                                            <p:strVal val="#ppt_x"/>
                                          </p:val>
                                        </p:tav>
                                      </p:tavLst>
                                    </p:anim>
                                    <p:anim calcmode="lin" valueType="num">
                                      <p:cBhvr>
                                        <p:cTn id="37" dur="1000" fill="hold"/>
                                        <p:tgtEl>
                                          <p:spTgt spid="46"/>
                                        </p:tgtEl>
                                        <p:attrNameLst>
                                          <p:attrName>ppt_y</p:attrName>
                                        </p:attrNameLst>
                                      </p:cBhvr>
                                      <p:tavLst>
                                        <p:tav tm="0">
                                          <p:val>
                                            <p:strVal val="#ppt_y+.1"/>
                                          </p:val>
                                        </p:tav>
                                        <p:tav tm="100000">
                                          <p:val>
                                            <p:strVal val="#ppt_y"/>
                                          </p:val>
                                        </p:tav>
                                      </p:tavLst>
                                    </p:anim>
                                  </p:childTnLst>
                                </p:cTn>
                              </p:par>
                            </p:childTnLst>
                          </p:cTn>
                        </p:par>
                        <p:par>
                          <p:cTn id="38" fill="hold">
                            <p:stCondLst>
                              <p:cond delay="2500"/>
                            </p:stCondLst>
                            <p:childTnLst>
                              <p:par>
                                <p:cTn id="39" presetID="49" presetClass="entr" presetSubtype="0" decel="100000" fill="hold" grpId="0" nodeType="afterEffect">
                                  <p:stCondLst>
                                    <p:cond delay="0"/>
                                  </p:stCondLst>
                                  <p:childTnLst>
                                    <p:set>
                                      <p:cBhvr>
                                        <p:cTn id="40" dur="1" fill="hold">
                                          <p:stCondLst>
                                            <p:cond delay="0"/>
                                          </p:stCondLst>
                                        </p:cTn>
                                        <p:tgtEl>
                                          <p:spTgt spid="47"/>
                                        </p:tgtEl>
                                        <p:attrNameLst>
                                          <p:attrName>style.visibility</p:attrName>
                                        </p:attrNameLst>
                                      </p:cBhvr>
                                      <p:to>
                                        <p:strVal val="visible"/>
                                      </p:to>
                                    </p:set>
                                    <p:anim calcmode="lin" valueType="num">
                                      <p:cBhvr>
                                        <p:cTn id="41" dur="500" fill="hold"/>
                                        <p:tgtEl>
                                          <p:spTgt spid="47"/>
                                        </p:tgtEl>
                                        <p:attrNameLst>
                                          <p:attrName>ppt_w</p:attrName>
                                        </p:attrNameLst>
                                      </p:cBhvr>
                                      <p:tavLst>
                                        <p:tav tm="0">
                                          <p:val>
                                            <p:fltVal val="0"/>
                                          </p:val>
                                        </p:tav>
                                        <p:tav tm="100000">
                                          <p:val>
                                            <p:strVal val="#ppt_w"/>
                                          </p:val>
                                        </p:tav>
                                      </p:tavLst>
                                    </p:anim>
                                    <p:anim calcmode="lin" valueType="num">
                                      <p:cBhvr>
                                        <p:cTn id="42" dur="500" fill="hold"/>
                                        <p:tgtEl>
                                          <p:spTgt spid="47"/>
                                        </p:tgtEl>
                                        <p:attrNameLst>
                                          <p:attrName>ppt_h</p:attrName>
                                        </p:attrNameLst>
                                      </p:cBhvr>
                                      <p:tavLst>
                                        <p:tav tm="0">
                                          <p:val>
                                            <p:fltVal val="0"/>
                                          </p:val>
                                        </p:tav>
                                        <p:tav tm="100000">
                                          <p:val>
                                            <p:strVal val="#ppt_h"/>
                                          </p:val>
                                        </p:tav>
                                      </p:tavLst>
                                    </p:anim>
                                    <p:anim calcmode="lin" valueType="num">
                                      <p:cBhvr>
                                        <p:cTn id="43" dur="500" fill="hold"/>
                                        <p:tgtEl>
                                          <p:spTgt spid="47"/>
                                        </p:tgtEl>
                                        <p:attrNameLst>
                                          <p:attrName>style.rotation</p:attrName>
                                        </p:attrNameLst>
                                      </p:cBhvr>
                                      <p:tavLst>
                                        <p:tav tm="0">
                                          <p:val>
                                            <p:fltVal val="360"/>
                                          </p:val>
                                        </p:tav>
                                        <p:tav tm="100000">
                                          <p:val>
                                            <p:fltVal val="0"/>
                                          </p:val>
                                        </p:tav>
                                      </p:tavLst>
                                    </p:anim>
                                    <p:animEffect transition="in" filter="fade">
                                      <p:cBhvr>
                                        <p:cTn id="44" dur="500"/>
                                        <p:tgtEl>
                                          <p:spTgt spid="47"/>
                                        </p:tgtEl>
                                      </p:cBhvr>
                                    </p:animEffect>
                                  </p:childTnLst>
                                </p:cTn>
                              </p:par>
                              <p:par>
                                <p:cTn id="45" presetID="42" presetClass="entr" presetSubtype="0" fill="hold" grpId="0" nodeType="with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fade">
                                      <p:cBhvr>
                                        <p:cTn id="47" dur="1000"/>
                                        <p:tgtEl>
                                          <p:spTgt spid="48"/>
                                        </p:tgtEl>
                                      </p:cBhvr>
                                    </p:animEffect>
                                    <p:anim calcmode="lin" valueType="num">
                                      <p:cBhvr>
                                        <p:cTn id="48" dur="1000" fill="hold"/>
                                        <p:tgtEl>
                                          <p:spTgt spid="48"/>
                                        </p:tgtEl>
                                        <p:attrNameLst>
                                          <p:attrName>ppt_x</p:attrName>
                                        </p:attrNameLst>
                                      </p:cBhvr>
                                      <p:tavLst>
                                        <p:tav tm="0">
                                          <p:val>
                                            <p:strVal val="#ppt_x"/>
                                          </p:val>
                                        </p:tav>
                                        <p:tav tm="100000">
                                          <p:val>
                                            <p:strVal val="#ppt_x"/>
                                          </p:val>
                                        </p:tav>
                                      </p:tavLst>
                                    </p:anim>
                                    <p:anim calcmode="lin" valueType="num">
                                      <p:cBhvr>
                                        <p:cTn id="49" dur="1000" fill="hold"/>
                                        <p:tgtEl>
                                          <p:spTgt spid="48"/>
                                        </p:tgtEl>
                                        <p:attrNameLst>
                                          <p:attrName>ppt_y</p:attrName>
                                        </p:attrNameLst>
                                      </p:cBhvr>
                                      <p:tavLst>
                                        <p:tav tm="0">
                                          <p:val>
                                            <p:strVal val="#ppt_y+.1"/>
                                          </p:val>
                                        </p:tav>
                                        <p:tav tm="100000">
                                          <p:val>
                                            <p:strVal val="#ppt_y"/>
                                          </p:val>
                                        </p:tav>
                                      </p:tavLst>
                                    </p:anim>
                                  </p:childTnLst>
                                </p:cTn>
                              </p:par>
                            </p:childTnLst>
                          </p:cTn>
                        </p:par>
                        <p:par>
                          <p:cTn id="50" fill="hold">
                            <p:stCondLst>
                              <p:cond delay="3500"/>
                            </p:stCondLst>
                            <p:childTnLst>
                              <p:par>
                                <p:cTn id="51" presetID="49" presetClass="entr" presetSubtype="0" decel="100000" fill="hold" grpId="0" nodeType="afterEffect">
                                  <p:stCondLst>
                                    <p:cond delay="0"/>
                                  </p:stCondLst>
                                  <p:childTnLst>
                                    <p:set>
                                      <p:cBhvr>
                                        <p:cTn id="52" dur="1" fill="hold">
                                          <p:stCondLst>
                                            <p:cond delay="0"/>
                                          </p:stCondLst>
                                        </p:cTn>
                                        <p:tgtEl>
                                          <p:spTgt spid="49"/>
                                        </p:tgtEl>
                                        <p:attrNameLst>
                                          <p:attrName>style.visibility</p:attrName>
                                        </p:attrNameLst>
                                      </p:cBhvr>
                                      <p:to>
                                        <p:strVal val="visible"/>
                                      </p:to>
                                    </p:set>
                                    <p:anim calcmode="lin" valueType="num">
                                      <p:cBhvr>
                                        <p:cTn id="53" dur="500" fill="hold"/>
                                        <p:tgtEl>
                                          <p:spTgt spid="49"/>
                                        </p:tgtEl>
                                        <p:attrNameLst>
                                          <p:attrName>ppt_w</p:attrName>
                                        </p:attrNameLst>
                                      </p:cBhvr>
                                      <p:tavLst>
                                        <p:tav tm="0">
                                          <p:val>
                                            <p:fltVal val="0"/>
                                          </p:val>
                                        </p:tav>
                                        <p:tav tm="100000">
                                          <p:val>
                                            <p:strVal val="#ppt_w"/>
                                          </p:val>
                                        </p:tav>
                                      </p:tavLst>
                                    </p:anim>
                                    <p:anim calcmode="lin" valueType="num">
                                      <p:cBhvr>
                                        <p:cTn id="54" dur="500" fill="hold"/>
                                        <p:tgtEl>
                                          <p:spTgt spid="49"/>
                                        </p:tgtEl>
                                        <p:attrNameLst>
                                          <p:attrName>ppt_h</p:attrName>
                                        </p:attrNameLst>
                                      </p:cBhvr>
                                      <p:tavLst>
                                        <p:tav tm="0">
                                          <p:val>
                                            <p:fltVal val="0"/>
                                          </p:val>
                                        </p:tav>
                                        <p:tav tm="100000">
                                          <p:val>
                                            <p:strVal val="#ppt_h"/>
                                          </p:val>
                                        </p:tav>
                                      </p:tavLst>
                                    </p:anim>
                                    <p:anim calcmode="lin" valueType="num">
                                      <p:cBhvr>
                                        <p:cTn id="55" dur="500" fill="hold"/>
                                        <p:tgtEl>
                                          <p:spTgt spid="49"/>
                                        </p:tgtEl>
                                        <p:attrNameLst>
                                          <p:attrName>style.rotation</p:attrName>
                                        </p:attrNameLst>
                                      </p:cBhvr>
                                      <p:tavLst>
                                        <p:tav tm="0">
                                          <p:val>
                                            <p:fltVal val="360"/>
                                          </p:val>
                                        </p:tav>
                                        <p:tav tm="100000">
                                          <p:val>
                                            <p:fltVal val="0"/>
                                          </p:val>
                                        </p:tav>
                                      </p:tavLst>
                                    </p:anim>
                                    <p:animEffect transition="in" filter="fade">
                                      <p:cBhvr>
                                        <p:cTn id="56" dur="500"/>
                                        <p:tgtEl>
                                          <p:spTgt spid="49"/>
                                        </p:tgtEl>
                                      </p:cBhvr>
                                    </p:animEffect>
                                  </p:childTnLst>
                                </p:cTn>
                              </p:par>
                              <p:par>
                                <p:cTn id="57" presetID="42" presetClass="entr" presetSubtype="0" fill="hold" grpId="0" nodeType="withEffect">
                                  <p:stCondLst>
                                    <p:cond delay="0"/>
                                  </p:stCondLst>
                                  <p:childTnLst>
                                    <p:set>
                                      <p:cBhvr>
                                        <p:cTn id="58" dur="1" fill="hold">
                                          <p:stCondLst>
                                            <p:cond delay="0"/>
                                          </p:stCondLst>
                                        </p:cTn>
                                        <p:tgtEl>
                                          <p:spTgt spid="50"/>
                                        </p:tgtEl>
                                        <p:attrNameLst>
                                          <p:attrName>style.visibility</p:attrName>
                                        </p:attrNameLst>
                                      </p:cBhvr>
                                      <p:to>
                                        <p:strVal val="visible"/>
                                      </p:to>
                                    </p:set>
                                    <p:animEffect transition="in" filter="fade">
                                      <p:cBhvr>
                                        <p:cTn id="59" dur="1000"/>
                                        <p:tgtEl>
                                          <p:spTgt spid="50"/>
                                        </p:tgtEl>
                                      </p:cBhvr>
                                    </p:animEffect>
                                    <p:anim calcmode="lin" valueType="num">
                                      <p:cBhvr>
                                        <p:cTn id="60" dur="1000" fill="hold"/>
                                        <p:tgtEl>
                                          <p:spTgt spid="50"/>
                                        </p:tgtEl>
                                        <p:attrNameLst>
                                          <p:attrName>ppt_x</p:attrName>
                                        </p:attrNameLst>
                                      </p:cBhvr>
                                      <p:tavLst>
                                        <p:tav tm="0">
                                          <p:val>
                                            <p:strVal val="#ppt_x"/>
                                          </p:val>
                                        </p:tav>
                                        <p:tav tm="100000">
                                          <p:val>
                                            <p:strVal val="#ppt_x"/>
                                          </p:val>
                                        </p:tav>
                                      </p:tavLst>
                                    </p:anim>
                                    <p:anim calcmode="lin" valueType="num">
                                      <p:cBhvr>
                                        <p:cTn id="61"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4" grpId="0"/>
      <p:bldP spid="45" grpId="0"/>
      <p:bldP spid="46" grpId="0"/>
      <p:bldP spid="47" grpId="0"/>
      <p:bldP spid="48" grpId="0"/>
      <p:bldP spid="49" grpId="0"/>
      <p:bldP spid="5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50498"/>
            <a:ext cx="3228536" cy="1188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p>
        </p:txBody>
      </p:sp>
      <p:sp>
        <p:nvSpPr>
          <p:cNvPr id="3" name="文本框 2"/>
          <p:cNvSpPr txBox="1"/>
          <p:nvPr/>
        </p:nvSpPr>
        <p:spPr>
          <a:xfrm>
            <a:off x="1352697" y="1663625"/>
            <a:ext cx="1677383" cy="530915"/>
          </a:xfrm>
          <a:prstGeom prst="rect">
            <a:avLst/>
          </a:prstGeom>
          <a:noFill/>
        </p:spPr>
        <p:txBody>
          <a:bodyPr wrap="none" lIns="68580" tIns="34290" rIns="68580" bIns="34290"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第一部分</a:t>
            </a:r>
          </a:p>
        </p:txBody>
      </p:sp>
      <p:sp>
        <p:nvSpPr>
          <p:cNvPr id="5" name="TextBox 23"/>
          <p:cNvSpPr txBox="1"/>
          <p:nvPr/>
        </p:nvSpPr>
        <p:spPr>
          <a:xfrm>
            <a:off x="4321761" y="2739199"/>
            <a:ext cx="1432443" cy="284693"/>
          </a:xfrm>
          <a:prstGeom prst="rect">
            <a:avLst/>
          </a:prstGeom>
          <a:noFill/>
        </p:spPr>
        <p:txBody>
          <a:bodyPr wrap="none" lIns="68580" tIns="34290" rIns="68580" bIns="34290" rtlCol="0">
            <a:spAutoFit/>
          </a:bodyPr>
          <a:lstStyle/>
          <a:p>
            <a:pPr marL="214313" indent="-214313">
              <a:buFont typeface="Wingdings" pitchFamily="2" charset="2"/>
              <a:buChar char="p"/>
            </a:pPr>
            <a:r>
              <a:rPr lang="zh-CN" altLang="en-US" sz="1400" dirty="0">
                <a:solidFill>
                  <a:schemeClr val="tx1">
                    <a:lumMod val="85000"/>
                    <a:lumOff val="15000"/>
                  </a:schemeClr>
                </a:solidFill>
                <a:latin typeface="微软雅黑" pitchFamily="34" charset="-122"/>
                <a:ea typeface="微软雅黑" pitchFamily="34" charset="-122"/>
              </a:rPr>
              <a:t>项目编写目的</a:t>
            </a:r>
          </a:p>
        </p:txBody>
      </p:sp>
      <p:sp>
        <p:nvSpPr>
          <p:cNvPr id="6" name="TextBox 24"/>
          <p:cNvSpPr txBox="1"/>
          <p:nvPr/>
        </p:nvSpPr>
        <p:spPr>
          <a:xfrm>
            <a:off x="4321761" y="3066615"/>
            <a:ext cx="1074974" cy="284693"/>
          </a:xfrm>
          <a:prstGeom prst="rect">
            <a:avLst/>
          </a:prstGeom>
          <a:noFill/>
        </p:spPr>
        <p:txBody>
          <a:bodyPr wrap="none" lIns="68580" tIns="34290" rIns="68580" bIns="34290" rtlCol="0">
            <a:spAutoFit/>
          </a:bodyPr>
          <a:lstStyle/>
          <a:p>
            <a:pPr marL="214313" indent="-214313">
              <a:buFont typeface="Wingdings" pitchFamily="2" charset="2"/>
              <a:buChar char="p"/>
            </a:pPr>
            <a:r>
              <a:rPr lang="zh-CN" altLang="en-US" sz="1400" dirty="0">
                <a:solidFill>
                  <a:schemeClr val="tx1">
                    <a:lumMod val="85000"/>
                    <a:lumOff val="15000"/>
                  </a:schemeClr>
                </a:solidFill>
                <a:latin typeface="微软雅黑" pitchFamily="34" charset="-122"/>
                <a:ea typeface="微软雅黑" pitchFamily="34" charset="-122"/>
              </a:rPr>
              <a:t>项目背景</a:t>
            </a:r>
          </a:p>
        </p:txBody>
      </p:sp>
      <p:grpSp>
        <p:nvGrpSpPr>
          <p:cNvPr id="12" name="组合 11"/>
          <p:cNvGrpSpPr/>
          <p:nvPr/>
        </p:nvGrpSpPr>
        <p:grpSpPr>
          <a:xfrm>
            <a:off x="4245895" y="1372305"/>
            <a:ext cx="4117666" cy="1151704"/>
            <a:chOff x="4068000" y="922819"/>
            <a:chExt cx="3276043" cy="1151704"/>
          </a:xfrm>
        </p:grpSpPr>
        <p:sp>
          <p:nvSpPr>
            <p:cNvPr id="4" name="TextBox 4"/>
            <p:cNvSpPr txBox="1"/>
            <p:nvPr/>
          </p:nvSpPr>
          <p:spPr>
            <a:xfrm>
              <a:off x="4068000" y="1543608"/>
              <a:ext cx="3276043" cy="530915"/>
            </a:xfrm>
            <a:prstGeom prst="rect">
              <a:avLst/>
            </a:prstGeom>
            <a:noFill/>
          </p:spPr>
          <p:txBody>
            <a:bodyPr wrap="none" lIns="68580" tIns="34290" rIns="68580" bIns="34290" rtlCol="0">
              <a:spAutoFit/>
            </a:bodyPr>
            <a:lstStyle/>
            <a:p>
              <a:pPr algn="ctr"/>
              <a:r>
                <a:rPr lang="en-US" altLang="zh-CN" sz="3000" b="1" dirty="0">
                  <a:solidFill>
                    <a:srgbClr val="0E90BE"/>
                  </a:solidFill>
                  <a:latin typeface="Impact" pitchFamily="34" charset="0"/>
                </a:rPr>
                <a:t>Overall  Project  Overview</a:t>
              </a:r>
              <a:endParaRPr lang="zh-CN" altLang="en-US" sz="3000" b="1" dirty="0">
                <a:solidFill>
                  <a:srgbClr val="0E90BE"/>
                </a:solidFill>
                <a:latin typeface="Impact" pitchFamily="34" charset="0"/>
              </a:endParaRPr>
            </a:p>
          </p:txBody>
        </p:sp>
        <p:sp>
          <p:nvSpPr>
            <p:cNvPr id="9" name="文本框 8"/>
            <p:cNvSpPr txBox="1"/>
            <p:nvPr/>
          </p:nvSpPr>
          <p:spPr>
            <a:xfrm>
              <a:off x="4671449" y="922819"/>
              <a:ext cx="2069144" cy="561692"/>
            </a:xfrm>
            <a:prstGeom prst="rect">
              <a:avLst/>
            </a:prstGeom>
            <a:noFill/>
          </p:spPr>
          <p:txBody>
            <a:bodyPr wrap="none" lIns="68580" tIns="34290" rIns="68580" bIns="34290" rtlCol="0">
              <a:spAutoFit/>
            </a:bodyPr>
            <a:lstStyle/>
            <a:p>
              <a:pPr algn="ct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项目整体概述</a:t>
              </a:r>
            </a:p>
          </p:txBody>
        </p:sp>
      </p:grpSp>
      <p:sp>
        <p:nvSpPr>
          <p:cNvPr id="10" name="矩形 9"/>
          <p:cNvSpPr/>
          <p:nvPr/>
        </p:nvSpPr>
        <p:spPr>
          <a:xfrm>
            <a:off x="3833309" y="3579862"/>
            <a:ext cx="5319000" cy="200465"/>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1" name="矩形 10"/>
          <p:cNvSpPr/>
          <p:nvPr/>
        </p:nvSpPr>
        <p:spPr>
          <a:xfrm>
            <a:off x="3302392" y="1350498"/>
            <a:ext cx="305972" cy="1188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dirty="0"/>
          </a:p>
        </p:txBody>
      </p:sp>
      <p:sp>
        <p:nvSpPr>
          <p:cNvPr id="13" name="TextBox 23"/>
          <p:cNvSpPr txBox="1"/>
          <p:nvPr/>
        </p:nvSpPr>
        <p:spPr>
          <a:xfrm>
            <a:off x="6444208" y="2734154"/>
            <a:ext cx="1432443" cy="284693"/>
          </a:xfrm>
          <a:prstGeom prst="rect">
            <a:avLst/>
          </a:prstGeom>
          <a:noFill/>
        </p:spPr>
        <p:txBody>
          <a:bodyPr wrap="none" lIns="68580" tIns="34290" rIns="68580" bIns="34290" rtlCol="0">
            <a:spAutoFit/>
          </a:bodyPr>
          <a:lstStyle/>
          <a:p>
            <a:pPr marL="214313" indent="-214313">
              <a:buFont typeface="Wingdings" pitchFamily="2" charset="2"/>
              <a:buChar char="p"/>
            </a:pPr>
            <a:r>
              <a:rPr lang="zh-CN" altLang="en-US" sz="1400" dirty="0">
                <a:solidFill>
                  <a:schemeClr val="tx1">
                    <a:lumMod val="85000"/>
                    <a:lumOff val="15000"/>
                  </a:schemeClr>
                </a:solidFill>
                <a:latin typeface="微软雅黑" pitchFamily="34" charset="-122"/>
                <a:ea typeface="微软雅黑" pitchFamily="34" charset="-122"/>
              </a:rPr>
              <a:t>项目使用技术</a:t>
            </a:r>
          </a:p>
        </p:txBody>
      </p:sp>
      <p:sp>
        <p:nvSpPr>
          <p:cNvPr id="14" name="TextBox 24"/>
          <p:cNvSpPr txBox="1"/>
          <p:nvPr/>
        </p:nvSpPr>
        <p:spPr>
          <a:xfrm>
            <a:off x="6444208" y="3061570"/>
            <a:ext cx="1073371" cy="284693"/>
          </a:xfrm>
          <a:prstGeom prst="rect">
            <a:avLst/>
          </a:prstGeom>
          <a:noFill/>
        </p:spPr>
        <p:txBody>
          <a:bodyPr wrap="none" lIns="68580" tIns="34290" rIns="68580" bIns="34290" rtlCol="0">
            <a:spAutoFit/>
          </a:bodyPr>
          <a:lstStyle/>
          <a:p>
            <a:pPr marL="214313" indent="-214313">
              <a:buFont typeface="Wingdings" pitchFamily="2" charset="2"/>
              <a:buChar char="p"/>
            </a:pPr>
            <a:r>
              <a:rPr lang="zh-CN" altLang="en-US" sz="1400" dirty="0">
                <a:solidFill>
                  <a:schemeClr val="tx1">
                    <a:lumMod val="85000"/>
                    <a:lumOff val="15000"/>
                  </a:schemeClr>
                </a:solidFill>
                <a:latin typeface="微软雅黑" pitchFamily="34" charset="-122"/>
                <a:ea typeface="微软雅黑" pitchFamily="34" charset="-122"/>
              </a:rPr>
              <a:t>任务分工</a:t>
            </a:r>
          </a:p>
        </p:txBody>
      </p:sp>
    </p:spTree>
    <p:extLst>
      <p:ext uri="{BB962C8B-B14F-4D97-AF65-F5344CB8AC3E}">
        <p14:creationId xmlns:p14="http://schemas.microsoft.com/office/powerpoint/2010/main" val="29120473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 presetClass="entr" presetSubtype="1" fill="hold" grpId="0" nodeType="withEffect">
                                  <p:stCondLst>
                                    <p:cond delay="30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400" fill="hold"/>
                                        <p:tgtEl>
                                          <p:spTgt spid="11"/>
                                        </p:tgtEl>
                                        <p:attrNameLst>
                                          <p:attrName>ppt_x</p:attrName>
                                        </p:attrNameLst>
                                      </p:cBhvr>
                                      <p:tavLst>
                                        <p:tav tm="0">
                                          <p:val>
                                            <p:strVal val="#ppt_x"/>
                                          </p:val>
                                        </p:tav>
                                        <p:tav tm="100000">
                                          <p:val>
                                            <p:strVal val="#ppt_x"/>
                                          </p:val>
                                        </p:tav>
                                      </p:tavLst>
                                    </p:anim>
                                    <p:anim calcmode="lin" valueType="num">
                                      <p:cBhvr additive="base">
                                        <p:cTn id="11" dur="400" fill="hold"/>
                                        <p:tgtEl>
                                          <p:spTgt spid="11"/>
                                        </p:tgtEl>
                                        <p:attrNameLst>
                                          <p:attrName>ppt_y</p:attrName>
                                        </p:attrNameLst>
                                      </p:cBhvr>
                                      <p:tavLst>
                                        <p:tav tm="0">
                                          <p:val>
                                            <p:strVal val="0-#ppt_h/2"/>
                                          </p:val>
                                        </p:tav>
                                        <p:tav tm="100000">
                                          <p:val>
                                            <p:strVal val="#ppt_y"/>
                                          </p:val>
                                        </p:tav>
                                      </p:tavLst>
                                    </p:anim>
                                  </p:childTnLst>
                                </p:cTn>
                              </p:par>
                            </p:childTnLst>
                          </p:cTn>
                        </p:par>
                        <p:par>
                          <p:cTn id="12" fill="hold">
                            <p:stCondLst>
                              <p:cond delay="700"/>
                            </p:stCondLst>
                            <p:childTnLst>
                              <p:par>
                                <p:cTn id="13" presetID="2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1200"/>
                            </p:stCondLst>
                            <p:childTnLst>
                              <p:par>
                                <p:cTn id="17" presetID="2" presetClass="entr" presetSubtype="12"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12" fill="hold" grpId="0" nodeType="withEffect">
                                  <p:stCondLst>
                                    <p:cond delay="10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0-#ppt_w/2"/>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par>
                                <p:cTn id="25" presetID="2" presetClass="entr" presetSubtype="12" fill="hold" grpId="0" nodeType="withEffect">
                                  <p:stCondLst>
                                    <p:cond delay="30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0-#ppt_w/2"/>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12" fill="hold" grpId="0" nodeType="withEffect">
                                  <p:stCondLst>
                                    <p:cond delay="40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0-#ppt_w/2"/>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par>
                          <p:cTn id="33" fill="hold">
                            <p:stCondLst>
                              <p:cond delay="2100"/>
                            </p:stCondLst>
                            <p:childTnLst>
                              <p:par>
                                <p:cTn id="34" presetID="22" presetClass="entr" presetSubtype="8" fill="hold" grpId="0"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6" grpId="0"/>
      <p:bldP spid="10" grpId="0" animBg="1"/>
      <p:bldP spid="11" grpId="0" animBg="1"/>
      <p:bldP spid="13"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29619" y="2817469"/>
            <a:ext cx="1959186" cy="1871476"/>
            <a:chOff x="3065829" y="2668267"/>
            <a:chExt cx="1872107" cy="1761728"/>
          </a:xfrm>
        </p:grpSpPr>
        <p:sp>
          <p:nvSpPr>
            <p:cNvPr id="3" name="椭圆 2"/>
            <p:cNvSpPr/>
            <p:nvPr/>
          </p:nvSpPr>
          <p:spPr>
            <a:xfrm>
              <a:off x="3115072" y="2668267"/>
              <a:ext cx="1761728" cy="1761728"/>
            </a:xfrm>
            <a:prstGeom prst="ellipse">
              <a:avLst/>
            </a:prstGeom>
            <a:noFill/>
            <a:ln>
              <a:solidFill>
                <a:srgbClr val="4144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p:nvSpPr>
          <p:spPr>
            <a:xfrm>
              <a:off x="4442509" y="2761135"/>
              <a:ext cx="119507" cy="119507"/>
            </a:xfrm>
            <a:prstGeom prst="ellipse">
              <a:avLst/>
            </a:prstGeom>
            <a:solidFill>
              <a:srgbClr val="414455"/>
            </a:solidFill>
            <a:ln>
              <a:solidFill>
                <a:srgbClr val="4144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sp>
          <p:nvSpPr>
            <p:cNvPr id="5" name="椭圆 4"/>
            <p:cNvSpPr/>
            <p:nvPr/>
          </p:nvSpPr>
          <p:spPr>
            <a:xfrm>
              <a:off x="3439209" y="2761135"/>
              <a:ext cx="119507" cy="119507"/>
            </a:xfrm>
            <a:prstGeom prst="ellipse">
              <a:avLst/>
            </a:prstGeom>
            <a:solidFill>
              <a:srgbClr val="414455"/>
            </a:solidFill>
            <a:ln>
              <a:solidFill>
                <a:srgbClr val="4144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sp>
          <p:nvSpPr>
            <p:cNvPr id="6" name="椭圆 5"/>
            <p:cNvSpPr/>
            <p:nvPr/>
          </p:nvSpPr>
          <p:spPr>
            <a:xfrm>
              <a:off x="3065829" y="3492655"/>
              <a:ext cx="119507" cy="119507"/>
            </a:xfrm>
            <a:prstGeom prst="ellipse">
              <a:avLst/>
            </a:prstGeom>
            <a:solidFill>
              <a:srgbClr val="414455"/>
            </a:solidFill>
            <a:ln>
              <a:solidFill>
                <a:srgbClr val="4144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sp>
          <p:nvSpPr>
            <p:cNvPr id="7" name="椭圆 6"/>
            <p:cNvSpPr/>
            <p:nvPr/>
          </p:nvSpPr>
          <p:spPr>
            <a:xfrm>
              <a:off x="4818429" y="3492655"/>
              <a:ext cx="119507" cy="119507"/>
            </a:xfrm>
            <a:prstGeom prst="ellipse">
              <a:avLst/>
            </a:prstGeom>
            <a:solidFill>
              <a:srgbClr val="414455"/>
            </a:solidFill>
            <a:ln>
              <a:solidFill>
                <a:srgbClr val="4144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sp>
          <p:nvSpPr>
            <p:cNvPr id="8" name="椭圆 7"/>
            <p:cNvSpPr/>
            <p:nvPr/>
          </p:nvSpPr>
          <p:spPr>
            <a:xfrm>
              <a:off x="4442509" y="4224175"/>
              <a:ext cx="119507" cy="119507"/>
            </a:xfrm>
            <a:prstGeom prst="ellipse">
              <a:avLst/>
            </a:prstGeom>
            <a:solidFill>
              <a:srgbClr val="414455"/>
            </a:solidFill>
            <a:ln>
              <a:solidFill>
                <a:srgbClr val="4144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sp>
          <p:nvSpPr>
            <p:cNvPr id="9" name="椭圆 8"/>
            <p:cNvSpPr/>
            <p:nvPr/>
          </p:nvSpPr>
          <p:spPr>
            <a:xfrm>
              <a:off x="3439209" y="4201315"/>
              <a:ext cx="119507" cy="119507"/>
            </a:xfrm>
            <a:prstGeom prst="ellipse">
              <a:avLst/>
            </a:prstGeom>
            <a:solidFill>
              <a:srgbClr val="414455"/>
            </a:solidFill>
            <a:ln>
              <a:solidFill>
                <a:srgbClr val="4144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grpSp>
          <p:nvGrpSpPr>
            <p:cNvPr id="10" name="组合 9"/>
            <p:cNvGrpSpPr/>
            <p:nvPr/>
          </p:nvGrpSpPr>
          <p:grpSpPr>
            <a:xfrm>
              <a:off x="3269293" y="2943616"/>
              <a:ext cx="1465545" cy="1202499"/>
              <a:chOff x="3269293" y="2943616"/>
              <a:chExt cx="1465545" cy="1202499"/>
            </a:xfrm>
          </p:grpSpPr>
          <p:sp>
            <p:nvSpPr>
              <p:cNvPr id="11" name="任意多边形 10"/>
              <p:cNvSpPr/>
              <p:nvPr/>
            </p:nvSpPr>
            <p:spPr>
              <a:xfrm>
                <a:off x="4008329" y="2956142"/>
                <a:ext cx="425885" cy="588724"/>
              </a:xfrm>
              <a:custGeom>
                <a:avLst/>
                <a:gdLst>
                  <a:gd name="connsiteX0" fmla="*/ 0 w 425885"/>
                  <a:gd name="connsiteY0" fmla="*/ 588724 h 588724"/>
                  <a:gd name="connsiteX1" fmla="*/ 425885 w 425885"/>
                  <a:gd name="connsiteY1" fmla="*/ 0 h 588724"/>
                </a:gdLst>
                <a:ahLst/>
                <a:cxnLst>
                  <a:cxn ang="0">
                    <a:pos x="connsiteX0" y="connsiteY0"/>
                  </a:cxn>
                  <a:cxn ang="0">
                    <a:pos x="connsiteX1" y="connsiteY1"/>
                  </a:cxn>
                </a:cxnLst>
                <a:rect l="l" t="t" r="r" b="b"/>
                <a:pathLst>
                  <a:path w="425885" h="588724">
                    <a:moveTo>
                      <a:pt x="0" y="588724"/>
                    </a:moveTo>
                    <a:lnTo>
                      <a:pt x="425885" y="0"/>
                    </a:lnTo>
                  </a:path>
                </a:pathLst>
              </a:custGeom>
              <a:noFill/>
              <a:ln w="38100">
                <a:solidFill>
                  <a:srgbClr val="414455"/>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11"/>
              <p:cNvSpPr/>
              <p:nvPr/>
            </p:nvSpPr>
            <p:spPr>
              <a:xfrm>
                <a:off x="3995803" y="3544866"/>
                <a:ext cx="739035" cy="0"/>
              </a:xfrm>
              <a:custGeom>
                <a:avLst/>
                <a:gdLst>
                  <a:gd name="connsiteX0" fmla="*/ 0 w 739035"/>
                  <a:gd name="connsiteY0" fmla="*/ 0 h 0"/>
                  <a:gd name="connsiteX1" fmla="*/ 739035 w 739035"/>
                  <a:gd name="connsiteY1" fmla="*/ 0 h 0"/>
                </a:gdLst>
                <a:ahLst/>
                <a:cxnLst>
                  <a:cxn ang="0">
                    <a:pos x="connsiteX0" y="connsiteY0"/>
                  </a:cxn>
                  <a:cxn ang="0">
                    <a:pos x="connsiteX1" y="connsiteY1"/>
                  </a:cxn>
                </a:cxnLst>
                <a:rect l="l" t="t" r="r" b="b"/>
                <a:pathLst>
                  <a:path w="739035">
                    <a:moveTo>
                      <a:pt x="0" y="0"/>
                    </a:moveTo>
                    <a:lnTo>
                      <a:pt x="739035" y="0"/>
                    </a:lnTo>
                  </a:path>
                </a:pathLst>
              </a:custGeom>
              <a:noFill/>
              <a:ln w="38100">
                <a:solidFill>
                  <a:srgbClr val="414455"/>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
              <p:cNvSpPr/>
              <p:nvPr/>
            </p:nvSpPr>
            <p:spPr>
              <a:xfrm>
                <a:off x="3594970" y="2943616"/>
                <a:ext cx="413359" cy="588724"/>
              </a:xfrm>
              <a:custGeom>
                <a:avLst/>
                <a:gdLst>
                  <a:gd name="connsiteX0" fmla="*/ 413359 w 413359"/>
                  <a:gd name="connsiteY0" fmla="*/ 588724 h 588724"/>
                  <a:gd name="connsiteX1" fmla="*/ 0 w 413359"/>
                  <a:gd name="connsiteY1" fmla="*/ 0 h 588724"/>
                </a:gdLst>
                <a:ahLst/>
                <a:cxnLst>
                  <a:cxn ang="0">
                    <a:pos x="connsiteX0" y="connsiteY0"/>
                  </a:cxn>
                  <a:cxn ang="0">
                    <a:pos x="connsiteX1" y="connsiteY1"/>
                  </a:cxn>
                </a:cxnLst>
                <a:rect l="l" t="t" r="r" b="b"/>
                <a:pathLst>
                  <a:path w="413359" h="588724">
                    <a:moveTo>
                      <a:pt x="413359" y="588724"/>
                    </a:moveTo>
                    <a:lnTo>
                      <a:pt x="0" y="0"/>
                    </a:lnTo>
                  </a:path>
                </a:pathLst>
              </a:custGeom>
              <a:noFill/>
              <a:ln w="38100">
                <a:solidFill>
                  <a:srgbClr val="414455"/>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3"/>
              <p:cNvSpPr/>
              <p:nvPr/>
            </p:nvSpPr>
            <p:spPr>
              <a:xfrm>
                <a:off x="3269293" y="3557392"/>
                <a:ext cx="726510" cy="0"/>
              </a:xfrm>
              <a:custGeom>
                <a:avLst/>
                <a:gdLst>
                  <a:gd name="connsiteX0" fmla="*/ 726510 w 726510"/>
                  <a:gd name="connsiteY0" fmla="*/ 0 h 0"/>
                  <a:gd name="connsiteX1" fmla="*/ 0 w 726510"/>
                  <a:gd name="connsiteY1" fmla="*/ 0 h 0"/>
                </a:gdLst>
                <a:ahLst/>
                <a:cxnLst>
                  <a:cxn ang="0">
                    <a:pos x="connsiteX0" y="connsiteY0"/>
                  </a:cxn>
                  <a:cxn ang="0">
                    <a:pos x="connsiteX1" y="connsiteY1"/>
                  </a:cxn>
                </a:cxnLst>
                <a:rect l="l" t="t" r="r" b="b"/>
                <a:pathLst>
                  <a:path w="726510">
                    <a:moveTo>
                      <a:pt x="726510" y="0"/>
                    </a:moveTo>
                    <a:lnTo>
                      <a:pt x="0" y="0"/>
                    </a:lnTo>
                  </a:path>
                </a:pathLst>
              </a:custGeom>
              <a:noFill/>
              <a:ln w="38100">
                <a:solidFill>
                  <a:srgbClr val="414455"/>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14"/>
              <p:cNvSpPr/>
              <p:nvPr/>
            </p:nvSpPr>
            <p:spPr>
              <a:xfrm>
                <a:off x="3582444" y="3569918"/>
                <a:ext cx="425885" cy="576197"/>
              </a:xfrm>
              <a:custGeom>
                <a:avLst/>
                <a:gdLst>
                  <a:gd name="connsiteX0" fmla="*/ 425885 w 425885"/>
                  <a:gd name="connsiteY0" fmla="*/ 0 h 576197"/>
                  <a:gd name="connsiteX1" fmla="*/ 0 w 425885"/>
                  <a:gd name="connsiteY1" fmla="*/ 576197 h 576197"/>
                </a:gdLst>
                <a:ahLst/>
                <a:cxnLst>
                  <a:cxn ang="0">
                    <a:pos x="connsiteX0" y="connsiteY0"/>
                  </a:cxn>
                  <a:cxn ang="0">
                    <a:pos x="connsiteX1" y="connsiteY1"/>
                  </a:cxn>
                </a:cxnLst>
                <a:rect l="l" t="t" r="r" b="b"/>
                <a:pathLst>
                  <a:path w="425885" h="576197">
                    <a:moveTo>
                      <a:pt x="425885" y="0"/>
                    </a:moveTo>
                    <a:lnTo>
                      <a:pt x="0" y="576197"/>
                    </a:lnTo>
                  </a:path>
                </a:pathLst>
              </a:custGeom>
              <a:noFill/>
              <a:ln w="38100">
                <a:solidFill>
                  <a:srgbClr val="414455"/>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15"/>
              <p:cNvSpPr/>
              <p:nvPr/>
            </p:nvSpPr>
            <p:spPr>
              <a:xfrm>
                <a:off x="4020855" y="3569918"/>
                <a:ext cx="388307" cy="576197"/>
              </a:xfrm>
              <a:custGeom>
                <a:avLst/>
                <a:gdLst>
                  <a:gd name="connsiteX0" fmla="*/ 0 w 388307"/>
                  <a:gd name="connsiteY0" fmla="*/ 0 h 576197"/>
                  <a:gd name="connsiteX1" fmla="*/ 388307 w 388307"/>
                  <a:gd name="connsiteY1" fmla="*/ 576197 h 576197"/>
                </a:gdLst>
                <a:ahLst/>
                <a:cxnLst>
                  <a:cxn ang="0">
                    <a:pos x="connsiteX0" y="connsiteY0"/>
                  </a:cxn>
                  <a:cxn ang="0">
                    <a:pos x="connsiteX1" y="connsiteY1"/>
                  </a:cxn>
                </a:cxnLst>
                <a:rect l="l" t="t" r="r" b="b"/>
                <a:pathLst>
                  <a:path w="388307" h="576197">
                    <a:moveTo>
                      <a:pt x="0" y="0"/>
                    </a:moveTo>
                    <a:lnTo>
                      <a:pt x="388307" y="576197"/>
                    </a:lnTo>
                  </a:path>
                </a:pathLst>
              </a:custGeom>
              <a:noFill/>
              <a:ln w="38100">
                <a:solidFill>
                  <a:srgbClr val="414455"/>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7" name="组合 16"/>
          <p:cNvGrpSpPr/>
          <p:nvPr/>
        </p:nvGrpSpPr>
        <p:grpSpPr>
          <a:xfrm>
            <a:off x="827584" y="1009059"/>
            <a:ext cx="7495412" cy="1707856"/>
            <a:chOff x="2954339" y="1349947"/>
            <a:chExt cx="7162269" cy="1607706"/>
          </a:xfrm>
        </p:grpSpPr>
        <p:sp>
          <p:nvSpPr>
            <p:cNvPr id="18" name="矩形 17"/>
            <p:cNvSpPr>
              <a:spLocks noChangeArrowheads="1"/>
            </p:cNvSpPr>
            <p:nvPr/>
          </p:nvSpPr>
          <p:spPr bwMode="auto">
            <a:xfrm>
              <a:off x="2954339" y="1694800"/>
              <a:ext cx="7162269" cy="1262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zh-CN" altLang="en-US" sz="1600" dirty="0">
                  <a:solidFill>
                    <a:sysClr val="windowText" lastClr="000000"/>
                  </a:solidFill>
                  <a:latin typeface="微软雅黑" pitchFamily="34" charset="-122"/>
                  <a:ea typeface="微软雅黑" pitchFamily="34" charset="-122"/>
                </a:rPr>
                <a:t>医院预约挂号系统是每一个医疗机构平常挂号业务流程不可或缺的一个信息管理系统。医院预约挂号系统能够</a:t>
              </a:r>
              <a:r>
                <a:rPr lang="zh-CN" altLang="en-US" sz="1600" dirty="0">
                  <a:solidFill>
                    <a:srgbClr val="FF0000"/>
                  </a:solidFill>
                  <a:latin typeface="微软雅黑" pitchFamily="34" charset="-122"/>
                  <a:ea typeface="微软雅黑" pitchFamily="34" charset="-122"/>
                </a:rPr>
                <a:t>为每一个需要看病的患者提供充足的信息和快捷的查询手段</a:t>
              </a:r>
              <a:r>
                <a:rPr lang="zh-CN" altLang="en-US" sz="1600" dirty="0">
                  <a:solidFill>
                    <a:sysClr val="windowText" lastClr="000000"/>
                  </a:solidFill>
                  <a:latin typeface="微软雅黑" pitchFamily="34" charset="-122"/>
                  <a:ea typeface="微软雅黑" pitchFamily="34" charset="-122"/>
                </a:rPr>
                <a:t>。极大的方便了求医困难的普通人，所以它的存在目的是</a:t>
              </a:r>
              <a:r>
                <a:rPr lang="zh-CN" altLang="en-US" sz="1600" dirty="0">
                  <a:solidFill>
                    <a:srgbClr val="FF0000"/>
                  </a:solidFill>
                  <a:latin typeface="微软雅黑" pitchFamily="34" charset="-122"/>
                  <a:ea typeface="微软雅黑" pitchFamily="34" charset="-122"/>
                </a:rPr>
                <a:t>为了方便病人能够顺利挂号，及时问诊</a:t>
              </a:r>
              <a:r>
                <a:rPr lang="zh-CN" altLang="en-US" sz="1600" dirty="0">
                  <a:solidFill>
                    <a:sysClr val="windowText" lastClr="000000"/>
                  </a:solidFill>
                  <a:latin typeface="微软雅黑" pitchFamily="34" charset="-122"/>
                  <a:ea typeface="微软雅黑" pitchFamily="34" charset="-122"/>
                </a:rPr>
                <a:t>。</a:t>
              </a:r>
              <a:endParaRPr lang="en-US" altLang="zh-CN" sz="1600" dirty="0">
                <a:solidFill>
                  <a:sysClr val="windowText" lastClr="000000"/>
                </a:solidFill>
                <a:latin typeface="微软雅黑" pitchFamily="34" charset="-122"/>
                <a:ea typeface="微软雅黑" pitchFamily="34" charset="-122"/>
              </a:endParaRPr>
            </a:p>
          </p:txBody>
        </p:sp>
        <p:sp>
          <p:nvSpPr>
            <p:cNvPr id="19" name="矩形 18"/>
            <p:cNvSpPr/>
            <p:nvPr/>
          </p:nvSpPr>
          <p:spPr>
            <a:xfrm>
              <a:off x="2963100" y="1349947"/>
              <a:ext cx="1646944" cy="434593"/>
            </a:xfrm>
            <a:prstGeom prst="rect">
              <a:avLst/>
            </a:prstGeom>
          </p:spPr>
          <p:txBody>
            <a:bodyPr wrap="none">
              <a:spAutoFit/>
            </a:bodyPr>
            <a:lstStyle/>
            <a:p>
              <a:r>
                <a:rPr lang="zh-CN" altLang="en-US" sz="2400" dirty="0">
                  <a:solidFill>
                    <a:schemeClr val="accent1">
                      <a:lumMod val="75000"/>
                    </a:schemeClr>
                  </a:solidFill>
                  <a:latin typeface="华文行楷" panose="02010800040101010101" pitchFamily="2" charset="-122"/>
                  <a:ea typeface="华文行楷" panose="02010800040101010101" pitchFamily="2" charset="-122"/>
                </a:rPr>
                <a:t>能干什么？</a:t>
              </a:r>
            </a:p>
          </p:txBody>
        </p:sp>
      </p:grpSp>
      <p:grpSp>
        <p:nvGrpSpPr>
          <p:cNvPr id="20" name="组合 19"/>
          <p:cNvGrpSpPr/>
          <p:nvPr/>
        </p:nvGrpSpPr>
        <p:grpSpPr>
          <a:xfrm>
            <a:off x="1612018" y="3255997"/>
            <a:ext cx="979646" cy="994420"/>
            <a:chOff x="3254772" y="2974574"/>
            <a:chExt cx="936104" cy="936104"/>
          </a:xfrm>
        </p:grpSpPr>
        <p:sp>
          <p:nvSpPr>
            <p:cNvPr id="21" name="椭圆 20"/>
            <p:cNvSpPr/>
            <p:nvPr/>
          </p:nvSpPr>
          <p:spPr>
            <a:xfrm>
              <a:off x="3254772" y="2974574"/>
              <a:ext cx="936104" cy="936104"/>
            </a:xfrm>
            <a:prstGeom prst="ellipse">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2" name="矩形 21"/>
            <p:cNvSpPr/>
            <p:nvPr/>
          </p:nvSpPr>
          <p:spPr>
            <a:xfrm>
              <a:off x="3469765" y="3187079"/>
              <a:ext cx="599223" cy="521510"/>
            </a:xfrm>
            <a:prstGeom prst="rect">
              <a:avLst/>
            </a:prstGeom>
          </p:spPr>
          <p:txBody>
            <a:bodyPr wrap="none">
              <a:spAutoFit/>
            </a:bodyPr>
            <a:lstStyle/>
            <a:p>
              <a:r>
                <a:rPr lang="zh-CN" altLang="en-US" sz="1500" dirty="0">
                  <a:solidFill>
                    <a:schemeClr val="bg1"/>
                  </a:solidFill>
                  <a:latin typeface="微软雅黑" pitchFamily="34" charset="-122"/>
                  <a:ea typeface="微软雅黑" pitchFamily="34" charset="-122"/>
                </a:rPr>
                <a:t>编写</a:t>
              </a:r>
              <a:endParaRPr lang="en-US" altLang="zh-CN" sz="1500" dirty="0">
                <a:solidFill>
                  <a:schemeClr val="bg1"/>
                </a:solidFill>
                <a:latin typeface="微软雅黑" pitchFamily="34" charset="-122"/>
                <a:ea typeface="微软雅黑" pitchFamily="34" charset="-122"/>
              </a:endParaRPr>
            </a:p>
            <a:p>
              <a:r>
                <a:rPr lang="zh-CN" altLang="en-US" sz="1500" dirty="0">
                  <a:solidFill>
                    <a:schemeClr val="bg1"/>
                  </a:solidFill>
                  <a:latin typeface="微软雅黑" pitchFamily="34" charset="-122"/>
                  <a:ea typeface="微软雅黑" pitchFamily="34" charset="-122"/>
                </a:rPr>
                <a:t>目的</a:t>
              </a:r>
              <a:r>
                <a:rPr lang="en-US" altLang="zh-CN" sz="1500" dirty="0">
                  <a:solidFill>
                    <a:schemeClr val="bg1"/>
                  </a:solidFill>
                  <a:latin typeface="微软雅黑" pitchFamily="34" charset="-122"/>
                  <a:ea typeface="微软雅黑" pitchFamily="34" charset="-122"/>
                </a:rPr>
                <a:t> </a:t>
              </a:r>
              <a:endParaRPr lang="zh-CN" altLang="en-US" sz="1500" dirty="0">
                <a:solidFill>
                  <a:schemeClr val="bg1"/>
                </a:solidFill>
                <a:latin typeface="微软雅黑" pitchFamily="34" charset="-122"/>
                <a:ea typeface="微软雅黑" pitchFamily="34" charset="-122"/>
              </a:endParaRPr>
            </a:p>
          </p:txBody>
        </p:sp>
      </p:grpSp>
      <p:sp>
        <p:nvSpPr>
          <p:cNvPr id="28" name="矩形 27"/>
          <p:cNvSpPr/>
          <p:nvPr/>
        </p:nvSpPr>
        <p:spPr>
          <a:xfrm>
            <a:off x="4028107" y="3252547"/>
            <a:ext cx="3020913" cy="881332"/>
          </a:xfrm>
          <a:prstGeom prst="rect">
            <a:avLst/>
          </a:prstGeom>
        </p:spPr>
        <p:txBody>
          <a:bodyPr wrap="square">
            <a:spAutoFit/>
          </a:bodyPr>
          <a:lstStyle/>
          <a:p>
            <a:pPr>
              <a:lnSpc>
                <a:spcPts val="2103"/>
              </a:lnSpc>
            </a:pPr>
            <a:r>
              <a:rPr lang="zh-CN" altLang="en-US" sz="1600" dirty="0">
                <a:solidFill>
                  <a:sysClr val="windowText" lastClr="000000"/>
                </a:solidFill>
                <a:latin typeface="微软雅黑" pitchFamily="34" charset="-122"/>
                <a:ea typeface="微软雅黑" pitchFamily="34" charset="-122"/>
              </a:rPr>
              <a:t>利用互联网技术实现在线预约挂号、查询科室和医生信息、查看问诊记录等功能</a:t>
            </a:r>
            <a:endParaRPr lang="en-US" altLang="zh-CN" sz="1600" dirty="0">
              <a:solidFill>
                <a:schemeClr val="tx1">
                  <a:lumMod val="75000"/>
                  <a:lumOff val="25000"/>
                </a:schemeClr>
              </a:solidFill>
              <a:latin typeface="Arial" charset="0"/>
            </a:endParaRPr>
          </a:p>
        </p:txBody>
      </p:sp>
      <p:sp>
        <p:nvSpPr>
          <p:cNvPr id="29" name="TextBox 108"/>
          <p:cNvSpPr txBox="1">
            <a:spLocks noChangeArrowheads="1"/>
          </p:cNvSpPr>
          <p:nvPr/>
        </p:nvSpPr>
        <p:spPr bwMode="auto">
          <a:xfrm>
            <a:off x="539552" y="267494"/>
            <a:ext cx="1569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r>
              <a:rPr lang="zh-CN" altLang="en-US" dirty="0">
                <a:solidFill>
                  <a:prstClr val="black"/>
                </a:solidFill>
                <a:latin typeface="微软雅黑" panose="020B0503020204020204" pitchFamily="34" charset="-122"/>
                <a:ea typeface="微软雅黑" panose="020B0503020204020204" pitchFamily="34" charset="-122"/>
              </a:rPr>
              <a:t>项目编写目的</a:t>
            </a:r>
            <a:endParaRPr lang="en-US" altLang="zh-CN" dirty="0">
              <a:solidFill>
                <a:prstClr val="black"/>
              </a:solidFill>
              <a:latin typeface="微软雅黑" panose="020B0503020204020204" pitchFamily="34" charset="-122"/>
              <a:ea typeface="微软雅黑" panose="020B0503020204020204" pitchFamily="34" charset="-122"/>
            </a:endParaRPr>
          </a:p>
        </p:txBody>
      </p:sp>
      <p:grpSp>
        <p:nvGrpSpPr>
          <p:cNvPr id="30" name="组合 29"/>
          <p:cNvGrpSpPr/>
          <p:nvPr/>
        </p:nvGrpSpPr>
        <p:grpSpPr>
          <a:xfrm>
            <a:off x="107544" y="245001"/>
            <a:ext cx="360000" cy="360000"/>
            <a:chOff x="1965186" y="1419622"/>
            <a:chExt cx="302558" cy="314067"/>
          </a:xfrm>
        </p:grpSpPr>
        <p:sp>
          <p:nvSpPr>
            <p:cNvPr id="31" name="矩形 30"/>
            <p:cNvSpPr/>
            <p:nvPr/>
          </p:nvSpPr>
          <p:spPr>
            <a:xfrm>
              <a:off x="1965186" y="1419622"/>
              <a:ext cx="252000" cy="252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2087744" y="1553689"/>
              <a:ext cx="180000" cy="180000"/>
            </a:xfrm>
            <a:prstGeom prst="rect">
              <a:avLst/>
            </a:prstGeom>
            <a:solidFill>
              <a:srgbClr val="0E90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23">
            <a:extLst>
              <a:ext uri="{FF2B5EF4-FFF2-40B4-BE49-F238E27FC236}">
                <a16:creationId xmlns:a16="http://schemas.microsoft.com/office/drawing/2014/main" id="{747CA06B-919D-EEC5-65DD-FB0121CEBA0F}"/>
              </a:ext>
            </a:extLst>
          </p:cNvPr>
          <p:cNvGrpSpPr>
            <a:grpSpLocks/>
          </p:cNvGrpSpPr>
          <p:nvPr/>
        </p:nvGrpSpPr>
        <p:grpSpPr bwMode="auto">
          <a:xfrm>
            <a:off x="5937770" y="403646"/>
            <a:ext cx="495300" cy="509588"/>
            <a:chOff x="0" y="0"/>
            <a:chExt cx="495300" cy="509588"/>
          </a:xfrm>
        </p:grpSpPr>
        <p:sp>
          <p:nvSpPr>
            <p:cNvPr id="34" name="Oval 9">
              <a:extLst>
                <a:ext uri="{FF2B5EF4-FFF2-40B4-BE49-F238E27FC236}">
                  <a16:creationId xmlns:a16="http://schemas.microsoft.com/office/drawing/2014/main" id="{E9036501-2E56-C14C-0C81-8CCACA6F3568}"/>
                </a:ext>
              </a:extLst>
            </p:cNvPr>
            <p:cNvSpPr>
              <a:spLocks noChangeArrowheads="1"/>
            </p:cNvSpPr>
            <p:nvPr/>
          </p:nvSpPr>
          <p:spPr bwMode="auto">
            <a:xfrm>
              <a:off x="0" y="0"/>
              <a:ext cx="495300" cy="509588"/>
            </a:xfrm>
            <a:prstGeom prst="ellipse">
              <a:avLst/>
            </a:prstGeom>
            <a:solidFill>
              <a:srgbClr val="05448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a:p>
          </p:txBody>
        </p:sp>
        <p:sp>
          <p:nvSpPr>
            <p:cNvPr id="35" name="Freeform 14">
              <a:extLst>
                <a:ext uri="{FF2B5EF4-FFF2-40B4-BE49-F238E27FC236}">
                  <a16:creationId xmlns:a16="http://schemas.microsoft.com/office/drawing/2014/main" id="{00741DA6-394A-3EFC-BECE-374056419294}"/>
                </a:ext>
              </a:extLst>
            </p:cNvPr>
            <p:cNvSpPr>
              <a:spLocks noEditPoints="1"/>
            </p:cNvSpPr>
            <p:nvPr/>
          </p:nvSpPr>
          <p:spPr bwMode="auto">
            <a:xfrm>
              <a:off x="87312" y="60325"/>
              <a:ext cx="331787" cy="327025"/>
            </a:xfrm>
            <a:custGeom>
              <a:avLst/>
              <a:gdLst>
                <a:gd name="T0" fmla="*/ 221450 w 427"/>
                <a:gd name="T1" fmla="*/ 125841 h 408"/>
                <a:gd name="T2" fmla="*/ 216788 w 427"/>
                <a:gd name="T3" fmla="*/ 135459 h 408"/>
                <a:gd name="T4" fmla="*/ 216011 w 427"/>
                <a:gd name="T5" fmla="*/ 141871 h 408"/>
                <a:gd name="T6" fmla="*/ 216011 w 427"/>
                <a:gd name="T7" fmla="*/ 153894 h 408"/>
                <a:gd name="T8" fmla="*/ 220673 w 427"/>
                <a:gd name="T9" fmla="*/ 165917 h 408"/>
                <a:gd name="T10" fmla="*/ 223781 w 427"/>
                <a:gd name="T11" fmla="*/ 171528 h 408"/>
                <a:gd name="T12" fmla="*/ 233106 w 427"/>
                <a:gd name="T13" fmla="*/ 179543 h 408"/>
                <a:gd name="T14" fmla="*/ 239322 w 427"/>
                <a:gd name="T15" fmla="*/ 182749 h 408"/>
                <a:gd name="T16" fmla="*/ 252531 w 427"/>
                <a:gd name="T17" fmla="*/ 109008 h 408"/>
                <a:gd name="T18" fmla="*/ 236991 w 427"/>
                <a:gd name="T19" fmla="*/ 112214 h 408"/>
                <a:gd name="T20" fmla="*/ 228444 w 427"/>
                <a:gd name="T21" fmla="*/ 117825 h 408"/>
                <a:gd name="T22" fmla="*/ 224558 w 427"/>
                <a:gd name="T23" fmla="*/ 121833 h 408"/>
                <a:gd name="T24" fmla="*/ 202802 w 427"/>
                <a:gd name="T25" fmla="*/ 37672 h 408"/>
                <a:gd name="T26" fmla="*/ 165505 w 427"/>
                <a:gd name="T27" fmla="*/ 76146 h 408"/>
                <a:gd name="T28" fmla="*/ 200471 w 427"/>
                <a:gd name="T29" fmla="*/ 153894 h 408"/>
                <a:gd name="T30" fmla="*/ 200471 w 427"/>
                <a:gd name="T31" fmla="*/ 138665 h 408"/>
                <a:gd name="T32" fmla="*/ 189593 w 427"/>
                <a:gd name="T33" fmla="*/ 83359 h 408"/>
                <a:gd name="T34" fmla="*/ 131316 w 427"/>
                <a:gd name="T35" fmla="*/ 146680 h 408"/>
                <a:gd name="T36" fmla="*/ 165505 w 427"/>
                <a:gd name="T37" fmla="*/ 215612 h 408"/>
                <a:gd name="T38" fmla="*/ 149188 w 427"/>
                <a:gd name="T39" fmla="*/ 218017 h 408"/>
                <a:gd name="T40" fmla="*/ 140640 w 427"/>
                <a:gd name="T41" fmla="*/ 208398 h 408"/>
                <a:gd name="T42" fmla="*/ 135201 w 427"/>
                <a:gd name="T43" fmla="*/ 203589 h 408"/>
                <a:gd name="T44" fmla="*/ 112668 w 427"/>
                <a:gd name="T45" fmla="*/ 193971 h 408"/>
                <a:gd name="T46" fmla="*/ 103343 w 427"/>
                <a:gd name="T47" fmla="*/ 193169 h 408"/>
                <a:gd name="T48" fmla="*/ 0 w 427"/>
                <a:gd name="T49" fmla="*/ 327025 h 408"/>
                <a:gd name="T50" fmla="*/ 43513 w 427"/>
                <a:gd name="T51" fmla="*/ 247673 h 408"/>
                <a:gd name="T52" fmla="*/ 113445 w 427"/>
                <a:gd name="T53" fmla="*/ 247673 h 408"/>
                <a:gd name="T54" fmla="*/ 158512 w 427"/>
                <a:gd name="T55" fmla="*/ 327025 h 408"/>
                <a:gd name="T56" fmla="*/ 149188 w 427"/>
                <a:gd name="T57" fmla="*/ 218017 h 408"/>
                <a:gd name="T58" fmla="*/ 228444 w 427"/>
                <a:gd name="T59" fmla="*/ 193169 h 408"/>
                <a:gd name="T60" fmla="*/ 218342 w 427"/>
                <a:gd name="T61" fmla="*/ 193971 h 408"/>
                <a:gd name="T62" fmla="*/ 190370 w 427"/>
                <a:gd name="T63" fmla="*/ 208398 h 408"/>
                <a:gd name="T64" fmla="*/ 186484 w 427"/>
                <a:gd name="T65" fmla="*/ 213207 h 408"/>
                <a:gd name="T66" fmla="*/ 205133 w 427"/>
                <a:gd name="T67" fmla="*/ 327025 h 408"/>
                <a:gd name="T68" fmla="*/ 216788 w 427"/>
                <a:gd name="T69" fmla="*/ 327025 h 408"/>
                <a:gd name="T70" fmla="*/ 298375 w 427"/>
                <a:gd name="T71" fmla="*/ 247673 h 408"/>
                <a:gd name="T72" fmla="*/ 331787 w 427"/>
                <a:gd name="T73" fmla="*/ 250879 h 408"/>
                <a:gd name="T74" fmla="*/ 79256 w 427"/>
                <a:gd name="T75" fmla="*/ 185154 h 408"/>
                <a:gd name="T76" fmla="*/ 97904 w 427"/>
                <a:gd name="T77" fmla="*/ 179543 h 408"/>
                <a:gd name="T78" fmla="*/ 103343 w 427"/>
                <a:gd name="T79" fmla="*/ 176337 h 408"/>
                <a:gd name="T80" fmla="*/ 113445 w 427"/>
                <a:gd name="T81" fmla="*/ 160306 h 408"/>
                <a:gd name="T82" fmla="*/ 115776 w 427"/>
                <a:gd name="T83" fmla="*/ 153093 h 408"/>
                <a:gd name="T84" fmla="*/ 115776 w 427"/>
                <a:gd name="T85" fmla="*/ 140268 h 408"/>
                <a:gd name="T86" fmla="*/ 112668 w 427"/>
                <a:gd name="T87" fmla="*/ 131451 h 408"/>
                <a:gd name="T88" fmla="*/ 110337 w 427"/>
                <a:gd name="T89" fmla="*/ 125841 h 408"/>
                <a:gd name="T90" fmla="*/ 103343 w 427"/>
                <a:gd name="T91" fmla="*/ 117825 h 408"/>
                <a:gd name="T92" fmla="*/ 97904 w 427"/>
                <a:gd name="T93" fmla="*/ 114619 h 408"/>
                <a:gd name="T94" fmla="*/ 79256 w 427"/>
                <a:gd name="T95" fmla="*/ 109008 h 40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427" h="408">
                  <a:moveTo>
                    <a:pt x="289" y="152"/>
                  </a:moveTo>
                  <a:cubicBezTo>
                    <a:pt x="288" y="154"/>
                    <a:pt x="286" y="155"/>
                    <a:pt x="285" y="157"/>
                  </a:cubicBezTo>
                  <a:cubicBezTo>
                    <a:pt x="285" y="157"/>
                    <a:pt x="285" y="157"/>
                    <a:pt x="285" y="157"/>
                  </a:cubicBezTo>
                  <a:cubicBezTo>
                    <a:pt x="284" y="159"/>
                    <a:pt x="283" y="161"/>
                    <a:pt x="282" y="162"/>
                  </a:cubicBezTo>
                  <a:cubicBezTo>
                    <a:pt x="282" y="163"/>
                    <a:pt x="282" y="163"/>
                    <a:pt x="282" y="164"/>
                  </a:cubicBezTo>
                  <a:cubicBezTo>
                    <a:pt x="281" y="165"/>
                    <a:pt x="280" y="167"/>
                    <a:pt x="279" y="169"/>
                  </a:cubicBezTo>
                  <a:cubicBezTo>
                    <a:pt x="279" y="169"/>
                    <a:pt x="279" y="169"/>
                    <a:pt x="279" y="170"/>
                  </a:cubicBezTo>
                  <a:cubicBezTo>
                    <a:pt x="279" y="171"/>
                    <a:pt x="278" y="173"/>
                    <a:pt x="278" y="175"/>
                  </a:cubicBezTo>
                  <a:cubicBezTo>
                    <a:pt x="278" y="176"/>
                    <a:pt x="278" y="176"/>
                    <a:pt x="278" y="177"/>
                  </a:cubicBezTo>
                  <a:cubicBezTo>
                    <a:pt x="277" y="179"/>
                    <a:pt x="277" y="181"/>
                    <a:pt x="277" y="183"/>
                  </a:cubicBezTo>
                  <a:cubicBezTo>
                    <a:pt x="277" y="186"/>
                    <a:pt x="278" y="189"/>
                    <a:pt x="278" y="191"/>
                  </a:cubicBezTo>
                  <a:cubicBezTo>
                    <a:pt x="278" y="192"/>
                    <a:pt x="278" y="192"/>
                    <a:pt x="278" y="192"/>
                  </a:cubicBezTo>
                  <a:cubicBezTo>
                    <a:pt x="279" y="195"/>
                    <a:pt x="279" y="197"/>
                    <a:pt x="280" y="199"/>
                  </a:cubicBezTo>
                  <a:cubicBezTo>
                    <a:pt x="280" y="200"/>
                    <a:pt x="280" y="200"/>
                    <a:pt x="280" y="200"/>
                  </a:cubicBezTo>
                  <a:cubicBezTo>
                    <a:pt x="281" y="203"/>
                    <a:pt x="282" y="205"/>
                    <a:pt x="284" y="207"/>
                  </a:cubicBezTo>
                  <a:cubicBezTo>
                    <a:pt x="284" y="207"/>
                    <a:pt x="284" y="208"/>
                    <a:pt x="284" y="208"/>
                  </a:cubicBezTo>
                  <a:cubicBezTo>
                    <a:pt x="285" y="210"/>
                    <a:pt x="287" y="212"/>
                    <a:pt x="288" y="214"/>
                  </a:cubicBezTo>
                  <a:cubicBezTo>
                    <a:pt x="288" y="214"/>
                    <a:pt x="288" y="214"/>
                    <a:pt x="288" y="214"/>
                  </a:cubicBezTo>
                  <a:cubicBezTo>
                    <a:pt x="290" y="216"/>
                    <a:pt x="292" y="218"/>
                    <a:pt x="294" y="219"/>
                  </a:cubicBezTo>
                  <a:cubicBezTo>
                    <a:pt x="294" y="219"/>
                    <a:pt x="294" y="220"/>
                    <a:pt x="294" y="220"/>
                  </a:cubicBezTo>
                  <a:cubicBezTo>
                    <a:pt x="296" y="221"/>
                    <a:pt x="298" y="223"/>
                    <a:pt x="300" y="224"/>
                  </a:cubicBezTo>
                  <a:cubicBezTo>
                    <a:pt x="300" y="224"/>
                    <a:pt x="301" y="224"/>
                    <a:pt x="301" y="224"/>
                  </a:cubicBezTo>
                  <a:cubicBezTo>
                    <a:pt x="303" y="226"/>
                    <a:pt x="305" y="227"/>
                    <a:pt x="308" y="228"/>
                  </a:cubicBezTo>
                  <a:cubicBezTo>
                    <a:pt x="308" y="228"/>
                    <a:pt x="308" y="228"/>
                    <a:pt x="308" y="228"/>
                  </a:cubicBezTo>
                  <a:cubicBezTo>
                    <a:pt x="313" y="230"/>
                    <a:pt x="319" y="231"/>
                    <a:pt x="325" y="231"/>
                  </a:cubicBezTo>
                  <a:cubicBezTo>
                    <a:pt x="351" y="231"/>
                    <a:pt x="372" y="210"/>
                    <a:pt x="372" y="183"/>
                  </a:cubicBezTo>
                  <a:cubicBezTo>
                    <a:pt x="372" y="157"/>
                    <a:pt x="351" y="136"/>
                    <a:pt x="325" y="136"/>
                  </a:cubicBezTo>
                  <a:cubicBezTo>
                    <a:pt x="318" y="136"/>
                    <a:pt x="312" y="137"/>
                    <a:pt x="306" y="140"/>
                  </a:cubicBezTo>
                  <a:cubicBezTo>
                    <a:pt x="306" y="140"/>
                    <a:pt x="306" y="140"/>
                    <a:pt x="306" y="140"/>
                  </a:cubicBezTo>
                  <a:cubicBezTo>
                    <a:pt x="306" y="140"/>
                    <a:pt x="306" y="140"/>
                    <a:pt x="305" y="140"/>
                  </a:cubicBezTo>
                  <a:cubicBezTo>
                    <a:pt x="304" y="141"/>
                    <a:pt x="302" y="142"/>
                    <a:pt x="301" y="143"/>
                  </a:cubicBezTo>
                  <a:cubicBezTo>
                    <a:pt x="300" y="143"/>
                    <a:pt x="300" y="143"/>
                    <a:pt x="299" y="143"/>
                  </a:cubicBezTo>
                  <a:cubicBezTo>
                    <a:pt x="298" y="144"/>
                    <a:pt x="296" y="146"/>
                    <a:pt x="294" y="147"/>
                  </a:cubicBezTo>
                  <a:cubicBezTo>
                    <a:pt x="294" y="147"/>
                    <a:pt x="294" y="147"/>
                    <a:pt x="294" y="147"/>
                  </a:cubicBezTo>
                  <a:cubicBezTo>
                    <a:pt x="293" y="148"/>
                    <a:pt x="291" y="150"/>
                    <a:pt x="290" y="151"/>
                  </a:cubicBezTo>
                  <a:cubicBezTo>
                    <a:pt x="290" y="151"/>
                    <a:pt x="289" y="152"/>
                    <a:pt x="289" y="152"/>
                  </a:cubicBezTo>
                  <a:close/>
                  <a:moveTo>
                    <a:pt x="213" y="95"/>
                  </a:moveTo>
                  <a:lnTo>
                    <a:pt x="213" y="95"/>
                  </a:lnTo>
                  <a:cubicBezTo>
                    <a:pt x="240" y="95"/>
                    <a:pt x="261" y="73"/>
                    <a:pt x="261" y="47"/>
                  </a:cubicBezTo>
                  <a:cubicBezTo>
                    <a:pt x="261" y="21"/>
                    <a:pt x="240" y="0"/>
                    <a:pt x="213" y="0"/>
                  </a:cubicBezTo>
                  <a:cubicBezTo>
                    <a:pt x="187" y="0"/>
                    <a:pt x="166" y="21"/>
                    <a:pt x="166" y="47"/>
                  </a:cubicBezTo>
                  <a:cubicBezTo>
                    <a:pt x="166" y="73"/>
                    <a:pt x="187" y="95"/>
                    <a:pt x="213" y="95"/>
                  </a:cubicBezTo>
                  <a:close/>
                  <a:moveTo>
                    <a:pt x="258" y="228"/>
                  </a:moveTo>
                  <a:lnTo>
                    <a:pt x="258" y="228"/>
                  </a:lnTo>
                  <a:lnTo>
                    <a:pt x="258" y="192"/>
                  </a:lnTo>
                  <a:cubicBezTo>
                    <a:pt x="258" y="189"/>
                    <a:pt x="257" y="186"/>
                    <a:pt x="257" y="183"/>
                  </a:cubicBezTo>
                  <a:cubicBezTo>
                    <a:pt x="257" y="180"/>
                    <a:pt x="258" y="178"/>
                    <a:pt x="258" y="175"/>
                  </a:cubicBezTo>
                  <a:lnTo>
                    <a:pt x="258" y="173"/>
                  </a:lnTo>
                  <a:cubicBezTo>
                    <a:pt x="262" y="151"/>
                    <a:pt x="275" y="134"/>
                    <a:pt x="293" y="124"/>
                  </a:cubicBezTo>
                  <a:cubicBezTo>
                    <a:pt x="280" y="112"/>
                    <a:pt x="263" y="104"/>
                    <a:pt x="244" y="104"/>
                  </a:cubicBezTo>
                  <a:lnTo>
                    <a:pt x="183" y="104"/>
                  </a:lnTo>
                  <a:cubicBezTo>
                    <a:pt x="164" y="104"/>
                    <a:pt x="147" y="112"/>
                    <a:pt x="134" y="124"/>
                  </a:cubicBezTo>
                  <a:cubicBezTo>
                    <a:pt x="155" y="135"/>
                    <a:pt x="169" y="158"/>
                    <a:pt x="169" y="183"/>
                  </a:cubicBezTo>
                  <a:cubicBezTo>
                    <a:pt x="169" y="189"/>
                    <a:pt x="169" y="194"/>
                    <a:pt x="168" y="199"/>
                  </a:cubicBezTo>
                  <a:lnTo>
                    <a:pt x="168" y="228"/>
                  </a:lnTo>
                  <a:cubicBezTo>
                    <a:pt x="187" y="236"/>
                    <a:pt x="203" y="251"/>
                    <a:pt x="213" y="269"/>
                  </a:cubicBezTo>
                  <a:cubicBezTo>
                    <a:pt x="223" y="251"/>
                    <a:pt x="239" y="237"/>
                    <a:pt x="258" y="228"/>
                  </a:cubicBezTo>
                  <a:close/>
                  <a:moveTo>
                    <a:pt x="192" y="272"/>
                  </a:moveTo>
                  <a:lnTo>
                    <a:pt x="192" y="272"/>
                  </a:lnTo>
                  <a:cubicBezTo>
                    <a:pt x="190" y="270"/>
                    <a:pt x="189" y="268"/>
                    <a:pt x="187" y="266"/>
                  </a:cubicBezTo>
                  <a:cubicBezTo>
                    <a:pt x="187" y="265"/>
                    <a:pt x="186" y="265"/>
                    <a:pt x="186" y="265"/>
                  </a:cubicBezTo>
                  <a:cubicBezTo>
                    <a:pt x="185" y="263"/>
                    <a:pt x="183" y="262"/>
                    <a:pt x="181" y="260"/>
                  </a:cubicBezTo>
                  <a:cubicBezTo>
                    <a:pt x="181" y="260"/>
                    <a:pt x="181" y="259"/>
                    <a:pt x="181" y="259"/>
                  </a:cubicBezTo>
                  <a:cubicBezTo>
                    <a:pt x="179" y="258"/>
                    <a:pt x="177" y="256"/>
                    <a:pt x="175" y="255"/>
                  </a:cubicBezTo>
                  <a:cubicBezTo>
                    <a:pt x="175" y="255"/>
                    <a:pt x="175" y="254"/>
                    <a:pt x="174" y="254"/>
                  </a:cubicBezTo>
                  <a:cubicBezTo>
                    <a:pt x="168" y="250"/>
                    <a:pt x="161" y="246"/>
                    <a:pt x="153" y="244"/>
                  </a:cubicBezTo>
                  <a:cubicBezTo>
                    <a:pt x="151" y="243"/>
                    <a:pt x="150" y="243"/>
                    <a:pt x="148" y="242"/>
                  </a:cubicBezTo>
                  <a:cubicBezTo>
                    <a:pt x="147" y="242"/>
                    <a:pt x="146" y="242"/>
                    <a:pt x="145" y="242"/>
                  </a:cubicBezTo>
                  <a:cubicBezTo>
                    <a:pt x="144" y="242"/>
                    <a:pt x="143" y="241"/>
                    <a:pt x="141" y="241"/>
                  </a:cubicBezTo>
                  <a:cubicBezTo>
                    <a:pt x="141" y="241"/>
                    <a:pt x="140" y="241"/>
                    <a:pt x="139" y="241"/>
                  </a:cubicBezTo>
                  <a:cubicBezTo>
                    <a:pt x="137" y="241"/>
                    <a:pt x="135" y="241"/>
                    <a:pt x="133" y="241"/>
                  </a:cubicBezTo>
                  <a:lnTo>
                    <a:pt x="71" y="241"/>
                  </a:lnTo>
                  <a:cubicBezTo>
                    <a:pt x="32" y="241"/>
                    <a:pt x="0" y="273"/>
                    <a:pt x="0" y="313"/>
                  </a:cubicBezTo>
                  <a:lnTo>
                    <a:pt x="0" y="408"/>
                  </a:lnTo>
                  <a:lnTo>
                    <a:pt x="42" y="408"/>
                  </a:lnTo>
                  <a:lnTo>
                    <a:pt x="42" y="309"/>
                  </a:lnTo>
                  <a:lnTo>
                    <a:pt x="56" y="309"/>
                  </a:lnTo>
                  <a:lnTo>
                    <a:pt x="56" y="408"/>
                  </a:lnTo>
                  <a:lnTo>
                    <a:pt x="146" y="408"/>
                  </a:lnTo>
                  <a:lnTo>
                    <a:pt x="146" y="309"/>
                  </a:lnTo>
                  <a:lnTo>
                    <a:pt x="161" y="309"/>
                  </a:lnTo>
                  <a:lnTo>
                    <a:pt x="161" y="408"/>
                  </a:lnTo>
                  <a:lnTo>
                    <a:pt x="204" y="408"/>
                  </a:lnTo>
                  <a:lnTo>
                    <a:pt x="204" y="313"/>
                  </a:lnTo>
                  <a:cubicBezTo>
                    <a:pt x="204" y="297"/>
                    <a:pt x="200" y="283"/>
                    <a:pt x="192" y="272"/>
                  </a:cubicBezTo>
                  <a:cubicBezTo>
                    <a:pt x="192" y="272"/>
                    <a:pt x="192" y="272"/>
                    <a:pt x="192" y="272"/>
                  </a:cubicBezTo>
                  <a:close/>
                  <a:moveTo>
                    <a:pt x="355" y="241"/>
                  </a:moveTo>
                  <a:lnTo>
                    <a:pt x="355" y="241"/>
                  </a:lnTo>
                  <a:lnTo>
                    <a:pt x="294" y="241"/>
                  </a:lnTo>
                  <a:cubicBezTo>
                    <a:pt x="292" y="241"/>
                    <a:pt x="290" y="241"/>
                    <a:pt x="288" y="241"/>
                  </a:cubicBezTo>
                  <a:cubicBezTo>
                    <a:pt x="287" y="241"/>
                    <a:pt x="286" y="241"/>
                    <a:pt x="285" y="241"/>
                  </a:cubicBezTo>
                  <a:cubicBezTo>
                    <a:pt x="284" y="241"/>
                    <a:pt x="283" y="242"/>
                    <a:pt x="281" y="242"/>
                  </a:cubicBezTo>
                  <a:cubicBezTo>
                    <a:pt x="280" y="242"/>
                    <a:pt x="280" y="242"/>
                    <a:pt x="279" y="242"/>
                  </a:cubicBezTo>
                  <a:cubicBezTo>
                    <a:pt x="277" y="243"/>
                    <a:pt x="276" y="243"/>
                    <a:pt x="274" y="244"/>
                  </a:cubicBezTo>
                  <a:cubicBezTo>
                    <a:pt x="263" y="247"/>
                    <a:pt x="254" y="252"/>
                    <a:pt x="245" y="260"/>
                  </a:cubicBezTo>
                  <a:cubicBezTo>
                    <a:pt x="245" y="260"/>
                    <a:pt x="245" y="260"/>
                    <a:pt x="245" y="260"/>
                  </a:cubicBezTo>
                  <a:cubicBezTo>
                    <a:pt x="243" y="262"/>
                    <a:pt x="242" y="263"/>
                    <a:pt x="240" y="265"/>
                  </a:cubicBezTo>
                  <a:cubicBezTo>
                    <a:pt x="240" y="265"/>
                    <a:pt x="240" y="266"/>
                    <a:pt x="240" y="266"/>
                  </a:cubicBezTo>
                  <a:cubicBezTo>
                    <a:pt x="229" y="278"/>
                    <a:pt x="222" y="295"/>
                    <a:pt x="222" y="313"/>
                  </a:cubicBezTo>
                  <a:lnTo>
                    <a:pt x="222" y="408"/>
                  </a:lnTo>
                  <a:lnTo>
                    <a:pt x="264" y="408"/>
                  </a:lnTo>
                  <a:lnTo>
                    <a:pt x="264" y="309"/>
                  </a:lnTo>
                  <a:lnTo>
                    <a:pt x="279" y="309"/>
                  </a:lnTo>
                  <a:lnTo>
                    <a:pt x="279" y="408"/>
                  </a:lnTo>
                  <a:lnTo>
                    <a:pt x="369" y="408"/>
                  </a:lnTo>
                  <a:lnTo>
                    <a:pt x="369" y="309"/>
                  </a:lnTo>
                  <a:lnTo>
                    <a:pt x="384" y="309"/>
                  </a:lnTo>
                  <a:lnTo>
                    <a:pt x="384" y="408"/>
                  </a:lnTo>
                  <a:lnTo>
                    <a:pt x="427" y="408"/>
                  </a:lnTo>
                  <a:lnTo>
                    <a:pt x="427" y="313"/>
                  </a:lnTo>
                  <a:cubicBezTo>
                    <a:pt x="427" y="273"/>
                    <a:pt x="395" y="241"/>
                    <a:pt x="355" y="241"/>
                  </a:cubicBezTo>
                  <a:close/>
                  <a:moveTo>
                    <a:pt x="102" y="231"/>
                  </a:moveTo>
                  <a:lnTo>
                    <a:pt x="102" y="231"/>
                  </a:lnTo>
                  <a:cubicBezTo>
                    <a:pt x="108" y="231"/>
                    <a:pt x="114" y="230"/>
                    <a:pt x="119" y="228"/>
                  </a:cubicBezTo>
                  <a:cubicBezTo>
                    <a:pt x="119" y="228"/>
                    <a:pt x="119" y="228"/>
                    <a:pt x="119" y="228"/>
                  </a:cubicBezTo>
                  <a:cubicBezTo>
                    <a:pt x="122" y="227"/>
                    <a:pt x="124" y="226"/>
                    <a:pt x="126" y="224"/>
                  </a:cubicBezTo>
                  <a:cubicBezTo>
                    <a:pt x="126" y="224"/>
                    <a:pt x="126" y="224"/>
                    <a:pt x="126" y="224"/>
                  </a:cubicBezTo>
                  <a:cubicBezTo>
                    <a:pt x="129" y="223"/>
                    <a:pt x="131" y="221"/>
                    <a:pt x="133" y="220"/>
                  </a:cubicBezTo>
                  <a:cubicBezTo>
                    <a:pt x="133" y="220"/>
                    <a:pt x="133" y="220"/>
                    <a:pt x="133" y="220"/>
                  </a:cubicBezTo>
                  <a:cubicBezTo>
                    <a:pt x="137" y="216"/>
                    <a:pt x="140" y="212"/>
                    <a:pt x="143" y="208"/>
                  </a:cubicBezTo>
                  <a:cubicBezTo>
                    <a:pt x="143" y="207"/>
                    <a:pt x="143" y="207"/>
                    <a:pt x="143" y="207"/>
                  </a:cubicBezTo>
                  <a:cubicBezTo>
                    <a:pt x="144" y="205"/>
                    <a:pt x="145" y="203"/>
                    <a:pt x="146" y="200"/>
                  </a:cubicBezTo>
                  <a:cubicBezTo>
                    <a:pt x="146" y="200"/>
                    <a:pt x="147" y="200"/>
                    <a:pt x="147" y="199"/>
                  </a:cubicBezTo>
                  <a:cubicBezTo>
                    <a:pt x="148" y="197"/>
                    <a:pt x="148" y="195"/>
                    <a:pt x="149" y="192"/>
                  </a:cubicBezTo>
                  <a:cubicBezTo>
                    <a:pt x="149" y="192"/>
                    <a:pt x="149" y="192"/>
                    <a:pt x="149" y="191"/>
                  </a:cubicBezTo>
                  <a:cubicBezTo>
                    <a:pt x="149" y="189"/>
                    <a:pt x="150" y="186"/>
                    <a:pt x="150" y="183"/>
                  </a:cubicBezTo>
                  <a:cubicBezTo>
                    <a:pt x="150" y="181"/>
                    <a:pt x="149" y="179"/>
                    <a:pt x="149" y="177"/>
                  </a:cubicBezTo>
                  <a:cubicBezTo>
                    <a:pt x="149" y="176"/>
                    <a:pt x="149" y="176"/>
                    <a:pt x="149" y="175"/>
                  </a:cubicBezTo>
                  <a:cubicBezTo>
                    <a:pt x="148" y="173"/>
                    <a:pt x="148" y="171"/>
                    <a:pt x="147" y="169"/>
                  </a:cubicBezTo>
                  <a:cubicBezTo>
                    <a:pt x="147" y="169"/>
                    <a:pt x="147" y="169"/>
                    <a:pt x="147" y="169"/>
                  </a:cubicBezTo>
                  <a:cubicBezTo>
                    <a:pt x="147" y="167"/>
                    <a:pt x="146" y="165"/>
                    <a:pt x="145" y="164"/>
                  </a:cubicBezTo>
                  <a:cubicBezTo>
                    <a:pt x="145" y="163"/>
                    <a:pt x="145" y="163"/>
                    <a:pt x="145" y="162"/>
                  </a:cubicBezTo>
                  <a:cubicBezTo>
                    <a:pt x="144" y="161"/>
                    <a:pt x="143" y="159"/>
                    <a:pt x="142" y="157"/>
                  </a:cubicBezTo>
                  <a:cubicBezTo>
                    <a:pt x="140" y="155"/>
                    <a:pt x="139" y="154"/>
                    <a:pt x="138" y="152"/>
                  </a:cubicBezTo>
                  <a:cubicBezTo>
                    <a:pt x="137" y="152"/>
                    <a:pt x="137" y="151"/>
                    <a:pt x="137" y="151"/>
                  </a:cubicBezTo>
                  <a:cubicBezTo>
                    <a:pt x="136" y="150"/>
                    <a:pt x="134" y="148"/>
                    <a:pt x="133" y="147"/>
                  </a:cubicBezTo>
                  <a:cubicBezTo>
                    <a:pt x="133" y="147"/>
                    <a:pt x="133" y="147"/>
                    <a:pt x="132" y="147"/>
                  </a:cubicBezTo>
                  <a:cubicBezTo>
                    <a:pt x="131" y="146"/>
                    <a:pt x="129" y="144"/>
                    <a:pt x="127" y="143"/>
                  </a:cubicBezTo>
                  <a:cubicBezTo>
                    <a:pt x="127" y="143"/>
                    <a:pt x="127" y="143"/>
                    <a:pt x="126" y="143"/>
                  </a:cubicBezTo>
                  <a:cubicBezTo>
                    <a:pt x="125" y="142"/>
                    <a:pt x="123" y="141"/>
                    <a:pt x="121" y="140"/>
                  </a:cubicBezTo>
                  <a:cubicBezTo>
                    <a:pt x="121" y="140"/>
                    <a:pt x="121" y="140"/>
                    <a:pt x="121" y="140"/>
                  </a:cubicBezTo>
                  <a:cubicBezTo>
                    <a:pt x="115" y="137"/>
                    <a:pt x="109" y="136"/>
                    <a:pt x="102" y="136"/>
                  </a:cubicBezTo>
                  <a:cubicBezTo>
                    <a:pt x="76" y="136"/>
                    <a:pt x="54" y="157"/>
                    <a:pt x="54" y="183"/>
                  </a:cubicBezTo>
                  <a:cubicBezTo>
                    <a:pt x="54" y="210"/>
                    <a:pt x="76" y="231"/>
                    <a:pt x="102" y="23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6" name="组合 35">
            <a:extLst>
              <a:ext uri="{FF2B5EF4-FFF2-40B4-BE49-F238E27FC236}">
                <a16:creationId xmlns:a16="http://schemas.microsoft.com/office/drawing/2014/main" id="{EE144CDE-8529-9F60-8882-E2AFC31C5EE8}"/>
              </a:ext>
            </a:extLst>
          </p:cNvPr>
          <p:cNvGrpSpPr>
            <a:grpSpLocks/>
          </p:cNvGrpSpPr>
          <p:nvPr/>
        </p:nvGrpSpPr>
        <p:grpSpPr bwMode="auto">
          <a:xfrm>
            <a:off x="6553720" y="403646"/>
            <a:ext cx="495300" cy="509588"/>
            <a:chOff x="0" y="0"/>
            <a:chExt cx="495300" cy="509588"/>
          </a:xfrm>
        </p:grpSpPr>
        <p:sp>
          <p:nvSpPr>
            <p:cNvPr id="37" name="Oval 10">
              <a:extLst>
                <a:ext uri="{FF2B5EF4-FFF2-40B4-BE49-F238E27FC236}">
                  <a16:creationId xmlns:a16="http://schemas.microsoft.com/office/drawing/2014/main" id="{2D80868C-BEF7-0E76-20AE-80F8C4D9DAF9}"/>
                </a:ext>
              </a:extLst>
            </p:cNvPr>
            <p:cNvSpPr>
              <a:spLocks noChangeArrowheads="1"/>
            </p:cNvSpPr>
            <p:nvPr/>
          </p:nvSpPr>
          <p:spPr bwMode="auto">
            <a:xfrm>
              <a:off x="0" y="0"/>
              <a:ext cx="495300" cy="509588"/>
            </a:xfrm>
            <a:prstGeom prst="ellipse">
              <a:avLst/>
            </a:prstGeom>
            <a:solidFill>
              <a:srgbClr val="05448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a:p>
          </p:txBody>
        </p:sp>
        <p:sp>
          <p:nvSpPr>
            <p:cNvPr id="38" name="Freeform 15">
              <a:extLst>
                <a:ext uri="{FF2B5EF4-FFF2-40B4-BE49-F238E27FC236}">
                  <a16:creationId xmlns:a16="http://schemas.microsoft.com/office/drawing/2014/main" id="{7CB5FD9B-FDBC-F05E-8CBB-2D6671FA3F69}"/>
                </a:ext>
              </a:extLst>
            </p:cNvPr>
            <p:cNvSpPr>
              <a:spLocks noEditPoints="1"/>
            </p:cNvSpPr>
            <p:nvPr/>
          </p:nvSpPr>
          <p:spPr bwMode="auto">
            <a:xfrm>
              <a:off x="90487" y="128588"/>
              <a:ext cx="311150" cy="250825"/>
            </a:xfrm>
            <a:custGeom>
              <a:avLst/>
              <a:gdLst>
                <a:gd name="T0" fmla="*/ 114348 w 400"/>
                <a:gd name="T1" fmla="*/ 126615 h 313"/>
                <a:gd name="T2" fmla="*/ 158687 w 400"/>
                <a:gd name="T3" fmla="*/ 103375 h 313"/>
                <a:gd name="T4" fmla="*/ 241919 w 400"/>
                <a:gd name="T5" fmla="*/ 88951 h 313"/>
                <a:gd name="T6" fmla="*/ 265255 w 400"/>
                <a:gd name="T7" fmla="*/ 53691 h 313"/>
                <a:gd name="T8" fmla="*/ 231029 w 400"/>
                <a:gd name="T9" fmla="*/ 77732 h 313"/>
                <a:gd name="T10" fmla="*/ 158687 w 400"/>
                <a:gd name="T11" fmla="*/ 81738 h 313"/>
                <a:gd name="T12" fmla="*/ 311150 w 400"/>
                <a:gd name="T13" fmla="*/ 33657 h 313"/>
                <a:gd name="T14" fmla="*/ 189024 w 400"/>
                <a:gd name="T15" fmla="*/ 12822 h 313"/>
                <a:gd name="T16" fmla="*/ 177356 w 400"/>
                <a:gd name="T17" fmla="*/ 0 h 313"/>
                <a:gd name="T18" fmla="*/ 62230 w 400"/>
                <a:gd name="T19" fmla="*/ 12822 h 313"/>
                <a:gd name="T20" fmla="*/ 70787 w 400"/>
                <a:gd name="T21" fmla="*/ 33657 h 313"/>
                <a:gd name="T22" fmla="*/ 87900 w 400"/>
                <a:gd name="T23" fmla="*/ 56896 h 313"/>
                <a:gd name="T24" fmla="*/ 286258 w 400"/>
                <a:gd name="T25" fmla="*/ 33657 h 313"/>
                <a:gd name="T26" fmla="*/ 143907 w 400"/>
                <a:gd name="T27" fmla="*/ 164278 h 313"/>
                <a:gd name="T28" fmla="*/ 286258 w 400"/>
                <a:gd name="T29" fmla="*/ 171491 h 313"/>
                <a:gd name="T30" fmla="*/ 146241 w 400"/>
                <a:gd name="T31" fmla="*/ 178703 h 313"/>
                <a:gd name="T32" fmla="*/ 147018 w 400"/>
                <a:gd name="T33" fmla="*/ 199538 h 313"/>
                <a:gd name="T34" fmla="*/ 177356 w 400"/>
                <a:gd name="T35" fmla="*/ 249222 h 313"/>
                <a:gd name="T36" fmla="*/ 189024 w 400"/>
                <a:gd name="T37" fmla="*/ 199538 h 313"/>
                <a:gd name="T38" fmla="*/ 245031 w 400"/>
                <a:gd name="T39" fmla="*/ 247620 h 313"/>
                <a:gd name="T40" fmla="*/ 239586 w 400"/>
                <a:gd name="T41" fmla="*/ 199538 h 313"/>
                <a:gd name="T42" fmla="*/ 311150 w 400"/>
                <a:gd name="T43" fmla="*/ 178703 h 313"/>
                <a:gd name="T44" fmla="*/ 303371 w 400"/>
                <a:gd name="T45" fmla="*/ 33657 h 313"/>
                <a:gd name="T46" fmla="*/ 65342 w 400"/>
                <a:gd name="T47" fmla="*/ 129820 h 313"/>
                <a:gd name="T48" fmla="*/ 95679 w 400"/>
                <a:gd name="T49" fmla="*/ 98567 h 313"/>
                <a:gd name="T50" fmla="*/ 35004 w 400"/>
                <a:gd name="T51" fmla="*/ 98567 h 313"/>
                <a:gd name="T52" fmla="*/ 84788 w 400"/>
                <a:gd name="T53" fmla="*/ 136231 h 313"/>
                <a:gd name="T54" fmla="*/ 73120 w 400"/>
                <a:gd name="T55" fmla="*/ 136231 h 313"/>
                <a:gd name="T56" fmla="*/ 76232 w 400"/>
                <a:gd name="T57" fmla="*/ 141840 h 313"/>
                <a:gd name="T58" fmla="*/ 79343 w 400"/>
                <a:gd name="T59" fmla="*/ 213161 h 313"/>
                <a:gd name="T60" fmla="*/ 52118 w 400"/>
                <a:gd name="T61" fmla="*/ 213161 h 313"/>
                <a:gd name="T62" fmla="*/ 55229 w 400"/>
                <a:gd name="T63" fmla="*/ 141840 h 313"/>
                <a:gd name="T64" fmla="*/ 59119 w 400"/>
                <a:gd name="T65" fmla="*/ 136231 h 313"/>
                <a:gd name="T66" fmla="*/ 0 w 400"/>
                <a:gd name="T67" fmla="*/ 182710 h 313"/>
                <a:gd name="T68" fmla="*/ 26448 w 400"/>
                <a:gd name="T69" fmla="*/ 250825 h 313"/>
                <a:gd name="T70" fmla="*/ 35782 w 400"/>
                <a:gd name="T71" fmla="*/ 181107 h 313"/>
                <a:gd name="T72" fmla="*/ 93345 w 400"/>
                <a:gd name="T73" fmla="*/ 250825 h 313"/>
                <a:gd name="T74" fmla="*/ 102680 w 400"/>
                <a:gd name="T75" fmla="*/ 181107 h 313"/>
                <a:gd name="T76" fmla="*/ 129905 w 400"/>
                <a:gd name="T77" fmla="*/ 250825 h 313"/>
                <a:gd name="T78" fmla="*/ 84788 w 400"/>
                <a:gd name="T79" fmla="*/ 136231 h 31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00" h="313">
                  <a:moveTo>
                    <a:pt x="204" y="102"/>
                  </a:moveTo>
                  <a:lnTo>
                    <a:pt x="147" y="158"/>
                  </a:lnTo>
                  <a:cubicBezTo>
                    <a:pt x="153" y="162"/>
                    <a:pt x="158" y="166"/>
                    <a:pt x="163" y="170"/>
                  </a:cubicBezTo>
                  <a:lnTo>
                    <a:pt x="204" y="129"/>
                  </a:lnTo>
                  <a:lnTo>
                    <a:pt x="248" y="174"/>
                  </a:lnTo>
                  <a:lnTo>
                    <a:pt x="311" y="111"/>
                  </a:lnTo>
                  <a:lnTo>
                    <a:pt x="321" y="135"/>
                  </a:lnTo>
                  <a:lnTo>
                    <a:pt x="341" y="67"/>
                  </a:lnTo>
                  <a:lnTo>
                    <a:pt x="272" y="87"/>
                  </a:lnTo>
                  <a:lnTo>
                    <a:pt x="297" y="97"/>
                  </a:lnTo>
                  <a:lnTo>
                    <a:pt x="248" y="146"/>
                  </a:lnTo>
                  <a:lnTo>
                    <a:pt x="204" y="102"/>
                  </a:lnTo>
                  <a:close/>
                  <a:moveTo>
                    <a:pt x="400" y="42"/>
                  </a:moveTo>
                  <a:lnTo>
                    <a:pt x="400" y="42"/>
                  </a:lnTo>
                  <a:lnTo>
                    <a:pt x="400" y="16"/>
                  </a:lnTo>
                  <a:lnTo>
                    <a:pt x="243" y="16"/>
                  </a:lnTo>
                  <a:lnTo>
                    <a:pt x="243" y="0"/>
                  </a:lnTo>
                  <a:lnTo>
                    <a:pt x="228" y="0"/>
                  </a:lnTo>
                  <a:lnTo>
                    <a:pt x="228" y="16"/>
                  </a:lnTo>
                  <a:lnTo>
                    <a:pt x="80" y="16"/>
                  </a:lnTo>
                  <a:lnTo>
                    <a:pt x="80" y="42"/>
                  </a:lnTo>
                  <a:lnTo>
                    <a:pt x="91" y="42"/>
                  </a:lnTo>
                  <a:lnTo>
                    <a:pt x="91" y="64"/>
                  </a:lnTo>
                  <a:cubicBezTo>
                    <a:pt x="99" y="65"/>
                    <a:pt x="106" y="67"/>
                    <a:pt x="113" y="71"/>
                  </a:cubicBezTo>
                  <a:lnTo>
                    <a:pt x="113" y="42"/>
                  </a:lnTo>
                  <a:lnTo>
                    <a:pt x="368" y="42"/>
                  </a:lnTo>
                  <a:lnTo>
                    <a:pt x="368" y="205"/>
                  </a:lnTo>
                  <a:lnTo>
                    <a:pt x="185" y="205"/>
                  </a:lnTo>
                  <a:cubicBezTo>
                    <a:pt x="186" y="208"/>
                    <a:pt x="187" y="211"/>
                    <a:pt x="187" y="214"/>
                  </a:cubicBezTo>
                  <a:lnTo>
                    <a:pt x="368" y="214"/>
                  </a:lnTo>
                  <a:lnTo>
                    <a:pt x="368" y="223"/>
                  </a:lnTo>
                  <a:lnTo>
                    <a:pt x="188" y="223"/>
                  </a:lnTo>
                  <a:cubicBezTo>
                    <a:pt x="188" y="225"/>
                    <a:pt x="189" y="226"/>
                    <a:pt x="189" y="228"/>
                  </a:cubicBezTo>
                  <a:lnTo>
                    <a:pt x="189" y="249"/>
                  </a:lnTo>
                  <a:lnTo>
                    <a:pt x="228" y="249"/>
                  </a:lnTo>
                  <a:lnTo>
                    <a:pt x="228" y="311"/>
                  </a:lnTo>
                  <a:lnTo>
                    <a:pt x="243" y="311"/>
                  </a:lnTo>
                  <a:lnTo>
                    <a:pt x="243" y="249"/>
                  </a:lnTo>
                  <a:lnTo>
                    <a:pt x="292" y="249"/>
                  </a:lnTo>
                  <a:lnTo>
                    <a:pt x="315" y="309"/>
                  </a:lnTo>
                  <a:lnTo>
                    <a:pt x="330" y="305"/>
                  </a:lnTo>
                  <a:lnTo>
                    <a:pt x="308" y="249"/>
                  </a:lnTo>
                  <a:lnTo>
                    <a:pt x="400" y="249"/>
                  </a:lnTo>
                  <a:lnTo>
                    <a:pt x="400" y="223"/>
                  </a:lnTo>
                  <a:lnTo>
                    <a:pt x="390" y="223"/>
                  </a:lnTo>
                  <a:lnTo>
                    <a:pt x="390" y="42"/>
                  </a:lnTo>
                  <a:lnTo>
                    <a:pt x="400" y="42"/>
                  </a:lnTo>
                  <a:close/>
                  <a:moveTo>
                    <a:pt x="84" y="162"/>
                  </a:moveTo>
                  <a:lnTo>
                    <a:pt x="84" y="162"/>
                  </a:lnTo>
                  <a:cubicBezTo>
                    <a:pt x="105" y="162"/>
                    <a:pt x="123" y="144"/>
                    <a:pt x="123" y="123"/>
                  </a:cubicBezTo>
                  <a:cubicBezTo>
                    <a:pt x="123" y="101"/>
                    <a:pt x="105" y="84"/>
                    <a:pt x="84" y="84"/>
                  </a:cubicBezTo>
                  <a:cubicBezTo>
                    <a:pt x="62" y="84"/>
                    <a:pt x="45" y="101"/>
                    <a:pt x="45" y="123"/>
                  </a:cubicBezTo>
                  <a:cubicBezTo>
                    <a:pt x="45" y="144"/>
                    <a:pt x="62" y="162"/>
                    <a:pt x="84" y="162"/>
                  </a:cubicBezTo>
                  <a:close/>
                  <a:moveTo>
                    <a:pt x="109" y="170"/>
                  </a:moveTo>
                  <a:lnTo>
                    <a:pt x="109" y="170"/>
                  </a:lnTo>
                  <a:lnTo>
                    <a:pt x="94" y="170"/>
                  </a:lnTo>
                  <a:lnTo>
                    <a:pt x="97" y="171"/>
                  </a:lnTo>
                  <a:cubicBezTo>
                    <a:pt x="98" y="172"/>
                    <a:pt x="99" y="175"/>
                    <a:pt x="98" y="177"/>
                  </a:cubicBezTo>
                  <a:lnTo>
                    <a:pt x="93" y="190"/>
                  </a:lnTo>
                  <a:lnTo>
                    <a:pt x="102" y="266"/>
                  </a:lnTo>
                  <a:lnTo>
                    <a:pt x="85" y="282"/>
                  </a:lnTo>
                  <a:lnTo>
                    <a:pt x="67" y="266"/>
                  </a:lnTo>
                  <a:lnTo>
                    <a:pt x="77" y="190"/>
                  </a:lnTo>
                  <a:lnTo>
                    <a:pt x="71" y="177"/>
                  </a:lnTo>
                  <a:cubicBezTo>
                    <a:pt x="71" y="175"/>
                    <a:pt x="71" y="172"/>
                    <a:pt x="73" y="171"/>
                  </a:cubicBezTo>
                  <a:lnTo>
                    <a:pt x="76" y="170"/>
                  </a:lnTo>
                  <a:lnTo>
                    <a:pt x="59" y="170"/>
                  </a:lnTo>
                  <a:cubicBezTo>
                    <a:pt x="26" y="170"/>
                    <a:pt x="0" y="196"/>
                    <a:pt x="0" y="228"/>
                  </a:cubicBezTo>
                  <a:lnTo>
                    <a:pt x="0" y="313"/>
                  </a:lnTo>
                  <a:lnTo>
                    <a:pt x="34" y="313"/>
                  </a:lnTo>
                  <a:lnTo>
                    <a:pt x="34" y="226"/>
                  </a:lnTo>
                  <a:lnTo>
                    <a:pt x="46" y="226"/>
                  </a:lnTo>
                  <a:lnTo>
                    <a:pt x="46" y="313"/>
                  </a:lnTo>
                  <a:lnTo>
                    <a:pt x="120" y="313"/>
                  </a:lnTo>
                  <a:lnTo>
                    <a:pt x="120" y="226"/>
                  </a:lnTo>
                  <a:lnTo>
                    <a:pt x="132" y="226"/>
                  </a:lnTo>
                  <a:lnTo>
                    <a:pt x="132" y="313"/>
                  </a:lnTo>
                  <a:lnTo>
                    <a:pt x="167" y="313"/>
                  </a:lnTo>
                  <a:lnTo>
                    <a:pt x="167" y="228"/>
                  </a:lnTo>
                  <a:cubicBezTo>
                    <a:pt x="167" y="196"/>
                    <a:pt x="141" y="170"/>
                    <a:pt x="109" y="17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9" name="组合 36">
            <a:extLst>
              <a:ext uri="{FF2B5EF4-FFF2-40B4-BE49-F238E27FC236}">
                <a16:creationId xmlns:a16="http://schemas.microsoft.com/office/drawing/2014/main" id="{A209AD66-E625-EB73-957F-F729E1AB3040}"/>
              </a:ext>
            </a:extLst>
          </p:cNvPr>
          <p:cNvGrpSpPr>
            <a:grpSpLocks/>
          </p:cNvGrpSpPr>
          <p:nvPr/>
        </p:nvGrpSpPr>
        <p:grpSpPr bwMode="auto">
          <a:xfrm>
            <a:off x="7136333" y="403646"/>
            <a:ext cx="495300" cy="509588"/>
            <a:chOff x="0" y="0"/>
            <a:chExt cx="495300" cy="509588"/>
          </a:xfrm>
        </p:grpSpPr>
        <p:sp>
          <p:nvSpPr>
            <p:cNvPr id="40" name="Oval 11">
              <a:extLst>
                <a:ext uri="{FF2B5EF4-FFF2-40B4-BE49-F238E27FC236}">
                  <a16:creationId xmlns:a16="http://schemas.microsoft.com/office/drawing/2014/main" id="{EC98F84C-F45E-F4BC-393B-3A3049C68D00}"/>
                </a:ext>
              </a:extLst>
            </p:cNvPr>
            <p:cNvSpPr>
              <a:spLocks noChangeArrowheads="1"/>
            </p:cNvSpPr>
            <p:nvPr/>
          </p:nvSpPr>
          <p:spPr bwMode="auto">
            <a:xfrm>
              <a:off x="0" y="0"/>
              <a:ext cx="495300" cy="509588"/>
            </a:xfrm>
            <a:prstGeom prst="ellipse">
              <a:avLst/>
            </a:prstGeom>
            <a:solidFill>
              <a:srgbClr val="05448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a:p>
          </p:txBody>
        </p:sp>
        <p:sp>
          <p:nvSpPr>
            <p:cNvPr id="41" name="Freeform 16">
              <a:extLst>
                <a:ext uri="{FF2B5EF4-FFF2-40B4-BE49-F238E27FC236}">
                  <a16:creationId xmlns:a16="http://schemas.microsoft.com/office/drawing/2014/main" id="{28A4D58E-C1FE-EB59-3A8E-1CC2AE7E88FA}"/>
                </a:ext>
              </a:extLst>
            </p:cNvPr>
            <p:cNvSpPr>
              <a:spLocks noEditPoints="1"/>
            </p:cNvSpPr>
            <p:nvPr/>
          </p:nvSpPr>
          <p:spPr bwMode="auto">
            <a:xfrm>
              <a:off x="117475" y="112713"/>
              <a:ext cx="279400" cy="284163"/>
            </a:xfrm>
            <a:custGeom>
              <a:avLst/>
              <a:gdLst>
                <a:gd name="T0" fmla="*/ 252865 w 358"/>
                <a:gd name="T1" fmla="*/ 244941 h 355"/>
                <a:gd name="T2" fmla="*/ 223988 w 358"/>
                <a:gd name="T3" fmla="*/ 244941 h 355"/>
                <a:gd name="T4" fmla="*/ 183405 w 358"/>
                <a:gd name="T5" fmla="*/ 165695 h 355"/>
                <a:gd name="T6" fmla="*/ 178722 w 358"/>
                <a:gd name="T7" fmla="*/ 180904 h 355"/>
                <a:gd name="T8" fmla="*/ 156870 w 358"/>
                <a:gd name="T9" fmla="*/ 198514 h 355"/>
                <a:gd name="T10" fmla="*/ 229451 w 358"/>
                <a:gd name="T11" fmla="*/ 280961 h 355"/>
                <a:gd name="T12" fmla="*/ 275498 w 358"/>
                <a:gd name="T13" fmla="*/ 248943 h 355"/>
                <a:gd name="T14" fmla="*/ 241939 w 358"/>
                <a:gd name="T15" fmla="*/ 212122 h 355"/>
                <a:gd name="T16" fmla="*/ 190429 w 358"/>
                <a:gd name="T17" fmla="*/ 168897 h 355"/>
                <a:gd name="T18" fmla="*/ 100678 w 358"/>
                <a:gd name="T19" fmla="*/ 100858 h 355"/>
                <a:gd name="T20" fmla="*/ 116287 w 358"/>
                <a:gd name="T21" fmla="*/ 96856 h 355"/>
                <a:gd name="T22" fmla="*/ 120189 w 358"/>
                <a:gd name="T23" fmla="*/ 81647 h 355"/>
                <a:gd name="T24" fmla="*/ 124091 w 358"/>
                <a:gd name="T25" fmla="*/ 66438 h 355"/>
                <a:gd name="T26" fmla="*/ 53851 w 358"/>
                <a:gd name="T27" fmla="*/ 6404 h 355"/>
                <a:gd name="T28" fmla="*/ 44485 w 358"/>
                <a:gd name="T29" fmla="*/ 80846 h 355"/>
                <a:gd name="T30" fmla="*/ 0 w 358"/>
                <a:gd name="T31" fmla="*/ 61635 h 355"/>
                <a:gd name="T32" fmla="*/ 82727 w 358"/>
                <a:gd name="T33" fmla="*/ 122470 h 355"/>
                <a:gd name="T34" fmla="*/ 93654 w 358"/>
                <a:gd name="T35" fmla="*/ 108862 h 355"/>
                <a:gd name="T36" fmla="*/ 269254 w 358"/>
                <a:gd name="T37" fmla="*/ 28016 h 355"/>
                <a:gd name="T38" fmla="*/ 231793 w 358"/>
                <a:gd name="T39" fmla="*/ 800 h 355"/>
                <a:gd name="T40" fmla="*/ 131115 w 358"/>
                <a:gd name="T41" fmla="*/ 92853 h 355"/>
                <a:gd name="T42" fmla="*/ 117067 w 358"/>
                <a:gd name="T43" fmla="*/ 113665 h 355"/>
                <a:gd name="T44" fmla="*/ 104580 w 358"/>
                <a:gd name="T45" fmla="*/ 120069 h 355"/>
                <a:gd name="T46" fmla="*/ 106141 w 358"/>
                <a:gd name="T47" fmla="*/ 159291 h 355"/>
                <a:gd name="T48" fmla="*/ 24974 w 358"/>
                <a:gd name="T49" fmla="*/ 231333 h 355"/>
                <a:gd name="T50" fmla="*/ 15609 w 358"/>
                <a:gd name="T51" fmla="*/ 284163 h 355"/>
                <a:gd name="T52" fmla="*/ 57753 w 358"/>
                <a:gd name="T53" fmla="*/ 240938 h 355"/>
                <a:gd name="T54" fmla="*/ 124091 w 358"/>
                <a:gd name="T55" fmla="*/ 177702 h 355"/>
                <a:gd name="T56" fmla="*/ 160772 w 358"/>
                <a:gd name="T57" fmla="*/ 177702 h 355"/>
                <a:gd name="T58" fmla="*/ 171698 w 358"/>
                <a:gd name="T59" fmla="*/ 153688 h 355"/>
                <a:gd name="T60" fmla="*/ 187307 w 358"/>
                <a:gd name="T61" fmla="*/ 150486 h 355"/>
                <a:gd name="T62" fmla="*/ 269254 w 358"/>
                <a:gd name="T63" fmla="*/ 28016 h 35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58" h="355">
                  <a:moveTo>
                    <a:pt x="305" y="288"/>
                  </a:moveTo>
                  <a:cubicBezTo>
                    <a:pt x="316" y="288"/>
                    <a:pt x="324" y="296"/>
                    <a:pt x="324" y="306"/>
                  </a:cubicBezTo>
                  <a:cubicBezTo>
                    <a:pt x="324" y="316"/>
                    <a:pt x="316" y="325"/>
                    <a:pt x="305" y="325"/>
                  </a:cubicBezTo>
                  <a:cubicBezTo>
                    <a:pt x="295" y="325"/>
                    <a:pt x="287" y="316"/>
                    <a:pt x="287" y="306"/>
                  </a:cubicBezTo>
                  <a:cubicBezTo>
                    <a:pt x="287" y="296"/>
                    <a:pt x="295" y="288"/>
                    <a:pt x="305" y="288"/>
                  </a:cubicBezTo>
                  <a:close/>
                  <a:moveTo>
                    <a:pt x="235" y="207"/>
                  </a:moveTo>
                  <a:lnTo>
                    <a:pt x="239" y="216"/>
                  </a:lnTo>
                  <a:lnTo>
                    <a:pt x="229" y="226"/>
                  </a:lnTo>
                  <a:lnTo>
                    <a:pt x="220" y="235"/>
                  </a:lnTo>
                  <a:cubicBezTo>
                    <a:pt x="215" y="241"/>
                    <a:pt x="208" y="245"/>
                    <a:pt x="201" y="248"/>
                  </a:cubicBezTo>
                  <a:lnTo>
                    <a:pt x="264" y="311"/>
                  </a:lnTo>
                  <a:lnTo>
                    <a:pt x="294" y="351"/>
                  </a:lnTo>
                  <a:lnTo>
                    <a:pt x="309" y="355"/>
                  </a:lnTo>
                  <a:lnTo>
                    <a:pt x="353" y="311"/>
                  </a:lnTo>
                  <a:lnTo>
                    <a:pt x="349" y="295"/>
                  </a:lnTo>
                  <a:lnTo>
                    <a:pt x="310" y="265"/>
                  </a:lnTo>
                  <a:lnTo>
                    <a:pt x="250" y="205"/>
                  </a:lnTo>
                  <a:lnTo>
                    <a:pt x="244" y="211"/>
                  </a:lnTo>
                  <a:lnTo>
                    <a:pt x="235" y="207"/>
                  </a:lnTo>
                  <a:close/>
                  <a:moveTo>
                    <a:pt x="129" y="126"/>
                  </a:moveTo>
                  <a:lnTo>
                    <a:pt x="140" y="116"/>
                  </a:lnTo>
                  <a:lnTo>
                    <a:pt x="149" y="121"/>
                  </a:lnTo>
                  <a:lnTo>
                    <a:pt x="144" y="112"/>
                  </a:lnTo>
                  <a:lnTo>
                    <a:pt x="154" y="102"/>
                  </a:lnTo>
                  <a:lnTo>
                    <a:pt x="155" y="101"/>
                  </a:lnTo>
                  <a:cubicBezTo>
                    <a:pt x="158" y="95"/>
                    <a:pt x="159" y="89"/>
                    <a:pt x="159" y="83"/>
                  </a:cubicBezTo>
                  <a:cubicBezTo>
                    <a:pt x="159" y="41"/>
                    <a:pt x="119" y="0"/>
                    <a:pt x="76" y="1"/>
                  </a:cubicBezTo>
                  <a:cubicBezTo>
                    <a:pt x="76" y="1"/>
                    <a:pt x="72" y="6"/>
                    <a:pt x="69" y="8"/>
                  </a:cubicBezTo>
                  <a:cubicBezTo>
                    <a:pt x="103" y="42"/>
                    <a:pt x="100" y="37"/>
                    <a:pt x="100" y="57"/>
                  </a:cubicBezTo>
                  <a:cubicBezTo>
                    <a:pt x="100" y="74"/>
                    <a:pt x="73" y="101"/>
                    <a:pt x="57" y="101"/>
                  </a:cubicBezTo>
                  <a:cubicBezTo>
                    <a:pt x="35" y="101"/>
                    <a:pt x="42" y="104"/>
                    <a:pt x="8" y="70"/>
                  </a:cubicBezTo>
                  <a:cubicBezTo>
                    <a:pt x="5" y="72"/>
                    <a:pt x="0" y="77"/>
                    <a:pt x="0" y="77"/>
                  </a:cubicBezTo>
                  <a:cubicBezTo>
                    <a:pt x="1" y="119"/>
                    <a:pt x="40" y="160"/>
                    <a:pt x="83" y="160"/>
                  </a:cubicBezTo>
                  <a:cubicBezTo>
                    <a:pt x="90" y="160"/>
                    <a:pt x="98" y="157"/>
                    <a:pt x="106" y="153"/>
                  </a:cubicBezTo>
                  <a:lnTo>
                    <a:pt x="108" y="155"/>
                  </a:lnTo>
                  <a:cubicBezTo>
                    <a:pt x="111" y="148"/>
                    <a:pt x="115" y="141"/>
                    <a:pt x="120" y="136"/>
                  </a:cubicBezTo>
                  <a:lnTo>
                    <a:pt x="129" y="126"/>
                  </a:lnTo>
                  <a:close/>
                  <a:moveTo>
                    <a:pt x="345" y="35"/>
                  </a:moveTo>
                  <a:lnTo>
                    <a:pt x="321" y="10"/>
                  </a:lnTo>
                  <a:cubicBezTo>
                    <a:pt x="314" y="4"/>
                    <a:pt x="306" y="1"/>
                    <a:pt x="297" y="1"/>
                  </a:cubicBezTo>
                  <a:cubicBezTo>
                    <a:pt x="289" y="1"/>
                    <a:pt x="280" y="4"/>
                    <a:pt x="273" y="10"/>
                  </a:cubicBezTo>
                  <a:lnTo>
                    <a:pt x="168" y="116"/>
                  </a:lnTo>
                  <a:cubicBezTo>
                    <a:pt x="171" y="122"/>
                    <a:pt x="169" y="131"/>
                    <a:pt x="164" y="136"/>
                  </a:cubicBezTo>
                  <a:cubicBezTo>
                    <a:pt x="161" y="140"/>
                    <a:pt x="155" y="142"/>
                    <a:pt x="150" y="142"/>
                  </a:cubicBezTo>
                  <a:cubicBezTo>
                    <a:pt x="148" y="142"/>
                    <a:pt x="145" y="141"/>
                    <a:pt x="143" y="140"/>
                  </a:cubicBezTo>
                  <a:lnTo>
                    <a:pt x="134" y="150"/>
                  </a:lnTo>
                  <a:cubicBezTo>
                    <a:pt x="121" y="163"/>
                    <a:pt x="121" y="184"/>
                    <a:pt x="134" y="197"/>
                  </a:cubicBezTo>
                  <a:lnTo>
                    <a:pt x="136" y="199"/>
                  </a:lnTo>
                  <a:lnTo>
                    <a:pt x="54" y="281"/>
                  </a:lnTo>
                  <a:lnTo>
                    <a:pt x="32" y="289"/>
                  </a:lnTo>
                  <a:lnTo>
                    <a:pt x="0" y="335"/>
                  </a:lnTo>
                  <a:lnTo>
                    <a:pt x="20" y="355"/>
                  </a:lnTo>
                  <a:lnTo>
                    <a:pt x="66" y="323"/>
                  </a:lnTo>
                  <a:lnTo>
                    <a:pt x="74" y="301"/>
                  </a:lnTo>
                  <a:lnTo>
                    <a:pt x="156" y="219"/>
                  </a:lnTo>
                  <a:lnTo>
                    <a:pt x="159" y="222"/>
                  </a:lnTo>
                  <a:cubicBezTo>
                    <a:pt x="165" y="228"/>
                    <a:pt x="174" y="231"/>
                    <a:pt x="182" y="231"/>
                  </a:cubicBezTo>
                  <a:cubicBezTo>
                    <a:pt x="191" y="231"/>
                    <a:pt x="200" y="228"/>
                    <a:pt x="206" y="222"/>
                  </a:cubicBezTo>
                  <a:lnTo>
                    <a:pt x="215" y="212"/>
                  </a:lnTo>
                  <a:cubicBezTo>
                    <a:pt x="212" y="206"/>
                    <a:pt x="215" y="197"/>
                    <a:pt x="220" y="192"/>
                  </a:cubicBezTo>
                  <a:cubicBezTo>
                    <a:pt x="223" y="188"/>
                    <a:pt x="229" y="186"/>
                    <a:pt x="234" y="186"/>
                  </a:cubicBezTo>
                  <a:cubicBezTo>
                    <a:pt x="236" y="186"/>
                    <a:pt x="238" y="187"/>
                    <a:pt x="240" y="188"/>
                  </a:cubicBezTo>
                  <a:lnTo>
                    <a:pt x="345" y="82"/>
                  </a:lnTo>
                  <a:cubicBezTo>
                    <a:pt x="358" y="69"/>
                    <a:pt x="358" y="48"/>
                    <a:pt x="345" y="3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2" name="组合 39">
            <a:extLst>
              <a:ext uri="{FF2B5EF4-FFF2-40B4-BE49-F238E27FC236}">
                <a16:creationId xmlns:a16="http://schemas.microsoft.com/office/drawing/2014/main" id="{596DC9D6-9B93-05C4-D6CE-49E29BD32617}"/>
              </a:ext>
            </a:extLst>
          </p:cNvPr>
          <p:cNvGrpSpPr>
            <a:grpSpLocks/>
          </p:cNvGrpSpPr>
          <p:nvPr/>
        </p:nvGrpSpPr>
        <p:grpSpPr bwMode="auto">
          <a:xfrm>
            <a:off x="7750695" y="403646"/>
            <a:ext cx="493713" cy="509588"/>
            <a:chOff x="0" y="0"/>
            <a:chExt cx="493712" cy="509588"/>
          </a:xfrm>
        </p:grpSpPr>
        <p:sp>
          <p:nvSpPr>
            <p:cNvPr id="43" name="Oval 12">
              <a:extLst>
                <a:ext uri="{FF2B5EF4-FFF2-40B4-BE49-F238E27FC236}">
                  <a16:creationId xmlns:a16="http://schemas.microsoft.com/office/drawing/2014/main" id="{6AACD299-120C-C32A-6D79-083C7E0853B2}"/>
                </a:ext>
              </a:extLst>
            </p:cNvPr>
            <p:cNvSpPr>
              <a:spLocks noChangeArrowheads="1"/>
            </p:cNvSpPr>
            <p:nvPr/>
          </p:nvSpPr>
          <p:spPr bwMode="auto">
            <a:xfrm>
              <a:off x="0" y="0"/>
              <a:ext cx="493712" cy="509588"/>
            </a:xfrm>
            <a:prstGeom prst="ellipse">
              <a:avLst/>
            </a:prstGeom>
            <a:solidFill>
              <a:srgbClr val="054487"/>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a:p>
          </p:txBody>
        </p:sp>
        <p:sp>
          <p:nvSpPr>
            <p:cNvPr id="44" name="Freeform 17">
              <a:extLst>
                <a:ext uri="{FF2B5EF4-FFF2-40B4-BE49-F238E27FC236}">
                  <a16:creationId xmlns:a16="http://schemas.microsoft.com/office/drawing/2014/main" id="{6F4136BB-0C67-6348-7F29-68A1419B2EF9}"/>
                </a:ext>
              </a:extLst>
            </p:cNvPr>
            <p:cNvSpPr>
              <a:spLocks noEditPoints="1"/>
            </p:cNvSpPr>
            <p:nvPr/>
          </p:nvSpPr>
          <p:spPr bwMode="auto">
            <a:xfrm>
              <a:off x="103187" y="92075"/>
              <a:ext cx="300037" cy="330200"/>
            </a:xfrm>
            <a:custGeom>
              <a:avLst/>
              <a:gdLst>
                <a:gd name="T0" fmla="*/ 90709 w 387"/>
                <a:gd name="T1" fmla="*/ 50492 h 412"/>
                <a:gd name="T2" fmla="*/ 196148 w 387"/>
                <a:gd name="T3" fmla="*/ 36867 h 412"/>
                <a:gd name="T4" fmla="*/ 158159 w 387"/>
                <a:gd name="T5" fmla="*/ 22441 h 412"/>
                <a:gd name="T6" fmla="*/ 114743 w 387"/>
                <a:gd name="T7" fmla="*/ 22441 h 412"/>
                <a:gd name="T8" fmla="*/ 76754 w 387"/>
                <a:gd name="T9" fmla="*/ 36867 h 412"/>
                <a:gd name="T10" fmla="*/ 246542 w 387"/>
                <a:gd name="T11" fmla="*/ 286120 h 412"/>
                <a:gd name="T12" fmla="*/ 251194 w 387"/>
                <a:gd name="T13" fmla="*/ 276502 h 412"/>
                <a:gd name="T14" fmla="*/ 233362 w 387"/>
                <a:gd name="T15" fmla="*/ 214790 h 412"/>
                <a:gd name="T16" fmla="*/ 222508 w 387"/>
                <a:gd name="T17" fmla="*/ 214790 h 412"/>
                <a:gd name="T18" fmla="*/ 222508 w 387"/>
                <a:gd name="T19" fmla="*/ 262076 h 412"/>
                <a:gd name="T20" fmla="*/ 223283 w 387"/>
                <a:gd name="T21" fmla="*/ 262878 h 412"/>
                <a:gd name="T22" fmla="*/ 223283 w 387"/>
                <a:gd name="T23" fmla="*/ 264481 h 412"/>
                <a:gd name="T24" fmla="*/ 224059 w 387"/>
                <a:gd name="T25" fmla="*/ 265282 h 412"/>
                <a:gd name="T26" fmla="*/ 285307 w 387"/>
                <a:gd name="T27" fmla="*/ 217996 h 412"/>
                <a:gd name="T28" fmla="*/ 227935 w 387"/>
                <a:gd name="T29" fmla="*/ 186739 h 412"/>
                <a:gd name="T30" fmla="*/ 214755 w 387"/>
                <a:gd name="T31" fmla="*/ 329399 h 412"/>
                <a:gd name="T32" fmla="*/ 296161 w 387"/>
                <a:gd name="T33" fmla="*/ 271694 h 412"/>
                <a:gd name="T34" fmla="*/ 286082 w 387"/>
                <a:gd name="T35" fmla="*/ 270091 h 412"/>
                <a:gd name="T36" fmla="*/ 227935 w 387"/>
                <a:gd name="T37" fmla="*/ 318980 h 412"/>
                <a:gd name="T38" fmla="*/ 170564 w 387"/>
                <a:gd name="T39" fmla="*/ 246849 h 412"/>
                <a:gd name="T40" fmla="*/ 238789 w 387"/>
                <a:gd name="T41" fmla="*/ 198761 h 412"/>
                <a:gd name="T42" fmla="*/ 286082 w 387"/>
                <a:gd name="T43" fmla="*/ 270091 h 412"/>
                <a:gd name="T44" fmla="*/ 100788 w 387"/>
                <a:gd name="T45" fmla="*/ 269289 h 412"/>
                <a:gd name="T46" fmla="*/ 171339 w 387"/>
                <a:gd name="T47" fmla="*/ 196357 h 412"/>
                <a:gd name="T48" fmla="*/ 186069 w 387"/>
                <a:gd name="T49" fmla="*/ 185136 h 412"/>
                <a:gd name="T50" fmla="*/ 258947 w 387"/>
                <a:gd name="T51" fmla="*/ 112204 h 412"/>
                <a:gd name="T52" fmla="*/ 262048 w 387"/>
                <a:gd name="T53" fmla="*/ 181129 h 412"/>
                <a:gd name="T54" fmla="*/ 272902 w 387"/>
                <a:gd name="T55" fmla="*/ 185136 h 412"/>
                <a:gd name="T56" fmla="*/ 272902 w 387"/>
                <a:gd name="T57" fmla="*/ 76138 h 412"/>
                <a:gd name="T58" fmla="*/ 14730 w 387"/>
                <a:gd name="T59" fmla="*/ 61712 h 412"/>
                <a:gd name="T60" fmla="*/ 0 w 387"/>
                <a:gd name="T61" fmla="*/ 115410 h 412"/>
                <a:gd name="T62" fmla="*/ 0 w 387"/>
                <a:gd name="T63" fmla="*/ 196357 h 412"/>
                <a:gd name="T64" fmla="*/ 0 w 387"/>
                <a:gd name="T65" fmla="*/ 274900 h 412"/>
                <a:gd name="T66" fmla="*/ 151181 w 387"/>
                <a:gd name="T67" fmla="*/ 289326 h 412"/>
                <a:gd name="T68" fmla="*/ 11629 w 387"/>
                <a:gd name="T69" fmla="*/ 115410 h 412"/>
                <a:gd name="T70" fmla="*/ 14730 w 387"/>
                <a:gd name="T71" fmla="*/ 112204 h 412"/>
                <a:gd name="T72" fmla="*/ 89158 w 387"/>
                <a:gd name="T73" fmla="*/ 185136 h 412"/>
                <a:gd name="T74" fmla="*/ 11629 w 387"/>
                <a:gd name="T75" fmla="*/ 115410 h 412"/>
                <a:gd name="T76" fmla="*/ 89158 w 387"/>
                <a:gd name="T77" fmla="*/ 196357 h 412"/>
                <a:gd name="T78" fmla="*/ 14730 w 387"/>
                <a:gd name="T79" fmla="*/ 269289 h 412"/>
                <a:gd name="T80" fmla="*/ 11629 w 387"/>
                <a:gd name="T81" fmla="*/ 196357 h 412"/>
                <a:gd name="T82" fmla="*/ 100788 w 387"/>
                <a:gd name="T83" fmla="*/ 185136 h 412"/>
                <a:gd name="T84" fmla="*/ 100788 w 387"/>
                <a:gd name="T85" fmla="*/ 112204 h 412"/>
                <a:gd name="T86" fmla="*/ 175215 w 387"/>
                <a:gd name="T87" fmla="*/ 185136 h 412"/>
                <a:gd name="T88" fmla="*/ 180642 w 387"/>
                <a:gd name="T89" fmla="*/ 76138 h 412"/>
                <a:gd name="T90" fmla="*/ 190721 w 387"/>
                <a:gd name="T91" fmla="*/ 85756 h 412"/>
                <a:gd name="T92" fmla="*/ 171339 w 387"/>
                <a:gd name="T93" fmla="*/ 85756 h 412"/>
                <a:gd name="T94" fmla="*/ 95361 w 387"/>
                <a:gd name="T95" fmla="*/ 76138 h 412"/>
                <a:gd name="T96" fmla="*/ 104664 w 387"/>
                <a:gd name="T97" fmla="*/ 85756 h 412"/>
                <a:gd name="T98" fmla="*/ 85282 w 387"/>
                <a:gd name="T99" fmla="*/ 85756 h 41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387" h="412">
                  <a:moveTo>
                    <a:pt x="99" y="46"/>
                  </a:moveTo>
                  <a:cubicBezTo>
                    <a:pt x="99" y="55"/>
                    <a:pt x="107" y="63"/>
                    <a:pt x="117" y="63"/>
                  </a:cubicBezTo>
                  <a:lnTo>
                    <a:pt x="236" y="63"/>
                  </a:lnTo>
                  <a:cubicBezTo>
                    <a:pt x="246" y="63"/>
                    <a:pt x="253" y="55"/>
                    <a:pt x="253" y="46"/>
                  </a:cubicBezTo>
                  <a:cubicBezTo>
                    <a:pt x="253" y="36"/>
                    <a:pt x="246" y="28"/>
                    <a:pt x="236" y="28"/>
                  </a:cubicBezTo>
                  <a:lnTo>
                    <a:pt x="204" y="28"/>
                  </a:lnTo>
                  <a:cubicBezTo>
                    <a:pt x="204" y="13"/>
                    <a:pt x="192" y="0"/>
                    <a:pt x="176" y="0"/>
                  </a:cubicBezTo>
                  <a:cubicBezTo>
                    <a:pt x="161" y="0"/>
                    <a:pt x="148" y="13"/>
                    <a:pt x="148" y="28"/>
                  </a:cubicBezTo>
                  <a:lnTo>
                    <a:pt x="117" y="28"/>
                  </a:lnTo>
                  <a:cubicBezTo>
                    <a:pt x="107" y="28"/>
                    <a:pt x="99" y="36"/>
                    <a:pt x="99" y="46"/>
                  </a:cubicBezTo>
                  <a:close/>
                  <a:moveTo>
                    <a:pt x="313" y="355"/>
                  </a:moveTo>
                  <a:cubicBezTo>
                    <a:pt x="315" y="356"/>
                    <a:pt x="317" y="357"/>
                    <a:pt x="318" y="357"/>
                  </a:cubicBezTo>
                  <a:cubicBezTo>
                    <a:pt x="320" y="357"/>
                    <a:pt x="322" y="356"/>
                    <a:pt x="324" y="355"/>
                  </a:cubicBezTo>
                  <a:cubicBezTo>
                    <a:pt x="326" y="352"/>
                    <a:pt x="326" y="348"/>
                    <a:pt x="324" y="345"/>
                  </a:cubicBezTo>
                  <a:lnTo>
                    <a:pt x="301" y="323"/>
                  </a:lnTo>
                  <a:lnTo>
                    <a:pt x="301" y="268"/>
                  </a:lnTo>
                  <a:cubicBezTo>
                    <a:pt x="301" y="264"/>
                    <a:pt x="298" y="260"/>
                    <a:pt x="294" y="260"/>
                  </a:cubicBezTo>
                  <a:cubicBezTo>
                    <a:pt x="290" y="260"/>
                    <a:pt x="287" y="264"/>
                    <a:pt x="287" y="268"/>
                  </a:cubicBezTo>
                  <a:lnTo>
                    <a:pt x="287" y="326"/>
                  </a:lnTo>
                  <a:cubicBezTo>
                    <a:pt x="287" y="326"/>
                    <a:pt x="287" y="327"/>
                    <a:pt x="287" y="327"/>
                  </a:cubicBezTo>
                  <a:cubicBezTo>
                    <a:pt x="287" y="327"/>
                    <a:pt x="287" y="327"/>
                    <a:pt x="287" y="328"/>
                  </a:cubicBezTo>
                  <a:cubicBezTo>
                    <a:pt x="287" y="328"/>
                    <a:pt x="287" y="328"/>
                    <a:pt x="288" y="328"/>
                  </a:cubicBezTo>
                  <a:cubicBezTo>
                    <a:pt x="288" y="329"/>
                    <a:pt x="288" y="329"/>
                    <a:pt x="288" y="329"/>
                  </a:cubicBezTo>
                  <a:cubicBezTo>
                    <a:pt x="288" y="329"/>
                    <a:pt x="288" y="329"/>
                    <a:pt x="288" y="330"/>
                  </a:cubicBezTo>
                  <a:cubicBezTo>
                    <a:pt x="288" y="330"/>
                    <a:pt x="289" y="330"/>
                    <a:pt x="289" y="331"/>
                  </a:cubicBezTo>
                  <a:cubicBezTo>
                    <a:pt x="289" y="331"/>
                    <a:pt x="289" y="331"/>
                    <a:pt x="289" y="331"/>
                  </a:cubicBezTo>
                  <a:lnTo>
                    <a:pt x="313" y="355"/>
                  </a:lnTo>
                  <a:close/>
                  <a:moveTo>
                    <a:pt x="368" y="272"/>
                  </a:moveTo>
                  <a:cubicBezTo>
                    <a:pt x="355" y="252"/>
                    <a:pt x="335" y="239"/>
                    <a:pt x="311" y="234"/>
                  </a:cubicBezTo>
                  <a:cubicBezTo>
                    <a:pt x="305" y="233"/>
                    <a:pt x="300" y="233"/>
                    <a:pt x="294" y="233"/>
                  </a:cubicBezTo>
                  <a:cubicBezTo>
                    <a:pt x="251" y="233"/>
                    <a:pt x="214" y="264"/>
                    <a:pt x="206" y="306"/>
                  </a:cubicBezTo>
                  <a:cubicBezTo>
                    <a:pt x="197" y="354"/>
                    <a:pt x="229" y="401"/>
                    <a:pt x="277" y="411"/>
                  </a:cubicBezTo>
                  <a:cubicBezTo>
                    <a:pt x="283" y="412"/>
                    <a:pt x="289" y="412"/>
                    <a:pt x="294" y="412"/>
                  </a:cubicBezTo>
                  <a:cubicBezTo>
                    <a:pt x="337" y="412"/>
                    <a:pt x="374" y="382"/>
                    <a:pt x="382" y="339"/>
                  </a:cubicBezTo>
                  <a:cubicBezTo>
                    <a:pt x="387" y="316"/>
                    <a:pt x="382" y="292"/>
                    <a:pt x="368" y="272"/>
                  </a:cubicBezTo>
                  <a:close/>
                  <a:moveTo>
                    <a:pt x="369" y="337"/>
                  </a:moveTo>
                  <a:lnTo>
                    <a:pt x="369" y="337"/>
                  </a:lnTo>
                  <a:cubicBezTo>
                    <a:pt x="362" y="372"/>
                    <a:pt x="330" y="398"/>
                    <a:pt x="294" y="398"/>
                  </a:cubicBezTo>
                  <a:cubicBezTo>
                    <a:pt x="289" y="398"/>
                    <a:pt x="285" y="398"/>
                    <a:pt x="280" y="397"/>
                  </a:cubicBezTo>
                  <a:cubicBezTo>
                    <a:pt x="239" y="389"/>
                    <a:pt x="212" y="349"/>
                    <a:pt x="220" y="308"/>
                  </a:cubicBezTo>
                  <a:cubicBezTo>
                    <a:pt x="227" y="273"/>
                    <a:pt x="258" y="247"/>
                    <a:pt x="294" y="247"/>
                  </a:cubicBezTo>
                  <a:cubicBezTo>
                    <a:pt x="299" y="247"/>
                    <a:pt x="304" y="247"/>
                    <a:pt x="308" y="248"/>
                  </a:cubicBezTo>
                  <a:cubicBezTo>
                    <a:pt x="328" y="252"/>
                    <a:pt x="345" y="263"/>
                    <a:pt x="357" y="280"/>
                  </a:cubicBezTo>
                  <a:cubicBezTo>
                    <a:pt x="368" y="297"/>
                    <a:pt x="372" y="317"/>
                    <a:pt x="369" y="337"/>
                  </a:cubicBezTo>
                  <a:close/>
                  <a:moveTo>
                    <a:pt x="189" y="336"/>
                  </a:moveTo>
                  <a:lnTo>
                    <a:pt x="130" y="336"/>
                  </a:lnTo>
                  <a:lnTo>
                    <a:pt x="130" y="245"/>
                  </a:lnTo>
                  <a:lnTo>
                    <a:pt x="221" y="245"/>
                  </a:lnTo>
                  <a:cubicBezTo>
                    <a:pt x="227" y="240"/>
                    <a:pt x="234" y="235"/>
                    <a:pt x="241" y="231"/>
                  </a:cubicBezTo>
                  <a:lnTo>
                    <a:pt x="240" y="231"/>
                  </a:lnTo>
                  <a:lnTo>
                    <a:pt x="240" y="140"/>
                  </a:lnTo>
                  <a:lnTo>
                    <a:pt x="334" y="140"/>
                  </a:lnTo>
                  <a:cubicBezTo>
                    <a:pt x="336" y="140"/>
                    <a:pt x="338" y="142"/>
                    <a:pt x="338" y="144"/>
                  </a:cubicBezTo>
                  <a:lnTo>
                    <a:pt x="338" y="226"/>
                  </a:lnTo>
                  <a:cubicBezTo>
                    <a:pt x="343" y="228"/>
                    <a:pt x="348" y="231"/>
                    <a:pt x="352" y="234"/>
                  </a:cubicBezTo>
                  <a:lnTo>
                    <a:pt x="352" y="231"/>
                  </a:lnTo>
                  <a:lnTo>
                    <a:pt x="352" y="144"/>
                  </a:lnTo>
                  <a:lnTo>
                    <a:pt x="352" y="95"/>
                  </a:lnTo>
                  <a:cubicBezTo>
                    <a:pt x="352" y="85"/>
                    <a:pt x="344" y="77"/>
                    <a:pt x="334" y="77"/>
                  </a:cubicBezTo>
                  <a:lnTo>
                    <a:pt x="19" y="77"/>
                  </a:lnTo>
                  <a:cubicBezTo>
                    <a:pt x="8" y="77"/>
                    <a:pt x="0" y="85"/>
                    <a:pt x="0" y="95"/>
                  </a:cubicBezTo>
                  <a:lnTo>
                    <a:pt x="0" y="144"/>
                  </a:lnTo>
                  <a:lnTo>
                    <a:pt x="0" y="231"/>
                  </a:lnTo>
                  <a:lnTo>
                    <a:pt x="0" y="245"/>
                  </a:lnTo>
                  <a:lnTo>
                    <a:pt x="0" y="332"/>
                  </a:lnTo>
                  <a:lnTo>
                    <a:pt x="0" y="343"/>
                  </a:lnTo>
                  <a:cubicBezTo>
                    <a:pt x="0" y="353"/>
                    <a:pt x="8" y="361"/>
                    <a:pt x="19" y="361"/>
                  </a:cubicBezTo>
                  <a:lnTo>
                    <a:pt x="195" y="361"/>
                  </a:lnTo>
                  <a:cubicBezTo>
                    <a:pt x="192" y="353"/>
                    <a:pt x="190" y="345"/>
                    <a:pt x="189" y="336"/>
                  </a:cubicBezTo>
                  <a:close/>
                  <a:moveTo>
                    <a:pt x="15" y="144"/>
                  </a:moveTo>
                  <a:lnTo>
                    <a:pt x="15" y="144"/>
                  </a:lnTo>
                  <a:cubicBezTo>
                    <a:pt x="15" y="142"/>
                    <a:pt x="16" y="140"/>
                    <a:pt x="19" y="140"/>
                  </a:cubicBezTo>
                  <a:lnTo>
                    <a:pt x="115" y="140"/>
                  </a:lnTo>
                  <a:lnTo>
                    <a:pt x="115" y="231"/>
                  </a:lnTo>
                  <a:lnTo>
                    <a:pt x="15" y="231"/>
                  </a:lnTo>
                  <a:lnTo>
                    <a:pt x="15" y="144"/>
                  </a:lnTo>
                  <a:close/>
                  <a:moveTo>
                    <a:pt x="115" y="245"/>
                  </a:moveTo>
                  <a:lnTo>
                    <a:pt x="115" y="245"/>
                  </a:lnTo>
                  <a:lnTo>
                    <a:pt x="115" y="336"/>
                  </a:lnTo>
                  <a:lnTo>
                    <a:pt x="19" y="336"/>
                  </a:lnTo>
                  <a:cubicBezTo>
                    <a:pt x="16" y="336"/>
                    <a:pt x="15" y="334"/>
                    <a:pt x="15" y="332"/>
                  </a:cubicBezTo>
                  <a:lnTo>
                    <a:pt x="15" y="245"/>
                  </a:lnTo>
                  <a:lnTo>
                    <a:pt x="115" y="245"/>
                  </a:lnTo>
                  <a:close/>
                  <a:moveTo>
                    <a:pt x="130" y="231"/>
                  </a:moveTo>
                  <a:lnTo>
                    <a:pt x="130" y="231"/>
                  </a:lnTo>
                  <a:lnTo>
                    <a:pt x="130" y="140"/>
                  </a:lnTo>
                  <a:lnTo>
                    <a:pt x="226" y="140"/>
                  </a:lnTo>
                  <a:lnTo>
                    <a:pt x="226" y="231"/>
                  </a:lnTo>
                  <a:lnTo>
                    <a:pt x="130" y="231"/>
                  </a:lnTo>
                  <a:close/>
                  <a:moveTo>
                    <a:pt x="233" y="95"/>
                  </a:moveTo>
                  <a:lnTo>
                    <a:pt x="233" y="95"/>
                  </a:lnTo>
                  <a:cubicBezTo>
                    <a:pt x="240" y="95"/>
                    <a:pt x="246" y="101"/>
                    <a:pt x="246" y="107"/>
                  </a:cubicBezTo>
                  <a:cubicBezTo>
                    <a:pt x="246" y="114"/>
                    <a:pt x="240" y="120"/>
                    <a:pt x="233" y="120"/>
                  </a:cubicBezTo>
                  <a:cubicBezTo>
                    <a:pt x="226" y="120"/>
                    <a:pt x="221" y="114"/>
                    <a:pt x="221" y="107"/>
                  </a:cubicBezTo>
                  <a:cubicBezTo>
                    <a:pt x="221" y="101"/>
                    <a:pt x="226" y="95"/>
                    <a:pt x="233" y="95"/>
                  </a:cubicBezTo>
                  <a:close/>
                  <a:moveTo>
                    <a:pt x="123" y="95"/>
                  </a:moveTo>
                  <a:lnTo>
                    <a:pt x="123" y="95"/>
                  </a:lnTo>
                  <a:cubicBezTo>
                    <a:pt x="129" y="95"/>
                    <a:pt x="135" y="101"/>
                    <a:pt x="135" y="107"/>
                  </a:cubicBezTo>
                  <a:cubicBezTo>
                    <a:pt x="135" y="114"/>
                    <a:pt x="129" y="120"/>
                    <a:pt x="123" y="120"/>
                  </a:cubicBezTo>
                  <a:cubicBezTo>
                    <a:pt x="116" y="120"/>
                    <a:pt x="110" y="114"/>
                    <a:pt x="110" y="107"/>
                  </a:cubicBezTo>
                  <a:cubicBezTo>
                    <a:pt x="110" y="101"/>
                    <a:pt x="116" y="95"/>
                    <a:pt x="123" y="9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Tree>
    <p:extLst>
      <p:ext uri="{BB962C8B-B14F-4D97-AF65-F5344CB8AC3E}">
        <p14:creationId xmlns:p14="http://schemas.microsoft.com/office/powerpoint/2010/main" val="129924531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350" fill="hold"/>
                                        <p:tgtEl>
                                          <p:spTgt spid="30"/>
                                        </p:tgtEl>
                                        <p:attrNameLst>
                                          <p:attrName>ppt_w</p:attrName>
                                        </p:attrNameLst>
                                      </p:cBhvr>
                                      <p:tavLst>
                                        <p:tav tm="0">
                                          <p:val>
                                            <p:fltVal val="0"/>
                                          </p:val>
                                        </p:tav>
                                        <p:tav tm="100000">
                                          <p:val>
                                            <p:strVal val="#ppt_w"/>
                                          </p:val>
                                        </p:tav>
                                      </p:tavLst>
                                    </p:anim>
                                    <p:anim calcmode="lin" valueType="num">
                                      <p:cBhvr>
                                        <p:cTn id="8" dur="350" fill="hold"/>
                                        <p:tgtEl>
                                          <p:spTgt spid="30"/>
                                        </p:tgtEl>
                                        <p:attrNameLst>
                                          <p:attrName>ppt_h</p:attrName>
                                        </p:attrNameLst>
                                      </p:cBhvr>
                                      <p:tavLst>
                                        <p:tav tm="0">
                                          <p:val>
                                            <p:fltVal val="0"/>
                                          </p:val>
                                        </p:tav>
                                        <p:tav tm="100000">
                                          <p:val>
                                            <p:strVal val="#ppt_h"/>
                                          </p:val>
                                        </p:tav>
                                      </p:tavLst>
                                    </p:anim>
                                  </p:childTnLst>
                                </p:cTn>
                              </p:par>
                            </p:childTnLst>
                          </p:cTn>
                        </p:par>
                        <p:par>
                          <p:cTn id="9" fill="hold">
                            <p:stCondLst>
                              <p:cond delay="350"/>
                            </p:stCondLst>
                            <p:childTnLst>
                              <p:par>
                                <p:cTn id="10" presetID="41" presetClass="entr" presetSubtype="0" fill="hold" grpId="0" nodeType="afterEffect">
                                  <p:stCondLst>
                                    <p:cond delay="0"/>
                                  </p:stCondLst>
                                  <p:iterate type="lt">
                                    <p:tmPct val="10000"/>
                                  </p:iterate>
                                  <p:childTnLst>
                                    <p:set>
                                      <p:cBhvr>
                                        <p:cTn id="11" dur="1" fill="hold">
                                          <p:stCondLst>
                                            <p:cond delay="0"/>
                                          </p:stCondLst>
                                        </p:cTn>
                                        <p:tgtEl>
                                          <p:spTgt spid="29"/>
                                        </p:tgtEl>
                                        <p:attrNameLst>
                                          <p:attrName>style.visibility</p:attrName>
                                        </p:attrNameLst>
                                      </p:cBhvr>
                                      <p:to>
                                        <p:strVal val="visible"/>
                                      </p:to>
                                    </p:set>
                                    <p:anim calcmode="lin" valueType="num">
                                      <p:cBhvr>
                                        <p:cTn id="12" dur="4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13" dur="400" fill="hold"/>
                                        <p:tgtEl>
                                          <p:spTgt spid="29"/>
                                        </p:tgtEl>
                                        <p:attrNameLst>
                                          <p:attrName>ppt_y</p:attrName>
                                        </p:attrNameLst>
                                      </p:cBhvr>
                                      <p:tavLst>
                                        <p:tav tm="0">
                                          <p:val>
                                            <p:strVal val="#ppt_y"/>
                                          </p:val>
                                        </p:tav>
                                        <p:tav tm="100000">
                                          <p:val>
                                            <p:strVal val="#ppt_y"/>
                                          </p:val>
                                        </p:tav>
                                      </p:tavLst>
                                    </p:anim>
                                    <p:anim calcmode="lin" valueType="num">
                                      <p:cBhvr>
                                        <p:cTn id="14" dur="4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15" dur="4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16" dur="400" tmFilter="0,0; .5, 1; 1, 1"/>
                                        <p:tgtEl>
                                          <p:spTgt spid="29"/>
                                        </p:tgtEl>
                                      </p:cBhvr>
                                    </p:animEffect>
                                  </p:childTnLst>
                                </p:cTn>
                              </p:par>
                            </p:childTnLst>
                          </p:cTn>
                        </p:par>
                        <p:par>
                          <p:cTn id="17" fill="hold">
                            <p:stCondLst>
                              <p:cond delay="950"/>
                            </p:stCondLst>
                            <p:childTnLst>
                              <p:par>
                                <p:cTn id="18" presetID="18" presetClass="entr" presetSubtype="6" fill="hold"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strips(downRight)">
                                      <p:cBhvr>
                                        <p:cTn id="20" dur="1000"/>
                                        <p:tgtEl>
                                          <p:spTgt spid="17"/>
                                        </p:tgtEl>
                                      </p:cBhvr>
                                    </p:animEffect>
                                  </p:childTnLst>
                                </p:cTn>
                              </p:par>
                              <p:par>
                                <p:cTn id="21" presetID="49" presetClass="entr" presetSubtype="0" decel="100000" fill="hold" nodeType="withEffect">
                                  <p:stCondLst>
                                    <p:cond delay="1000"/>
                                  </p:stCondLst>
                                  <p:childTnLst>
                                    <p:set>
                                      <p:cBhvr>
                                        <p:cTn id="22" dur="1" fill="hold">
                                          <p:stCondLst>
                                            <p:cond delay="0"/>
                                          </p:stCondLst>
                                        </p:cTn>
                                        <p:tgtEl>
                                          <p:spTgt spid="2"/>
                                        </p:tgtEl>
                                        <p:attrNameLst>
                                          <p:attrName>style.visibility</p:attrName>
                                        </p:attrNameLst>
                                      </p:cBhvr>
                                      <p:to>
                                        <p:strVal val="visible"/>
                                      </p:to>
                                    </p:set>
                                    <p:anim calcmode="lin" valueType="num">
                                      <p:cBhvr>
                                        <p:cTn id="23" dur="1000" fill="hold"/>
                                        <p:tgtEl>
                                          <p:spTgt spid="2"/>
                                        </p:tgtEl>
                                        <p:attrNameLst>
                                          <p:attrName>ppt_w</p:attrName>
                                        </p:attrNameLst>
                                      </p:cBhvr>
                                      <p:tavLst>
                                        <p:tav tm="0">
                                          <p:val>
                                            <p:fltVal val="0"/>
                                          </p:val>
                                        </p:tav>
                                        <p:tav tm="100000">
                                          <p:val>
                                            <p:strVal val="#ppt_w"/>
                                          </p:val>
                                        </p:tav>
                                      </p:tavLst>
                                    </p:anim>
                                    <p:anim calcmode="lin" valueType="num">
                                      <p:cBhvr>
                                        <p:cTn id="24" dur="1000" fill="hold"/>
                                        <p:tgtEl>
                                          <p:spTgt spid="2"/>
                                        </p:tgtEl>
                                        <p:attrNameLst>
                                          <p:attrName>ppt_h</p:attrName>
                                        </p:attrNameLst>
                                      </p:cBhvr>
                                      <p:tavLst>
                                        <p:tav tm="0">
                                          <p:val>
                                            <p:fltVal val="0"/>
                                          </p:val>
                                        </p:tav>
                                        <p:tav tm="100000">
                                          <p:val>
                                            <p:strVal val="#ppt_h"/>
                                          </p:val>
                                        </p:tav>
                                      </p:tavLst>
                                    </p:anim>
                                    <p:anim calcmode="lin" valueType="num">
                                      <p:cBhvr>
                                        <p:cTn id="25" dur="1000" fill="hold"/>
                                        <p:tgtEl>
                                          <p:spTgt spid="2"/>
                                        </p:tgtEl>
                                        <p:attrNameLst>
                                          <p:attrName>style.rotation</p:attrName>
                                        </p:attrNameLst>
                                      </p:cBhvr>
                                      <p:tavLst>
                                        <p:tav tm="0">
                                          <p:val>
                                            <p:fltVal val="360"/>
                                          </p:val>
                                        </p:tav>
                                        <p:tav tm="100000">
                                          <p:val>
                                            <p:fltVal val="0"/>
                                          </p:val>
                                        </p:tav>
                                      </p:tavLst>
                                    </p:anim>
                                    <p:animEffect transition="in" filter="fade">
                                      <p:cBhvr>
                                        <p:cTn id="26" dur="1000"/>
                                        <p:tgtEl>
                                          <p:spTgt spid="2"/>
                                        </p:tgtEl>
                                      </p:cBhvr>
                                    </p:animEffect>
                                  </p:childTnLst>
                                </p:cTn>
                              </p:par>
                              <p:par>
                                <p:cTn id="27" presetID="49" presetClass="entr" presetSubtype="0" decel="100000" fill="hold" nodeType="withEffect">
                                  <p:stCondLst>
                                    <p:cond delay="1100"/>
                                  </p:stCondLst>
                                  <p:childTnLst>
                                    <p:set>
                                      <p:cBhvr>
                                        <p:cTn id="28" dur="1" fill="hold">
                                          <p:stCondLst>
                                            <p:cond delay="0"/>
                                          </p:stCondLst>
                                        </p:cTn>
                                        <p:tgtEl>
                                          <p:spTgt spid="20"/>
                                        </p:tgtEl>
                                        <p:attrNameLst>
                                          <p:attrName>style.visibility</p:attrName>
                                        </p:attrNameLst>
                                      </p:cBhvr>
                                      <p:to>
                                        <p:strVal val="visible"/>
                                      </p:to>
                                    </p:set>
                                    <p:anim calcmode="lin" valueType="num">
                                      <p:cBhvr>
                                        <p:cTn id="29" dur="1000" fill="hold"/>
                                        <p:tgtEl>
                                          <p:spTgt spid="20"/>
                                        </p:tgtEl>
                                        <p:attrNameLst>
                                          <p:attrName>ppt_w</p:attrName>
                                        </p:attrNameLst>
                                      </p:cBhvr>
                                      <p:tavLst>
                                        <p:tav tm="0">
                                          <p:val>
                                            <p:fltVal val="0"/>
                                          </p:val>
                                        </p:tav>
                                        <p:tav tm="100000">
                                          <p:val>
                                            <p:strVal val="#ppt_w"/>
                                          </p:val>
                                        </p:tav>
                                      </p:tavLst>
                                    </p:anim>
                                    <p:anim calcmode="lin" valueType="num">
                                      <p:cBhvr>
                                        <p:cTn id="30" dur="1000" fill="hold"/>
                                        <p:tgtEl>
                                          <p:spTgt spid="20"/>
                                        </p:tgtEl>
                                        <p:attrNameLst>
                                          <p:attrName>ppt_h</p:attrName>
                                        </p:attrNameLst>
                                      </p:cBhvr>
                                      <p:tavLst>
                                        <p:tav tm="0">
                                          <p:val>
                                            <p:fltVal val="0"/>
                                          </p:val>
                                        </p:tav>
                                        <p:tav tm="100000">
                                          <p:val>
                                            <p:strVal val="#ppt_h"/>
                                          </p:val>
                                        </p:tav>
                                      </p:tavLst>
                                    </p:anim>
                                    <p:anim calcmode="lin" valueType="num">
                                      <p:cBhvr>
                                        <p:cTn id="31" dur="1000" fill="hold"/>
                                        <p:tgtEl>
                                          <p:spTgt spid="20"/>
                                        </p:tgtEl>
                                        <p:attrNameLst>
                                          <p:attrName>style.rotation</p:attrName>
                                        </p:attrNameLst>
                                      </p:cBhvr>
                                      <p:tavLst>
                                        <p:tav tm="0">
                                          <p:val>
                                            <p:fltVal val="360"/>
                                          </p:val>
                                        </p:tav>
                                        <p:tav tm="100000">
                                          <p:val>
                                            <p:fltVal val="0"/>
                                          </p:val>
                                        </p:tav>
                                      </p:tavLst>
                                    </p:anim>
                                    <p:animEffect transition="in" filter="fade">
                                      <p:cBhvr>
                                        <p:cTn id="32" dur="1000"/>
                                        <p:tgtEl>
                                          <p:spTgt spid="20"/>
                                        </p:tgtEl>
                                      </p:cBhvr>
                                    </p:animEffect>
                                  </p:childTnLst>
                                </p:cTn>
                              </p:par>
                            </p:childTnLst>
                          </p:cTn>
                        </p:par>
                        <p:par>
                          <p:cTn id="33" fill="hold">
                            <p:stCondLst>
                              <p:cond delay="3050"/>
                            </p:stCondLst>
                            <p:childTnLst>
                              <p:par>
                                <p:cTn id="34" presetID="2" presetClass="entr" presetSubtype="12" fill="hold" nodeType="afterEffect">
                                  <p:stCondLst>
                                    <p:cond delay="0"/>
                                  </p:stCondLst>
                                  <p:childTnLst>
                                    <p:set>
                                      <p:cBhvr>
                                        <p:cTn id="35" dur="1" fill="hold">
                                          <p:stCondLst>
                                            <p:cond delay="0"/>
                                          </p:stCondLst>
                                        </p:cTn>
                                        <p:tgtEl>
                                          <p:spTgt spid="33"/>
                                        </p:tgtEl>
                                        <p:attrNameLst>
                                          <p:attrName>style.visibility</p:attrName>
                                        </p:attrNameLst>
                                      </p:cBhvr>
                                      <p:to>
                                        <p:strVal val="visible"/>
                                      </p:to>
                                    </p:set>
                                    <p:anim calcmode="lin" valueType="num">
                                      <p:cBhvr additive="base">
                                        <p:cTn id="36" dur="500" fill="hold"/>
                                        <p:tgtEl>
                                          <p:spTgt spid="33"/>
                                        </p:tgtEl>
                                        <p:attrNameLst>
                                          <p:attrName>ppt_x</p:attrName>
                                        </p:attrNameLst>
                                      </p:cBhvr>
                                      <p:tavLst>
                                        <p:tav tm="0">
                                          <p:val>
                                            <p:strVal val="0-#ppt_w/2"/>
                                          </p:val>
                                        </p:tav>
                                        <p:tav tm="100000">
                                          <p:val>
                                            <p:strVal val="#ppt_x"/>
                                          </p:val>
                                        </p:tav>
                                      </p:tavLst>
                                    </p:anim>
                                    <p:anim calcmode="lin" valueType="num">
                                      <p:cBhvr additive="base">
                                        <p:cTn id="37" dur="500" fill="hold"/>
                                        <p:tgtEl>
                                          <p:spTgt spid="33"/>
                                        </p:tgtEl>
                                        <p:attrNameLst>
                                          <p:attrName>ppt_y</p:attrName>
                                        </p:attrNameLst>
                                      </p:cBhvr>
                                      <p:tavLst>
                                        <p:tav tm="0">
                                          <p:val>
                                            <p:strVal val="1+#ppt_h/2"/>
                                          </p:val>
                                        </p:tav>
                                        <p:tav tm="100000">
                                          <p:val>
                                            <p:strVal val="#ppt_y"/>
                                          </p:val>
                                        </p:tav>
                                      </p:tavLst>
                                    </p:anim>
                                  </p:childTnLst>
                                </p:cTn>
                              </p:par>
                              <p:par>
                                <p:cTn id="38" presetID="2" presetClass="entr" presetSubtype="12" fill="hold" nodeType="withEffect">
                                  <p:stCondLst>
                                    <p:cond delay="100"/>
                                  </p:stCondLst>
                                  <p:childTnLst>
                                    <p:set>
                                      <p:cBhvr>
                                        <p:cTn id="39" dur="1" fill="hold">
                                          <p:stCondLst>
                                            <p:cond delay="0"/>
                                          </p:stCondLst>
                                        </p:cTn>
                                        <p:tgtEl>
                                          <p:spTgt spid="36"/>
                                        </p:tgtEl>
                                        <p:attrNameLst>
                                          <p:attrName>style.visibility</p:attrName>
                                        </p:attrNameLst>
                                      </p:cBhvr>
                                      <p:to>
                                        <p:strVal val="visible"/>
                                      </p:to>
                                    </p:set>
                                    <p:anim calcmode="lin" valueType="num">
                                      <p:cBhvr additive="base">
                                        <p:cTn id="40" dur="500" fill="hold"/>
                                        <p:tgtEl>
                                          <p:spTgt spid="36"/>
                                        </p:tgtEl>
                                        <p:attrNameLst>
                                          <p:attrName>ppt_x</p:attrName>
                                        </p:attrNameLst>
                                      </p:cBhvr>
                                      <p:tavLst>
                                        <p:tav tm="0">
                                          <p:val>
                                            <p:strVal val="0-#ppt_w/2"/>
                                          </p:val>
                                        </p:tav>
                                        <p:tav tm="100000">
                                          <p:val>
                                            <p:strVal val="#ppt_x"/>
                                          </p:val>
                                        </p:tav>
                                      </p:tavLst>
                                    </p:anim>
                                    <p:anim calcmode="lin" valueType="num">
                                      <p:cBhvr additive="base">
                                        <p:cTn id="41" dur="500" fill="hold"/>
                                        <p:tgtEl>
                                          <p:spTgt spid="36"/>
                                        </p:tgtEl>
                                        <p:attrNameLst>
                                          <p:attrName>ppt_y</p:attrName>
                                        </p:attrNameLst>
                                      </p:cBhvr>
                                      <p:tavLst>
                                        <p:tav tm="0">
                                          <p:val>
                                            <p:strVal val="1+#ppt_h/2"/>
                                          </p:val>
                                        </p:tav>
                                        <p:tav tm="100000">
                                          <p:val>
                                            <p:strVal val="#ppt_y"/>
                                          </p:val>
                                        </p:tav>
                                      </p:tavLst>
                                    </p:anim>
                                  </p:childTnLst>
                                </p:cTn>
                              </p:par>
                              <p:par>
                                <p:cTn id="42" presetID="2" presetClass="entr" presetSubtype="12" fill="hold" nodeType="withEffect">
                                  <p:stCondLst>
                                    <p:cond delay="200"/>
                                  </p:stCondLst>
                                  <p:childTnLst>
                                    <p:set>
                                      <p:cBhvr>
                                        <p:cTn id="43" dur="1" fill="hold">
                                          <p:stCondLst>
                                            <p:cond delay="0"/>
                                          </p:stCondLst>
                                        </p:cTn>
                                        <p:tgtEl>
                                          <p:spTgt spid="39"/>
                                        </p:tgtEl>
                                        <p:attrNameLst>
                                          <p:attrName>style.visibility</p:attrName>
                                        </p:attrNameLst>
                                      </p:cBhvr>
                                      <p:to>
                                        <p:strVal val="visible"/>
                                      </p:to>
                                    </p:set>
                                    <p:anim calcmode="lin" valueType="num">
                                      <p:cBhvr additive="base">
                                        <p:cTn id="44" dur="500" fill="hold"/>
                                        <p:tgtEl>
                                          <p:spTgt spid="39"/>
                                        </p:tgtEl>
                                        <p:attrNameLst>
                                          <p:attrName>ppt_x</p:attrName>
                                        </p:attrNameLst>
                                      </p:cBhvr>
                                      <p:tavLst>
                                        <p:tav tm="0">
                                          <p:val>
                                            <p:strVal val="0-#ppt_w/2"/>
                                          </p:val>
                                        </p:tav>
                                        <p:tav tm="100000">
                                          <p:val>
                                            <p:strVal val="#ppt_x"/>
                                          </p:val>
                                        </p:tav>
                                      </p:tavLst>
                                    </p:anim>
                                    <p:anim calcmode="lin" valueType="num">
                                      <p:cBhvr additive="base">
                                        <p:cTn id="45" dur="500" fill="hold"/>
                                        <p:tgtEl>
                                          <p:spTgt spid="39"/>
                                        </p:tgtEl>
                                        <p:attrNameLst>
                                          <p:attrName>ppt_y</p:attrName>
                                        </p:attrNameLst>
                                      </p:cBhvr>
                                      <p:tavLst>
                                        <p:tav tm="0">
                                          <p:val>
                                            <p:strVal val="1+#ppt_h/2"/>
                                          </p:val>
                                        </p:tav>
                                        <p:tav tm="100000">
                                          <p:val>
                                            <p:strVal val="#ppt_y"/>
                                          </p:val>
                                        </p:tav>
                                      </p:tavLst>
                                    </p:anim>
                                  </p:childTnLst>
                                </p:cTn>
                              </p:par>
                              <p:par>
                                <p:cTn id="46" presetID="2" presetClass="entr" presetSubtype="12" fill="hold" nodeType="withEffect">
                                  <p:stCondLst>
                                    <p:cond delay="300"/>
                                  </p:stCondLst>
                                  <p:childTnLst>
                                    <p:set>
                                      <p:cBhvr>
                                        <p:cTn id="47" dur="1" fill="hold">
                                          <p:stCondLst>
                                            <p:cond delay="0"/>
                                          </p:stCondLst>
                                        </p:cTn>
                                        <p:tgtEl>
                                          <p:spTgt spid="42"/>
                                        </p:tgtEl>
                                        <p:attrNameLst>
                                          <p:attrName>style.visibility</p:attrName>
                                        </p:attrNameLst>
                                      </p:cBhvr>
                                      <p:to>
                                        <p:strVal val="visible"/>
                                      </p:to>
                                    </p:set>
                                    <p:anim calcmode="lin" valueType="num">
                                      <p:cBhvr additive="base">
                                        <p:cTn id="48" dur="500" fill="hold"/>
                                        <p:tgtEl>
                                          <p:spTgt spid="42"/>
                                        </p:tgtEl>
                                        <p:attrNameLst>
                                          <p:attrName>ppt_x</p:attrName>
                                        </p:attrNameLst>
                                      </p:cBhvr>
                                      <p:tavLst>
                                        <p:tav tm="0">
                                          <p:val>
                                            <p:strVal val="0-#ppt_w/2"/>
                                          </p:val>
                                        </p:tav>
                                        <p:tav tm="100000">
                                          <p:val>
                                            <p:strVal val="#ppt_x"/>
                                          </p:val>
                                        </p:tav>
                                      </p:tavLst>
                                    </p:anim>
                                    <p:anim calcmode="lin" valueType="num">
                                      <p:cBhvr additive="base">
                                        <p:cTn id="49"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130400"/>
            <a:ext cx="9144000" cy="381000"/>
            <a:chOff x="0" y="1243696"/>
            <a:chExt cx="9144000" cy="381000"/>
          </a:xfrm>
        </p:grpSpPr>
        <p:sp>
          <p:nvSpPr>
            <p:cNvPr id="204" name="Rectangle 12"/>
            <p:cNvSpPr/>
            <p:nvPr/>
          </p:nvSpPr>
          <p:spPr>
            <a:xfrm>
              <a:off x="0" y="1243696"/>
              <a:ext cx="9144000" cy="381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3"/>
            <p:cNvSpPr/>
            <p:nvPr/>
          </p:nvSpPr>
          <p:spPr>
            <a:xfrm>
              <a:off x="4610100" y="1243696"/>
              <a:ext cx="4533900" cy="381000"/>
            </a:xfrm>
            <a:prstGeom prst="rect">
              <a:avLst/>
            </a:prstGeom>
            <a:solidFill>
              <a:srgbClr val="0E90B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p>
          </p:txBody>
        </p:sp>
      </p:grpSp>
      <p:cxnSp>
        <p:nvCxnSpPr>
          <p:cNvPr id="208" name="Straight Connector 5"/>
          <p:cNvCxnSpPr/>
          <p:nvPr/>
        </p:nvCxnSpPr>
        <p:spPr>
          <a:xfrm>
            <a:off x="4600575" y="1720950"/>
            <a:ext cx="0" cy="25908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0" y="4483199"/>
            <a:ext cx="9144000" cy="104775"/>
            <a:chOff x="0" y="4596495"/>
            <a:chExt cx="9144000" cy="104775"/>
          </a:xfrm>
        </p:grpSpPr>
        <p:sp>
          <p:nvSpPr>
            <p:cNvPr id="209" name="Rectangle 13"/>
            <p:cNvSpPr/>
            <p:nvPr/>
          </p:nvSpPr>
          <p:spPr>
            <a:xfrm>
              <a:off x="0" y="4596495"/>
              <a:ext cx="9144000" cy="104775"/>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14"/>
            <p:cNvSpPr/>
            <p:nvPr/>
          </p:nvSpPr>
          <p:spPr>
            <a:xfrm>
              <a:off x="4610100" y="4596495"/>
              <a:ext cx="4533900" cy="104775"/>
            </a:xfrm>
            <a:prstGeom prst="rect">
              <a:avLst/>
            </a:prstGeom>
            <a:solidFill>
              <a:srgbClr val="0E90B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grpSp>
      <p:sp>
        <p:nvSpPr>
          <p:cNvPr id="211" name="Text Placeholder 5"/>
          <p:cNvSpPr txBox="1">
            <a:spLocks/>
          </p:cNvSpPr>
          <p:nvPr/>
        </p:nvSpPr>
        <p:spPr>
          <a:xfrm>
            <a:off x="4610099" y="1511400"/>
            <a:ext cx="4138359" cy="3024188"/>
          </a:xfrm>
          <a:prstGeom prst="rect">
            <a:avLst/>
          </a:prstGeom>
        </p:spPr>
        <p:txBody>
          <a:bodyPr>
            <a:normAutofit/>
          </a:bodyPr>
          <a:lstStyle>
            <a:lvl1pPr marL="300287" indent="-300287" algn="l" defTabSz="800009" rtl="0" eaLnBrk="0" fontAlgn="base" hangingPunct="0">
              <a:spcBef>
                <a:spcPct val="20000"/>
              </a:spcBef>
              <a:spcAft>
                <a:spcPct val="0"/>
              </a:spcAft>
              <a:buChar char="•"/>
              <a:defRPr sz="2800">
                <a:solidFill>
                  <a:schemeClr val="tx1"/>
                </a:solidFill>
                <a:latin typeface="+mn-lt"/>
                <a:ea typeface="+mn-ea"/>
                <a:cs typeface="+mn-cs"/>
              </a:defRPr>
            </a:lvl1pPr>
            <a:lvl2pPr marL="650432" indent="-250428" algn="l" defTabSz="800009" rtl="0" eaLnBrk="0" fontAlgn="base" hangingPunct="0">
              <a:spcBef>
                <a:spcPct val="20000"/>
              </a:spcBef>
              <a:spcAft>
                <a:spcPct val="0"/>
              </a:spcAft>
              <a:buChar char="–"/>
              <a:defRPr sz="2400">
                <a:solidFill>
                  <a:schemeClr val="tx1"/>
                </a:solidFill>
                <a:latin typeface="+mn-lt"/>
                <a:ea typeface="+mn-ea"/>
              </a:defRPr>
            </a:lvl2pPr>
            <a:lvl3pPr marL="999445" indent="-199436" algn="l" defTabSz="800009" rtl="0" eaLnBrk="0" fontAlgn="base" hangingPunct="0">
              <a:spcBef>
                <a:spcPct val="20000"/>
              </a:spcBef>
              <a:spcAft>
                <a:spcPct val="0"/>
              </a:spcAft>
              <a:buChar char="•"/>
              <a:defRPr sz="2100">
                <a:solidFill>
                  <a:schemeClr val="tx1"/>
                </a:solidFill>
                <a:latin typeface="+mn-lt"/>
                <a:ea typeface="+mn-ea"/>
              </a:defRPr>
            </a:lvl3pPr>
            <a:lvl4pPr marL="1400583" indent="-200569" algn="l" defTabSz="800009" rtl="0" eaLnBrk="0" fontAlgn="base" hangingPunct="0">
              <a:spcBef>
                <a:spcPct val="20000"/>
              </a:spcBef>
              <a:spcAft>
                <a:spcPct val="0"/>
              </a:spcAft>
              <a:buChar char="–"/>
              <a:defRPr sz="1700">
                <a:solidFill>
                  <a:schemeClr val="tx1"/>
                </a:solidFill>
                <a:latin typeface="+mn-lt"/>
                <a:ea typeface="+mn-ea"/>
              </a:defRPr>
            </a:lvl4pPr>
            <a:lvl5pPr marL="1799454" indent="-199436" algn="l" defTabSz="800009" rtl="0" eaLnBrk="0" fontAlgn="base" hangingPunct="0">
              <a:spcBef>
                <a:spcPct val="20000"/>
              </a:spcBef>
              <a:spcAft>
                <a:spcPct val="0"/>
              </a:spcAft>
              <a:buChar char="»"/>
              <a:defRPr sz="1700">
                <a:solidFill>
                  <a:schemeClr val="tx1"/>
                </a:solidFill>
                <a:latin typeface="+mn-lt"/>
                <a:ea typeface="+mn-ea"/>
              </a:defRPr>
            </a:lvl5pPr>
            <a:lvl6pPr marL="2125803" indent="-199436" algn="l" defTabSz="800009" rtl="0" eaLnBrk="0" fontAlgn="base" hangingPunct="0">
              <a:spcBef>
                <a:spcPct val="20000"/>
              </a:spcBef>
              <a:spcAft>
                <a:spcPct val="0"/>
              </a:spcAft>
              <a:buChar char="»"/>
              <a:defRPr sz="1700">
                <a:solidFill>
                  <a:schemeClr val="tx1"/>
                </a:solidFill>
                <a:latin typeface="+mn-lt"/>
                <a:ea typeface="+mn-ea"/>
              </a:defRPr>
            </a:lvl6pPr>
            <a:lvl7pPr marL="2452153" indent="-199436" algn="l" defTabSz="800009" rtl="0" eaLnBrk="0" fontAlgn="base" hangingPunct="0">
              <a:spcBef>
                <a:spcPct val="20000"/>
              </a:spcBef>
              <a:spcAft>
                <a:spcPct val="0"/>
              </a:spcAft>
              <a:buChar char="»"/>
              <a:defRPr sz="1700">
                <a:solidFill>
                  <a:schemeClr val="tx1"/>
                </a:solidFill>
                <a:latin typeface="+mn-lt"/>
                <a:ea typeface="+mn-ea"/>
              </a:defRPr>
            </a:lvl7pPr>
            <a:lvl8pPr marL="2778502" indent="-199436" algn="l" defTabSz="800009" rtl="0" eaLnBrk="0" fontAlgn="base" hangingPunct="0">
              <a:spcBef>
                <a:spcPct val="20000"/>
              </a:spcBef>
              <a:spcAft>
                <a:spcPct val="0"/>
              </a:spcAft>
              <a:buChar char="»"/>
              <a:defRPr sz="1700">
                <a:solidFill>
                  <a:schemeClr val="tx1"/>
                </a:solidFill>
                <a:latin typeface="+mn-lt"/>
                <a:ea typeface="+mn-ea"/>
              </a:defRPr>
            </a:lvl8pPr>
            <a:lvl9pPr marL="3104852" indent="-199436" algn="l" defTabSz="800009" rtl="0" eaLnBrk="0" fontAlgn="base" hangingPunct="0">
              <a:spcBef>
                <a:spcPct val="20000"/>
              </a:spcBef>
              <a:spcAft>
                <a:spcPct val="0"/>
              </a:spcAft>
              <a:buChar char="»"/>
              <a:defRPr sz="1700">
                <a:solidFill>
                  <a:schemeClr val="tx1"/>
                </a:solidFill>
                <a:latin typeface="+mn-lt"/>
                <a:ea typeface="+mn-ea"/>
              </a:defRPr>
            </a:lvl9pPr>
          </a:lstStyle>
          <a:p>
            <a:pPr marL="0" indent="0">
              <a:lnSpc>
                <a:spcPct val="150000"/>
              </a:lnSpc>
              <a:buNone/>
            </a:pPr>
            <a:r>
              <a:rPr lang="zh-CN" altLang="zh-CN" sz="1900" dirty="0"/>
              <a:t>为了提高医疗服务的质量和效率，满足患者的就医需求，本项目旨在编写一个医院简易挂号管理系统，利用互联网技术</a:t>
            </a:r>
            <a:r>
              <a:rPr lang="zh-CN" altLang="zh-CN" sz="1900" dirty="0">
                <a:solidFill>
                  <a:srgbClr val="FF0000"/>
                </a:solidFill>
              </a:rPr>
              <a:t>实现在线预约挂号、查询科室和医生信息、查看问诊记录</a:t>
            </a:r>
            <a:r>
              <a:rPr lang="zh-CN" altLang="zh-CN" sz="1900" dirty="0"/>
              <a:t>等功能。</a:t>
            </a:r>
            <a:endParaRPr lang="en-US" sz="1900" dirty="0">
              <a:solidFill>
                <a:schemeClr val="tx1">
                  <a:lumMod val="85000"/>
                  <a:lumOff val="15000"/>
                </a:schemeClr>
              </a:solidFill>
              <a:latin typeface="微软雅黑" pitchFamily="34" charset="-122"/>
              <a:ea typeface="微软雅黑" pitchFamily="34" charset="-122"/>
              <a:cs typeface="+mn-ea"/>
              <a:sym typeface="+mn-lt"/>
            </a:endParaRPr>
          </a:p>
        </p:txBody>
      </p:sp>
      <p:sp>
        <p:nvSpPr>
          <p:cNvPr id="212" name="Text Placeholder 6"/>
          <p:cNvSpPr txBox="1">
            <a:spLocks/>
          </p:cNvSpPr>
          <p:nvPr/>
        </p:nvSpPr>
        <p:spPr>
          <a:xfrm>
            <a:off x="533400" y="1511400"/>
            <a:ext cx="4038600" cy="3024188"/>
          </a:xfrm>
          <a:prstGeom prst="rect">
            <a:avLst/>
          </a:prstGeom>
        </p:spPr>
        <p:txBody>
          <a:bodyPr>
            <a:normAutofit/>
          </a:bodyPr>
          <a:lstStyle>
            <a:lvl1pPr marL="300287" indent="-300287" algn="l" defTabSz="800009" rtl="0" eaLnBrk="0" fontAlgn="base" hangingPunct="0">
              <a:spcBef>
                <a:spcPct val="20000"/>
              </a:spcBef>
              <a:spcAft>
                <a:spcPct val="0"/>
              </a:spcAft>
              <a:buChar char="•"/>
              <a:defRPr sz="2800">
                <a:solidFill>
                  <a:schemeClr val="tx1"/>
                </a:solidFill>
                <a:latin typeface="+mn-lt"/>
                <a:ea typeface="+mn-ea"/>
                <a:cs typeface="+mn-cs"/>
              </a:defRPr>
            </a:lvl1pPr>
            <a:lvl2pPr marL="650432" indent="-250428" algn="l" defTabSz="800009" rtl="0" eaLnBrk="0" fontAlgn="base" hangingPunct="0">
              <a:spcBef>
                <a:spcPct val="20000"/>
              </a:spcBef>
              <a:spcAft>
                <a:spcPct val="0"/>
              </a:spcAft>
              <a:buChar char="–"/>
              <a:defRPr sz="2400">
                <a:solidFill>
                  <a:schemeClr val="tx1"/>
                </a:solidFill>
                <a:latin typeface="+mn-lt"/>
                <a:ea typeface="+mn-ea"/>
              </a:defRPr>
            </a:lvl2pPr>
            <a:lvl3pPr marL="999445" indent="-199436" algn="l" defTabSz="800009" rtl="0" eaLnBrk="0" fontAlgn="base" hangingPunct="0">
              <a:spcBef>
                <a:spcPct val="20000"/>
              </a:spcBef>
              <a:spcAft>
                <a:spcPct val="0"/>
              </a:spcAft>
              <a:buChar char="•"/>
              <a:defRPr sz="2100">
                <a:solidFill>
                  <a:schemeClr val="tx1"/>
                </a:solidFill>
                <a:latin typeface="+mn-lt"/>
                <a:ea typeface="+mn-ea"/>
              </a:defRPr>
            </a:lvl3pPr>
            <a:lvl4pPr marL="1400583" indent="-200569" algn="l" defTabSz="800009" rtl="0" eaLnBrk="0" fontAlgn="base" hangingPunct="0">
              <a:spcBef>
                <a:spcPct val="20000"/>
              </a:spcBef>
              <a:spcAft>
                <a:spcPct val="0"/>
              </a:spcAft>
              <a:buChar char="–"/>
              <a:defRPr sz="1700">
                <a:solidFill>
                  <a:schemeClr val="tx1"/>
                </a:solidFill>
                <a:latin typeface="+mn-lt"/>
                <a:ea typeface="+mn-ea"/>
              </a:defRPr>
            </a:lvl4pPr>
            <a:lvl5pPr marL="1799454" indent="-199436" algn="l" defTabSz="800009" rtl="0" eaLnBrk="0" fontAlgn="base" hangingPunct="0">
              <a:spcBef>
                <a:spcPct val="20000"/>
              </a:spcBef>
              <a:spcAft>
                <a:spcPct val="0"/>
              </a:spcAft>
              <a:buChar char="»"/>
              <a:defRPr sz="1700">
                <a:solidFill>
                  <a:schemeClr val="tx1"/>
                </a:solidFill>
                <a:latin typeface="+mn-lt"/>
                <a:ea typeface="+mn-ea"/>
              </a:defRPr>
            </a:lvl5pPr>
            <a:lvl6pPr marL="2125803" indent="-199436" algn="l" defTabSz="800009" rtl="0" eaLnBrk="0" fontAlgn="base" hangingPunct="0">
              <a:spcBef>
                <a:spcPct val="20000"/>
              </a:spcBef>
              <a:spcAft>
                <a:spcPct val="0"/>
              </a:spcAft>
              <a:buChar char="»"/>
              <a:defRPr sz="1700">
                <a:solidFill>
                  <a:schemeClr val="tx1"/>
                </a:solidFill>
                <a:latin typeface="+mn-lt"/>
                <a:ea typeface="+mn-ea"/>
              </a:defRPr>
            </a:lvl6pPr>
            <a:lvl7pPr marL="2452153" indent="-199436" algn="l" defTabSz="800009" rtl="0" eaLnBrk="0" fontAlgn="base" hangingPunct="0">
              <a:spcBef>
                <a:spcPct val="20000"/>
              </a:spcBef>
              <a:spcAft>
                <a:spcPct val="0"/>
              </a:spcAft>
              <a:buChar char="»"/>
              <a:defRPr sz="1700">
                <a:solidFill>
                  <a:schemeClr val="tx1"/>
                </a:solidFill>
                <a:latin typeface="+mn-lt"/>
                <a:ea typeface="+mn-ea"/>
              </a:defRPr>
            </a:lvl7pPr>
            <a:lvl8pPr marL="2778502" indent="-199436" algn="l" defTabSz="800009" rtl="0" eaLnBrk="0" fontAlgn="base" hangingPunct="0">
              <a:spcBef>
                <a:spcPct val="20000"/>
              </a:spcBef>
              <a:spcAft>
                <a:spcPct val="0"/>
              </a:spcAft>
              <a:buChar char="»"/>
              <a:defRPr sz="1700">
                <a:solidFill>
                  <a:schemeClr val="tx1"/>
                </a:solidFill>
                <a:latin typeface="+mn-lt"/>
                <a:ea typeface="+mn-ea"/>
              </a:defRPr>
            </a:lvl8pPr>
            <a:lvl9pPr marL="3104852" indent="-199436" algn="l" defTabSz="800009" rtl="0" eaLnBrk="0" fontAlgn="base" hangingPunct="0">
              <a:spcBef>
                <a:spcPct val="20000"/>
              </a:spcBef>
              <a:spcAft>
                <a:spcPct val="0"/>
              </a:spcAft>
              <a:buChar char="»"/>
              <a:defRPr sz="1700">
                <a:solidFill>
                  <a:schemeClr val="tx1"/>
                </a:solidFill>
                <a:latin typeface="+mn-lt"/>
                <a:ea typeface="+mn-ea"/>
              </a:defRPr>
            </a:lvl9pPr>
          </a:lstStyle>
          <a:p>
            <a:pPr marL="0" indent="0">
              <a:buNone/>
            </a:pPr>
            <a:r>
              <a:rPr lang="zh-CN" altLang="zh-CN" sz="1900" dirty="0"/>
              <a:t>随着社会的发展和人口的增长，医疗资源的需求越来越大，而传统的医院挂号方式存在着诸多不便和低效的问题，如</a:t>
            </a:r>
            <a:r>
              <a:rPr lang="zh-CN" altLang="zh-CN" sz="1900" dirty="0">
                <a:solidFill>
                  <a:srgbClr val="FF0000"/>
                </a:solidFill>
              </a:rPr>
              <a:t>排队时间长、信息不透明、挂号费用高</a:t>
            </a:r>
            <a:r>
              <a:rPr lang="zh-CN" altLang="zh-CN" sz="1900" dirty="0"/>
              <a:t>等。</a:t>
            </a:r>
          </a:p>
          <a:p>
            <a:pPr marL="0" indent="0">
              <a:buNone/>
            </a:pPr>
            <a:r>
              <a:rPr lang="en-US" altLang="zh-CN" dirty="0"/>
              <a:t>        </a:t>
            </a:r>
            <a:endParaRPr lang="en-US" altLang="zh-CN" sz="1400" dirty="0">
              <a:solidFill>
                <a:sysClr val="windowText" lastClr="000000"/>
              </a:solidFill>
              <a:latin typeface="微软雅黑" pitchFamily="34" charset="-122"/>
              <a:ea typeface="微软雅黑" pitchFamily="34" charset="-122"/>
            </a:endParaRPr>
          </a:p>
        </p:txBody>
      </p:sp>
      <p:sp>
        <p:nvSpPr>
          <p:cNvPr id="213" name="Text Placeholder 7"/>
          <p:cNvSpPr txBox="1">
            <a:spLocks/>
          </p:cNvSpPr>
          <p:nvPr/>
        </p:nvSpPr>
        <p:spPr>
          <a:xfrm>
            <a:off x="523875" y="1132876"/>
            <a:ext cx="4038600" cy="304800"/>
          </a:xfrm>
          <a:prstGeom prst="rect">
            <a:avLst/>
          </a:prstGeom>
        </p:spPr>
        <p:txBody>
          <a:bodyPr/>
          <a:lstStyle>
            <a:lvl1pPr marL="300287" indent="-300287" algn="l" defTabSz="800009" rtl="0" eaLnBrk="0" fontAlgn="base" hangingPunct="0">
              <a:spcBef>
                <a:spcPct val="20000"/>
              </a:spcBef>
              <a:spcAft>
                <a:spcPct val="0"/>
              </a:spcAft>
              <a:buChar char="•"/>
              <a:defRPr sz="2800">
                <a:solidFill>
                  <a:schemeClr val="tx1"/>
                </a:solidFill>
                <a:latin typeface="+mn-lt"/>
                <a:ea typeface="+mn-ea"/>
                <a:cs typeface="+mn-cs"/>
              </a:defRPr>
            </a:lvl1pPr>
            <a:lvl2pPr marL="650432" indent="-250428" algn="l" defTabSz="800009" rtl="0" eaLnBrk="0" fontAlgn="base" hangingPunct="0">
              <a:spcBef>
                <a:spcPct val="20000"/>
              </a:spcBef>
              <a:spcAft>
                <a:spcPct val="0"/>
              </a:spcAft>
              <a:buChar char="–"/>
              <a:defRPr sz="2400">
                <a:solidFill>
                  <a:schemeClr val="tx1"/>
                </a:solidFill>
                <a:latin typeface="+mn-lt"/>
                <a:ea typeface="+mn-ea"/>
              </a:defRPr>
            </a:lvl2pPr>
            <a:lvl3pPr marL="999445" indent="-199436" algn="l" defTabSz="800009" rtl="0" eaLnBrk="0" fontAlgn="base" hangingPunct="0">
              <a:spcBef>
                <a:spcPct val="20000"/>
              </a:spcBef>
              <a:spcAft>
                <a:spcPct val="0"/>
              </a:spcAft>
              <a:buChar char="•"/>
              <a:defRPr sz="2100">
                <a:solidFill>
                  <a:schemeClr val="tx1"/>
                </a:solidFill>
                <a:latin typeface="+mn-lt"/>
                <a:ea typeface="+mn-ea"/>
              </a:defRPr>
            </a:lvl3pPr>
            <a:lvl4pPr marL="1400583" indent="-200569" algn="l" defTabSz="800009" rtl="0" eaLnBrk="0" fontAlgn="base" hangingPunct="0">
              <a:spcBef>
                <a:spcPct val="20000"/>
              </a:spcBef>
              <a:spcAft>
                <a:spcPct val="0"/>
              </a:spcAft>
              <a:buChar char="–"/>
              <a:defRPr sz="1700">
                <a:solidFill>
                  <a:schemeClr val="tx1"/>
                </a:solidFill>
                <a:latin typeface="+mn-lt"/>
                <a:ea typeface="+mn-ea"/>
              </a:defRPr>
            </a:lvl4pPr>
            <a:lvl5pPr marL="1799454" indent="-199436" algn="l" defTabSz="800009" rtl="0" eaLnBrk="0" fontAlgn="base" hangingPunct="0">
              <a:spcBef>
                <a:spcPct val="20000"/>
              </a:spcBef>
              <a:spcAft>
                <a:spcPct val="0"/>
              </a:spcAft>
              <a:buChar char="»"/>
              <a:defRPr sz="1700">
                <a:solidFill>
                  <a:schemeClr val="tx1"/>
                </a:solidFill>
                <a:latin typeface="+mn-lt"/>
                <a:ea typeface="+mn-ea"/>
              </a:defRPr>
            </a:lvl5pPr>
            <a:lvl6pPr marL="2125803" indent="-199436" algn="l" defTabSz="800009" rtl="0" eaLnBrk="0" fontAlgn="base" hangingPunct="0">
              <a:spcBef>
                <a:spcPct val="20000"/>
              </a:spcBef>
              <a:spcAft>
                <a:spcPct val="0"/>
              </a:spcAft>
              <a:buChar char="»"/>
              <a:defRPr sz="1700">
                <a:solidFill>
                  <a:schemeClr val="tx1"/>
                </a:solidFill>
                <a:latin typeface="+mn-lt"/>
                <a:ea typeface="+mn-ea"/>
              </a:defRPr>
            </a:lvl6pPr>
            <a:lvl7pPr marL="2452153" indent="-199436" algn="l" defTabSz="800009" rtl="0" eaLnBrk="0" fontAlgn="base" hangingPunct="0">
              <a:spcBef>
                <a:spcPct val="20000"/>
              </a:spcBef>
              <a:spcAft>
                <a:spcPct val="0"/>
              </a:spcAft>
              <a:buChar char="»"/>
              <a:defRPr sz="1700">
                <a:solidFill>
                  <a:schemeClr val="tx1"/>
                </a:solidFill>
                <a:latin typeface="+mn-lt"/>
                <a:ea typeface="+mn-ea"/>
              </a:defRPr>
            </a:lvl7pPr>
            <a:lvl8pPr marL="2778502" indent="-199436" algn="l" defTabSz="800009" rtl="0" eaLnBrk="0" fontAlgn="base" hangingPunct="0">
              <a:spcBef>
                <a:spcPct val="20000"/>
              </a:spcBef>
              <a:spcAft>
                <a:spcPct val="0"/>
              </a:spcAft>
              <a:buChar char="»"/>
              <a:defRPr sz="1700">
                <a:solidFill>
                  <a:schemeClr val="tx1"/>
                </a:solidFill>
                <a:latin typeface="+mn-lt"/>
                <a:ea typeface="+mn-ea"/>
              </a:defRPr>
            </a:lvl8pPr>
            <a:lvl9pPr marL="3104852" indent="-199436" algn="l" defTabSz="800009" rtl="0" eaLnBrk="0" fontAlgn="base" hangingPunct="0">
              <a:spcBef>
                <a:spcPct val="20000"/>
              </a:spcBef>
              <a:spcAft>
                <a:spcPct val="0"/>
              </a:spcAft>
              <a:buChar char="»"/>
              <a:defRPr sz="1700">
                <a:solidFill>
                  <a:schemeClr val="tx1"/>
                </a:solidFill>
                <a:latin typeface="+mn-lt"/>
                <a:ea typeface="+mn-ea"/>
              </a:defRPr>
            </a:lvl9pPr>
          </a:lstStyle>
          <a:p>
            <a:r>
              <a:rPr lang="zh-CN" altLang="en-US" sz="2000" b="1" dirty="0">
                <a:solidFill>
                  <a:schemeClr val="bg1"/>
                </a:solidFill>
                <a:latin typeface="微软雅黑" pitchFamily="34" charset="-122"/>
                <a:ea typeface="微软雅黑" pitchFamily="34" charset="-122"/>
                <a:cs typeface="+mn-ea"/>
                <a:sym typeface="+mn-lt"/>
              </a:rPr>
              <a:t>当今现状</a:t>
            </a:r>
            <a:endParaRPr lang="en-US" sz="2000" b="1" dirty="0">
              <a:solidFill>
                <a:schemeClr val="bg1"/>
              </a:solidFill>
              <a:latin typeface="微软雅黑" pitchFamily="34" charset="-122"/>
              <a:ea typeface="微软雅黑" pitchFamily="34" charset="-122"/>
              <a:cs typeface="+mn-ea"/>
              <a:sym typeface="+mn-lt"/>
            </a:endParaRPr>
          </a:p>
        </p:txBody>
      </p:sp>
      <p:sp>
        <p:nvSpPr>
          <p:cNvPr id="214" name="Text Placeholder 8"/>
          <p:cNvSpPr txBox="1">
            <a:spLocks/>
          </p:cNvSpPr>
          <p:nvPr/>
        </p:nvSpPr>
        <p:spPr>
          <a:xfrm>
            <a:off x="4624325" y="1132875"/>
            <a:ext cx="4038600" cy="304800"/>
          </a:xfrm>
          <a:prstGeom prst="rect">
            <a:avLst/>
          </a:prstGeom>
        </p:spPr>
        <p:txBody>
          <a:bodyPr/>
          <a:lstStyle>
            <a:lvl1pPr marL="300287" indent="-300287" algn="l" defTabSz="800009" rtl="0" eaLnBrk="0" fontAlgn="base" hangingPunct="0">
              <a:spcBef>
                <a:spcPct val="20000"/>
              </a:spcBef>
              <a:spcAft>
                <a:spcPct val="0"/>
              </a:spcAft>
              <a:buChar char="•"/>
              <a:defRPr sz="2800">
                <a:solidFill>
                  <a:schemeClr val="tx1"/>
                </a:solidFill>
                <a:latin typeface="+mn-lt"/>
                <a:ea typeface="+mn-ea"/>
                <a:cs typeface="+mn-cs"/>
              </a:defRPr>
            </a:lvl1pPr>
            <a:lvl2pPr marL="650432" indent="-250428" algn="l" defTabSz="800009" rtl="0" eaLnBrk="0" fontAlgn="base" hangingPunct="0">
              <a:spcBef>
                <a:spcPct val="20000"/>
              </a:spcBef>
              <a:spcAft>
                <a:spcPct val="0"/>
              </a:spcAft>
              <a:buChar char="–"/>
              <a:defRPr sz="2400">
                <a:solidFill>
                  <a:schemeClr val="tx1"/>
                </a:solidFill>
                <a:latin typeface="+mn-lt"/>
                <a:ea typeface="+mn-ea"/>
              </a:defRPr>
            </a:lvl2pPr>
            <a:lvl3pPr marL="999445" indent="-199436" algn="l" defTabSz="800009" rtl="0" eaLnBrk="0" fontAlgn="base" hangingPunct="0">
              <a:spcBef>
                <a:spcPct val="20000"/>
              </a:spcBef>
              <a:spcAft>
                <a:spcPct val="0"/>
              </a:spcAft>
              <a:buChar char="•"/>
              <a:defRPr sz="2100">
                <a:solidFill>
                  <a:schemeClr val="tx1"/>
                </a:solidFill>
                <a:latin typeface="+mn-lt"/>
                <a:ea typeface="+mn-ea"/>
              </a:defRPr>
            </a:lvl3pPr>
            <a:lvl4pPr marL="1400583" indent="-200569" algn="l" defTabSz="800009" rtl="0" eaLnBrk="0" fontAlgn="base" hangingPunct="0">
              <a:spcBef>
                <a:spcPct val="20000"/>
              </a:spcBef>
              <a:spcAft>
                <a:spcPct val="0"/>
              </a:spcAft>
              <a:buChar char="–"/>
              <a:defRPr sz="1700">
                <a:solidFill>
                  <a:schemeClr val="tx1"/>
                </a:solidFill>
                <a:latin typeface="+mn-lt"/>
                <a:ea typeface="+mn-ea"/>
              </a:defRPr>
            </a:lvl4pPr>
            <a:lvl5pPr marL="1799454" indent="-199436" algn="l" defTabSz="800009" rtl="0" eaLnBrk="0" fontAlgn="base" hangingPunct="0">
              <a:spcBef>
                <a:spcPct val="20000"/>
              </a:spcBef>
              <a:spcAft>
                <a:spcPct val="0"/>
              </a:spcAft>
              <a:buChar char="»"/>
              <a:defRPr sz="1700">
                <a:solidFill>
                  <a:schemeClr val="tx1"/>
                </a:solidFill>
                <a:latin typeface="+mn-lt"/>
                <a:ea typeface="+mn-ea"/>
              </a:defRPr>
            </a:lvl5pPr>
            <a:lvl6pPr marL="2125803" indent="-199436" algn="l" defTabSz="800009" rtl="0" eaLnBrk="0" fontAlgn="base" hangingPunct="0">
              <a:spcBef>
                <a:spcPct val="20000"/>
              </a:spcBef>
              <a:spcAft>
                <a:spcPct val="0"/>
              </a:spcAft>
              <a:buChar char="»"/>
              <a:defRPr sz="1700">
                <a:solidFill>
                  <a:schemeClr val="tx1"/>
                </a:solidFill>
                <a:latin typeface="+mn-lt"/>
                <a:ea typeface="+mn-ea"/>
              </a:defRPr>
            </a:lvl6pPr>
            <a:lvl7pPr marL="2452153" indent="-199436" algn="l" defTabSz="800009" rtl="0" eaLnBrk="0" fontAlgn="base" hangingPunct="0">
              <a:spcBef>
                <a:spcPct val="20000"/>
              </a:spcBef>
              <a:spcAft>
                <a:spcPct val="0"/>
              </a:spcAft>
              <a:buChar char="»"/>
              <a:defRPr sz="1700">
                <a:solidFill>
                  <a:schemeClr val="tx1"/>
                </a:solidFill>
                <a:latin typeface="+mn-lt"/>
                <a:ea typeface="+mn-ea"/>
              </a:defRPr>
            </a:lvl7pPr>
            <a:lvl8pPr marL="2778502" indent="-199436" algn="l" defTabSz="800009" rtl="0" eaLnBrk="0" fontAlgn="base" hangingPunct="0">
              <a:spcBef>
                <a:spcPct val="20000"/>
              </a:spcBef>
              <a:spcAft>
                <a:spcPct val="0"/>
              </a:spcAft>
              <a:buChar char="»"/>
              <a:defRPr sz="1700">
                <a:solidFill>
                  <a:schemeClr val="tx1"/>
                </a:solidFill>
                <a:latin typeface="+mn-lt"/>
                <a:ea typeface="+mn-ea"/>
              </a:defRPr>
            </a:lvl8pPr>
            <a:lvl9pPr marL="3104852" indent="-199436" algn="l" defTabSz="800009" rtl="0" eaLnBrk="0" fontAlgn="base" hangingPunct="0">
              <a:spcBef>
                <a:spcPct val="20000"/>
              </a:spcBef>
              <a:spcAft>
                <a:spcPct val="0"/>
              </a:spcAft>
              <a:buChar char="»"/>
              <a:defRPr sz="1700">
                <a:solidFill>
                  <a:schemeClr val="tx1"/>
                </a:solidFill>
                <a:latin typeface="+mn-lt"/>
                <a:ea typeface="+mn-ea"/>
              </a:defRPr>
            </a:lvl9pPr>
          </a:lstStyle>
          <a:p>
            <a:r>
              <a:rPr lang="zh-CN" altLang="en-US" sz="2000" b="1" dirty="0">
                <a:solidFill>
                  <a:schemeClr val="bg1"/>
                </a:solidFill>
                <a:latin typeface="微软雅黑" pitchFamily="34" charset="-122"/>
                <a:ea typeface="微软雅黑" pitchFamily="34" charset="-122"/>
                <a:cs typeface="+mn-ea"/>
                <a:sym typeface="+mn-lt"/>
              </a:rPr>
              <a:t>我们要做的</a:t>
            </a:r>
            <a:endParaRPr lang="en-US" sz="2000" b="1" dirty="0">
              <a:solidFill>
                <a:schemeClr val="bg1"/>
              </a:solidFill>
              <a:latin typeface="微软雅黑" pitchFamily="34" charset="-122"/>
              <a:ea typeface="微软雅黑" pitchFamily="34" charset="-122"/>
              <a:cs typeface="+mn-ea"/>
              <a:sym typeface="+mn-lt"/>
            </a:endParaRPr>
          </a:p>
        </p:txBody>
      </p:sp>
      <p:sp>
        <p:nvSpPr>
          <p:cNvPr id="14" name="TextBox 108"/>
          <p:cNvSpPr txBox="1">
            <a:spLocks noChangeArrowheads="1"/>
          </p:cNvSpPr>
          <p:nvPr/>
        </p:nvSpPr>
        <p:spPr bwMode="auto">
          <a:xfrm>
            <a:off x="539552" y="267494"/>
            <a:ext cx="11063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r>
              <a:rPr lang="zh-CN" altLang="en-US">
                <a:solidFill>
                  <a:prstClr val="black"/>
                </a:solidFill>
                <a:latin typeface="微软雅黑" panose="020B0503020204020204" pitchFamily="34" charset="-122"/>
                <a:ea typeface="微软雅黑" panose="020B0503020204020204" pitchFamily="34" charset="-122"/>
              </a:rPr>
              <a:t>项目背景</a:t>
            </a:r>
            <a:endParaRPr lang="en-US" altLang="zh-CN" dirty="0">
              <a:solidFill>
                <a:prstClr val="black"/>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107544" y="245001"/>
            <a:ext cx="360000" cy="360000"/>
            <a:chOff x="1965186" y="1419622"/>
            <a:chExt cx="302558" cy="314067"/>
          </a:xfrm>
        </p:grpSpPr>
        <p:sp>
          <p:nvSpPr>
            <p:cNvPr id="16" name="矩形 15"/>
            <p:cNvSpPr/>
            <p:nvPr/>
          </p:nvSpPr>
          <p:spPr>
            <a:xfrm>
              <a:off x="1965186" y="1419622"/>
              <a:ext cx="252000" cy="252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2087744" y="1553689"/>
              <a:ext cx="180000" cy="180000"/>
            </a:xfrm>
            <a:prstGeom prst="rect">
              <a:avLst/>
            </a:prstGeom>
            <a:solidFill>
              <a:srgbClr val="0E90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13332545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350" fill="hold"/>
                                        <p:tgtEl>
                                          <p:spTgt spid="15"/>
                                        </p:tgtEl>
                                        <p:attrNameLst>
                                          <p:attrName>ppt_w</p:attrName>
                                        </p:attrNameLst>
                                      </p:cBhvr>
                                      <p:tavLst>
                                        <p:tav tm="0">
                                          <p:val>
                                            <p:fltVal val="0"/>
                                          </p:val>
                                        </p:tav>
                                        <p:tav tm="100000">
                                          <p:val>
                                            <p:strVal val="#ppt_w"/>
                                          </p:val>
                                        </p:tav>
                                      </p:tavLst>
                                    </p:anim>
                                    <p:anim calcmode="lin" valueType="num">
                                      <p:cBhvr>
                                        <p:cTn id="8" dur="350" fill="hold"/>
                                        <p:tgtEl>
                                          <p:spTgt spid="15"/>
                                        </p:tgtEl>
                                        <p:attrNameLst>
                                          <p:attrName>ppt_h</p:attrName>
                                        </p:attrNameLst>
                                      </p:cBhvr>
                                      <p:tavLst>
                                        <p:tav tm="0">
                                          <p:val>
                                            <p:fltVal val="0"/>
                                          </p:val>
                                        </p:tav>
                                        <p:tav tm="100000">
                                          <p:val>
                                            <p:strVal val="#ppt_h"/>
                                          </p:val>
                                        </p:tav>
                                      </p:tavLst>
                                    </p:anim>
                                  </p:childTnLst>
                                </p:cTn>
                              </p:par>
                            </p:childTnLst>
                          </p:cTn>
                        </p:par>
                        <p:par>
                          <p:cTn id="9" fill="hold">
                            <p:stCondLst>
                              <p:cond delay="350"/>
                            </p:stCondLst>
                            <p:childTnLst>
                              <p:par>
                                <p:cTn id="10" presetID="41" presetClass="entr" presetSubtype="0" fill="hold" grpId="0" nodeType="afterEffect">
                                  <p:stCondLst>
                                    <p:cond delay="0"/>
                                  </p:stCondLst>
                                  <p:iterate type="lt">
                                    <p:tmPct val="10000"/>
                                  </p:iterate>
                                  <p:childTnLst>
                                    <p:set>
                                      <p:cBhvr>
                                        <p:cTn id="11" dur="1" fill="hold">
                                          <p:stCondLst>
                                            <p:cond delay="0"/>
                                          </p:stCondLst>
                                        </p:cTn>
                                        <p:tgtEl>
                                          <p:spTgt spid="14"/>
                                        </p:tgtEl>
                                        <p:attrNameLst>
                                          <p:attrName>style.visibility</p:attrName>
                                        </p:attrNameLst>
                                      </p:cBhvr>
                                      <p:to>
                                        <p:strVal val="visible"/>
                                      </p:to>
                                    </p:set>
                                    <p:anim calcmode="lin" valueType="num">
                                      <p:cBhvr>
                                        <p:cTn id="12" dur="4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13" dur="400" fill="hold"/>
                                        <p:tgtEl>
                                          <p:spTgt spid="14"/>
                                        </p:tgtEl>
                                        <p:attrNameLst>
                                          <p:attrName>ppt_y</p:attrName>
                                        </p:attrNameLst>
                                      </p:cBhvr>
                                      <p:tavLst>
                                        <p:tav tm="0">
                                          <p:val>
                                            <p:strVal val="#ppt_y"/>
                                          </p:val>
                                        </p:tav>
                                        <p:tav tm="100000">
                                          <p:val>
                                            <p:strVal val="#ppt_y"/>
                                          </p:val>
                                        </p:tav>
                                      </p:tavLst>
                                    </p:anim>
                                    <p:anim calcmode="lin" valueType="num">
                                      <p:cBhvr>
                                        <p:cTn id="14" dur="4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15" dur="400" fill="hold"/>
                                        <p:tgtEl>
                                          <p:spTgt spid="14"/>
                                        </p:tgtEl>
                                        <p:attrNameLst>
                                          <p:attrName>ppt_w</p:attrName>
                                        </p:attrNameLst>
                                      </p:cBhvr>
                                      <p:tavLst>
                                        <p:tav tm="0">
                                          <p:val>
                                            <p:strVal val="#ppt_w/10"/>
                                          </p:val>
                                        </p:tav>
                                        <p:tav tm="50000">
                                          <p:val>
                                            <p:strVal val="#ppt_w+.01"/>
                                          </p:val>
                                        </p:tav>
                                        <p:tav tm="100000">
                                          <p:val>
                                            <p:strVal val="#ppt_w"/>
                                          </p:val>
                                        </p:tav>
                                      </p:tavLst>
                                    </p:anim>
                                    <p:animEffect transition="in" filter="fade">
                                      <p:cBhvr>
                                        <p:cTn id="16" dur="400" tmFilter="0,0; .5, 1; 1, 1"/>
                                        <p:tgtEl>
                                          <p:spTgt spid="14"/>
                                        </p:tgtEl>
                                      </p:cBhvr>
                                    </p:animEffect>
                                  </p:childTnLst>
                                </p:cTn>
                              </p:par>
                            </p:childTnLst>
                          </p:cTn>
                        </p:par>
                        <p:par>
                          <p:cTn id="17" fill="hold">
                            <p:stCondLst>
                              <p:cond delay="870"/>
                            </p:stCondLst>
                            <p:childTnLst>
                              <p:par>
                                <p:cTn id="18" presetID="22" presetClass="entr" presetSubtype="8"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par>
                                <p:cTn id="21" presetID="22" presetClass="entr" presetSubtype="2" fill="hold" nodeType="withEffect">
                                  <p:stCondLst>
                                    <p:cond delay="450"/>
                                  </p:stCondLst>
                                  <p:childTnLst>
                                    <p:set>
                                      <p:cBhvr>
                                        <p:cTn id="22" dur="1" fill="hold">
                                          <p:stCondLst>
                                            <p:cond delay="0"/>
                                          </p:stCondLst>
                                        </p:cTn>
                                        <p:tgtEl>
                                          <p:spTgt spid="3"/>
                                        </p:tgtEl>
                                        <p:attrNameLst>
                                          <p:attrName>style.visibility</p:attrName>
                                        </p:attrNameLst>
                                      </p:cBhvr>
                                      <p:to>
                                        <p:strVal val="visible"/>
                                      </p:to>
                                    </p:set>
                                    <p:animEffect transition="in" filter="wipe(right)">
                                      <p:cBhvr>
                                        <p:cTn id="23" dur="500"/>
                                        <p:tgtEl>
                                          <p:spTgt spid="3"/>
                                        </p:tgtEl>
                                      </p:cBhvr>
                                    </p:animEffect>
                                  </p:childTnLst>
                                </p:cTn>
                              </p:par>
                            </p:childTnLst>
                          </p:cTn>
                        </p:par>
                        <p:par>
                          <p:cTn id="24" fill="hold">
                            <p:stCondLst>
                              <p:cond delay="1820"/>
                            </p:stCondLst>
                            <p:childTnLst>
                              <p:par>
                                <p:cTn id="25" presetID="22" presetClass="entr" presetSubtype="8" fill="hold" grpId="0" nodeType="afterEffect">
                                  <p:stCondLst>
                                    <p:cond delay="0"/>
                                  </p:stCondLst>
                                  <p:iterate type="lt">
                                    <p:tmPct val="10000"/>
                                  </p:iterate>
                                  <p:childTnLst>
                                    <p:set>
                                      <p:cBhvr>
                                        <p:cTn id="26" dur="1" fill="hold">
                                          <p:stCondLst>
                                            <p:cond delay="0"/>
                                          </p:stCondLst>
                                        </p:cTn>
                                        <p:tgtEl>
                                          <p:spTgt spid="213"/>
                                        </p:tgtEl>
                                        <p:attrNameLst>
                                          <p:attrName>style.visibility</p:attrName>
                                        </p:attrNameLst>
                                      </p:cBhvr>
                                      <p:to>
                                        <p:strVal val="visible"/>
                                      </p:to>
                                    </p:set>
                                    <p:animEffect transition="in" filter="wipe(left)">
                                      <p:cBhvr>
                                        <p:cTn id="27" dur="500"/>
                                        <p:tgtEl>
                                          <p:spTgt spid="213"/>
                                        </p:tgtEl>
                                      </p:cBhvr>
                                    </p:animEffect>
                                  </p:childTnLst>
                                </p:cTn>
                              </p:par>
                              <p:par>
                                <p:cTn id="28" presetID="10" presetClass="entr" presetSubtype="0" fill="hold" nodeType="withEffect">
                                  <p:stCondLst>
                                    <p:cond delay="0"/>
                                  </p:stCondLst>
                                  <p:childTnLst>
                                    <p:set>
                                      <p:cBhvr>
                                        <p:cTn id="29" dur="1" fill="hold">
                                          <p:stCondLst>
                                            <p:cond delay="0"/>
                                          </p:stCondLst>
                                        </p:cTn>
                                        <p:tgtEl>
                                          <p:spTgt spid="208"/>
                                        </p:tgtEl>
                                        <p:attrNameLst>
                                          <p:attrName>style.visibility</p:attrName>
                                        </p:attrNameLst>
                                      </p:cBhvr>
                                      <p:to>
                                        <p:strVal val="visible"/>
                                      </p:to>
                                    </p:set>
                                    <p:animEffect transition="in" filter="fade">
                                      <p:cBhvr>
                                        <p:cTn id="30" dur="500"/>
                                        <p:tgtEl>
                                          <p:spTgt spid="208"/>
                                        </p:tgtEl>
                                      </p:cBhvr>
                                    </p:animEffect>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grpId="0" nodeType="clickEffect">
                                  <p:stCondLst>
                                    <p:cond delay="0"/>
                                  </p:stCondLst>
                                  <p:childTnLst>
                                    <p:set>
                                      <p:cBhvr>
                                        <p:cTn id="34" dur="1" fill="hold">
                                          <p:stCondLst>
                                            <p:cond delay="0"/>
                                          </p:stCondLst>
                                        </p:cTn>
                                        <p:tgtEl>
                                          <p:spTgt spid="212"/>
                                        </p:tgtEl>
                                        <p:attrNameLst>
                                          <p:attrName>style.visibility</p:attrName>
                                        </p:attrNameLst>
                                      </p:cBhvr>
                                      <p:to>
                                        <p:strVal val="visible"/>
                                      </p:to>
                                    </p:set>
                                    <p:animEffect transition="in" filter="fade">
                                      <p:cBhvr>
                                        <p:cTn id="35" dur="1000"/>
                                        <p:tgtEl>
                                          <p:spTgt spid="212"/>
                                        </p:tgtEl>
                                      </p:cBhvr>
                                    </p:animEffect>
                                    <p:anim calcmode="lin" valueType="num">
                                      <p:cBhvr>
                                        <p:cTn id="36" dur="1000" fill="hold"/>
                                        <p:tgtEl>
                                          <p:spTgt spid="212"/>
                                        </p:tgtEl>
                                        <p:attrNameLst>
                                          <p:attrName>ppt_x</p:attrName>
                                        </p:attrNameLst>
                                      </p:cBhvr>
                                      <p:tavLst>
                                        <p:tav tm="0">
                                          <p:val>
                                            <p:strVal val="#ppt_x"/>
                                          </p:val>
                                        </p:tav>
                                        <p:tav tm="100000">
                                          <p:val>
                                            <p:strVal val="#ppt_x"/>
                                          </p:val>
                                        </p:tav>
                                      </p:tavLst>
                                    </p:anim>
                                    <p:anim calcmode="lin" valueType="num">
                                      <p:cBhvr>
                                        <p:cTn id="37" dur="1000" fill="hold"/>
                                        <p:tgtEl>
                                          <p:spTgt spid="212"/>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lt">
                                    <p:tmPct val="10000"/>
                                  </p:iterate>
                                  <p:childTnLst>
                                    <p:set>
                                      <p:cBhvr>
                                        <p:cTn id="41" dur="1" fill="hold">
                                          <p:stCondLst>
                                            <p:cond delay="0"/>
                                          </p:stCondLst>
                                        </p:cTn>
                                        <p:tgtEl>
                                          <p:spTgt spid="214"/>
                                        </p:tgtEl>
                                        <p:attrNameLst>
                                          <p:attrName>style.visibility</p:attrName>
                                        </p:attrNameLst>
                                      </p:cBhvr>
                                      <p:to>
                                        <p:strVal val="visible"/>
                                      </p:to>
                                    </p:set>
                                    <p:animEffect transition="in" filter="wipe(left)">
                                      <p:cBhvr>
                                        <p:cTn id="42" dur="500"/>
                                        <p:tgtEl>
                                          <p:spTgt spid="214"/>
                                        </p:tgtEl>
                                      </p:cBhvr>
                                    </p:animEffect>
                                  </p:childTnLst>
                                </p:cTn>
                              </p:par>
                            </p:childTnLst>
                          </p:cTn>
                        </p:par>
                      </p:childTnLst>
                    </p:cTn>
                  </p:par>
                  <p:par>
                    <p:cTn id="43" fill="hold">
                      <p:stCondLst>
                        <p:cond delay="indefinite"/>
                      </p:stCondLst>
                      <p:childTnLst>
                        <p:par>
                          <p:cTn id="44" fill="hold">
                            <p:stCondLst>
                              <p:cond delay="0"/>
                            </p:stCondLst>
                            <p:childTnLst>
                              <p:par>
                                <p:cTn id="45" presetID="47" presetClass="entr" presetSubtype="0" fill="hold" grpId="0" nodeType="clickEffect">
                                  <p:stCondLst>
                                    <p:cond delay="0"/>
                                  </p:stCondLst>
                                  <p:childTnLst>
                                    <p:set>
                                      <p:cBhvr>
                                        <p:cTn id="46" dur="1" fill="hold">
                                          <p:stCondLst>
                                            <p:cond delay="0"/>
                                          </p:stCondLst>
                                        </p:cTn>
                                        <p:tgtEl>
                                          <p:spTgt spid="211"/>
                                        </p:tgtEl>
                                        <p:attrNameLst>
                                          <p:attrName>style.visibility</p:attrName>
                                        </p:attrNameLst>
                                      </p:cBhvr>
                                      <p:to>
                                        <p:strVal val="visible"/>
                                      </p:to>
                                    </p:set>
                                    <p:animEffect transition="in" filter="fade">
                                      <p:cBhvr>
                                        <p:cTn id="47" dur="1000"/>
                                        <p:tgtEl>
                                          <p:spTgt spid="211"/>
                                        </p:tgtEl>
                                      </p:cBhvr>
                                    </p:animEffect>
                                    <p:anim calcmode="lin" valueType="num">
                                      <p:cBhvr>
                                        <p:cTn id="48" dur="1000" fill="hold"/>
                                        <p:tgtEl>
                                          <p:spTgt spid="211"/>
                                        </p:tgtEl>
                                        <p:attrNameLst>
                                          <p:attrName>ppt_x</p:attrName>
                                        </p:attrNameLst>
                                      </p:cBhvr>
                                      <p:tavLst>
                                        <p:tav tm="0">
                                          <p:val>
                                            <p:strVal val="#ppt_x"/>
                                          </p:val>
                                        </p:tav>
                                        <p:tav tm="100000">
                                          <p:val>
                                            <p:strVal val="#ppt_x"/>
                                          </p:val>
                                        </p:tav>
                                      </p:tavLst>
                                    </p:anim>
                                    <p:anim calcmode="lin" valueType="num">
                                      <p:cBhvr>
                                        <p:cTn id="49" dur="1000" fill="hold"/>
                                        <p:tgtEl>
                                          <p:spTgt spid="2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 grpId="0"/>
      <p:bldP spid="212" grpId="0"/>
      <p:bldP spid="213" grpId="0"/>
      <p:bldP spid="214"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extBox 104"/>
          <p:cNvSpPr txBox="1"/>
          <p:nvPr/>
        </p:nvSpPr>
        <p:spPr>
          <a:xfrm>
            <a:off x="539552" y="3938658"/>
            <a:ext cx="5040560" cy="807913"/>
          </a:xfrm>
          <a:prstGeom prst="rect">
            <a:avLst/>
          </a:prstGeom>
          <a:noFill/>
        </p:spPr>
        <p:txBody>
          <a:bodyPr wrap="square" lIns="68580" tIns="34290" rIns="68580" bIns="34290" rtlCol="0">
            <a:spAutoFit/>
          </a:bodyPr>
          <a:lstStyle/>
          <a:p>
            <a:r>
              <a:rPr lang="zh-CN" altLang="en-US" sz="1600" dirty="0">
                <a:solidFill>
                  <a:schemeClr val="tx1">
                    <a:lumMod val="85000"/>
                    <a:lumOff val="15000"/>
                  </a:schemeClr>
                </a:solidFill>
                <a:latin typeface="微软雅黑" pitchFamily="34" charset="-122"/>
                <a:ea typeface="微软雅黑" pitchFamily="34" charset="-122"/>
              </a:rPr>
              <a:t>我们使用基于</a:t>
            </a:r>
            <a:r>
              <a:rPr lang="en-US" altLang="zh-CN" sz="1600" dirty="0" err="1">
                <a:solidFill>
                  <a:schemeClr val="tx1">
                    <a:lumMod val="85000"/>
                    <a:lumOff val="15000"/>
                  </a:schemeClr>
                </a:solidFill>
                <a:latin typeface="微软雅黑" pitchFamily="34" charset="-122"/>
                <a:ea typeface="微软雅黑" pitchFamily="34" charset="-122"/>
              </a:rPr>
              <a:t>javaweb</a:t>
            </a:r>
            <a:r>
              <a:rPr lang="zh-CN" altLang="en-US" sz="1600" dirty="0">
                <a:solidFill>
                  <a:schemeClr val="tx1">
                    <a:lumMod val="85000"/>
                    <a:lumOff val="15000"/>
                  </a:schemeClr>
                </a:solidFill>
                <a:latin typeface="微软雅黑" pitchFamily="34" charset="-122"/>
                <a:ea typeface="微软雅黑" pitchFamily="34" charset="-122"/>
              </a:rPr>
              <a:t>的</a:t>
            </a:r>
            <a:r>
              <a:rPr lang="en-US" altLang="zh-CN" sz="1600" dirty="0">
                <a:solidFill>
                  <a:schemeClr val="tx1">
                    <a:lumMod val="85000"/>
                    <a:lumOff val="15000"/>
                  </a:schemeClr>
                </a:solidFill>
                <a:latin typeface="微软雅黑" pitchFamily="34" charset="-122"/>
                <a:ea typeface="微软雅黑" pitchFamily="34" charset="-122"/>
              </a:rPr>
              <a:t>Servlet</a:t>
            </a:r>
            <a:r>
              <a:rPr lang="zh-CN" altLang="en-US" sz="1600" dirty="0">
                <a:solidFill>
                  <a:schemeClr val="tx1">
                    <a:lumMod val="85000"/>
                    <a:lumOff val="15000"/>
                  </a:schemeClr>
                </a:solidFill>
                <a:latin typeface="微软雅黑" pitchFamily="34" charset="-122"/>
                <a:ea typeface="微软雅黑" pitchFamily="34" charset="-122"/>
              </a:rPr>
              <a:t>架构和</a:t>
            </a:r>
            <a:r>
              <a:rPr lang="en-US" altLang="zh-CN" sz="1600" dirty="0">
                <a:solidFill>
                  <a:schemeClr val="tx1">
                    <a:lumMod val="85000"/>
                    <a:lumOff val="15000"/>
                  </a:schemeClr>
                </a:solidFill>
                <a:latin typeface="微软雅黑" pitchFamily="34" charset="-122"/>
                <a:ea typeface="微软雅黑" pitchFamily="34" charset="-122"/>
              </a:rPr>
              <a:t>JSP</a:t>
            </a:r>
            <a:r>
              <a:rPr lang="zh-CN" altLang="en-US" sz="1600" dirty="0">
                <a:solidFill>
                  <a:schemeClr val="tx1">
                    <a:lumMod val="85000"/>
                    <a:lumOff val="15000"/>
                  </a:schemeClr>
                </a:solidFill>
                <a:latin typeface="微软雅黑" pitchFamily="34" charset="-122"/>
                <a:ea typeface="微软雅黑" pitchFamily="34" charset="-122"/>
              </a:rPr>
              <a:t>技术，</a:t>
            </a:r>
            <a:r>
              <a:rPr lang="en-US" altLang="zh-CN" sz="1600" dirty="0">
                <a:solidFill>
                  <a:schemeClr val="tx1">
                    <a:lumMod val="85000"/>
                    <a:lumOff val="15000"/>
                  </a:schemeClr>
                </a:solidFill>
                <a:latin typeface="微软雅黑" pitchFamily="34" charset="-122"/>
                <a:ea typeface="微软雅黑" pitchFamily="34" charset="-122"/>
              </a:rPr>
              <a:t>maven</a:t>
            </a:r>
            <a:r>
              <a:rPr lang="zh-CN" altLang="en-US" sz="1600" dirty="0">
                <a:solidFill>
                  <a:schemeClr val="tx1">
                    <a:lumMod val="85000"/>
                    <a:lumOff val="15000"/>
                  </a:schemeClr>
                </a:solidFill>
                <a:latin typeface="微软雅黑" pitchFamily="34" charset="-122"/>
                <a:ea typeface="微软雅黑" pitchFamily="34" charset="-122"/>
              </a:rPr>
              <a:t>进行后端依赖管理，</a:t>
            </a:r>
            <a:r>
              <a:rPr lang="en-US" altLang="zh-CN" sz="1600" dirty="0" err="1">
                <a:solidFill>
                  <a:schemeClr val="tx1">
                    <a:lumMod val="85000"/>
                    <a:lumOff val="15000"/>
                  </a:schemeClr>
                </a:solidFill>
                <a:latin typeface="微软雅黑" pitchFamily="34" charset="-122"/>
                <a:ea typeface="微软雅黑" pitchFamily="34" charset="-122"/>
              </a:rPr>
              <a:t>serlvet</a:t>
            </a:r>
            <a:r>
              <a:rPr lang="zh-CN" altLang="en-US" sz="1600" dirty="0">
                <a:solidFill>
                  <a:schemeClr val="tx1">
                    <a:lumMod val="85000"/>
                    <a:lumOff val="15000"/>
                  </a:schemeClr>
                </a:solidFill>
                <a:latin typeface="微软雅黑" pitchFamily="34" charset="-122"/>
                <a:ea typeface="微软雅黑" pitchFamily="34" charset="-122"/>
              </a:rPr>
              <a:t>接受前端发来的</a:t>
            </a:r>
            <a:r>
              <a:rPr lang="en-US" altLang="zh-CN" sz="1600" dirty="0" err="1">
                <a:solidFill>
                  <a:schemeClr val="tx1">
                    <a:lumMod val="85000"/>
                    <a:lumOff val="15000"/>
                  </a:schemeClr>
                </a:solidFill>
                <a:latin typeface="微软雅黑" pitchFamily="34" charset="-122"/>
                <a:ea typeface="微软雅黑" pitchFamily="34" charset="-122"/>
              </a:rPr>
              <a:t>axios</a:t>
            </a:r>
            <a:r>
              <a:rPr lang="zh-CN" altLang="en-US" sz="1600" dirty="0">
                <a:solidFill>
                  <a:schemeClr val="tx1">
                    <a:lumMod val="85000"/>
                    <a:lumOff val="15000"/>
                  </a:schemeClr>
                </a:solidFill>
                <a:latin typeface="微软雅黑" pitchFamily="34" charset="-122"/>
                <a:ea typeface="微软雅黑" pitchFamily="34" charset="-122"/>
              </a:rPr>
              <a:t>请求，用来实现前后端连接</a:t>
            </a:r>
          </a:p>
        </p:txBody>
      </p:sp>
      <p:sp>
        <p:nvSpPr>
          <p:cNvPr id="106" name="TextBox 105"/>
          <p:cNvSpPr txBox="1"/>
          <p:nvPr/>
        </p:nvSpPr>
        <p:spPr>
          <a:xfrm>
            <a:off x="5575021" y="1330509"/>
            <a:ext cx="3003845" cy="2261004"/>
          </a:xfrm>
          <a:prstGeom prst="rect">
            <a:avLst/>
          </a:prstGeom>
          <a:noFill/>
        </p:spPr>
        <p:txBody>
          <a:bodyPr wrap="square" lIns="68580" tIns="34290" rIns="68580" bIns="34290" rtlCol="0">
            <a:spAutoFit/>
          </a:bodyPr>
          <a:lstStyle/>
          <a:p>
            <a:pPr>
              <a:lnSpc>
                <a:spcPct val="150000"/>
              </a:lnSpc>
            </a:pPr>
            <a:r>
              <a:rPr lang="en-US" altLang="zh-CN" sz="1400" dirty="0">
                <a:solidFill>
                  <a:schemeClr val="tx1">
                    <a:lumMod val="95000"/>
                    <a:lumOff val="5000"/>
                  </a:schemeClr>
                </a:solidFill>
                <a:latin typeface="微软雅黑" pitchFamily="34" charset="-122"/>
                <a:ea typeface="微软雅黑" pitchFamily="34" charset="-122"/>
              </a:rPr>
              <a:t>1</a:t>
            </a:r>
            <a:r>
              <a:rPr lang="zh-CN" altLang="en-US" sz="1400" dirty="0">
                <a:solidFill>
                  <a:schemeClr val="tx1">
                    <a:lumMod val="95000"/>
                    <a:lumOff val="5000"/>
                  </a:schemeClr>
                </a:solidFill>
                <a:latin typeface="微软雅黑" pitchFamily="34" charset="-122"/>
                <a:ea typeface="微软雅黑" pitchFamily="34" charset="-122"/>
              </a:rPr>
              <a:t>、动态网页开发技术，使用</a:t>
            </a:r>
            <a:r>
              <a:rPr lang="en-US" altLang="zh-CN" sz="1400" dirty="0">
                <a:solidFill>
                  <a:schemeClr val="tx1">
                    <a:lumMod val="95000"/>
                    <a:lumOff val="5000"/>
                  </a:schemeClr>
                </a:solidFill>
                <a:latin typeface="微软雅黑" pitchFamily="34" charset="-122"/>
                <a:ea typeface="微软雅黑" pitchFamily="34" charset="-122"/>
              </a:rPr>
              <a:t>JSP</a:t>
            </a:r>
            <a:r>
              <a:rPr lang="zh-CN" altLang="en-US" sz="1400" dirty="0">
                <a:solidFill>
                  <a:schemeClr val="tx1">
                    <a:lumMod val="95000"/>
                    <a:lumOff val="5000"/>
                  </a:schemeClr>
                </a:solidFill>
                <a:latin typeface="微软雅黑" pitchFamily="34" charset="-122"/>
                <a:ea typeface="微软雅黑" pitchFamily="34" charset="-122"/>
              </a:rPr>
              <a:t>标签在</a:t>
            </a:r>
            <a:r>
              <a:rPr lang="en-US" altLang="zh-CN" sz="1400" dirty="0">
                <a:solidFill>
                  <a:schemeClr val="tx1">
                    <a:lumMod val="95000"/>
                    <a:lumOff val="5000"/>
                  </a:schemeClr>
                </a:solidFill>
                <a:latin typeface="微软雅黑" pitchFamily="34" charset="-122"/>
                <a:ea typeface="微软雅黑" pitchFamily="34" charset="-122"/>
              </a:rPr>
              <a:t>HTML</a:t>
            </a:r>
            <a:r>
              <a:rPr lang="zh-CN" altLang="en-US" sz="1400" dirty="0">
                <a:solidFill>
                  <a:schemeClr val="tx1">
                    <a:lumMod val="95000"/>
                    <a:lumOff val="5000"/>
                  </a:schemeClr>
                </a:solidFill>
                <a:latin typeface="微软雅黑" pitchFamily="34" charset="-122"/>
                <a:ea typeface="微软雅黑" pitchFamily="34" charset="-122"/>
              </a:rPr>
              <a:t>网页中插入</a:t>
            </a:r>
            <a:r>
              <a:rPr lang="en-US" altLang="zh-CN" sz="1400" dirty="0">
                <a:solidFill>
                  <a:schemeClr val="tx1">
                    <a:lumMod val="95000"/>
                    <a:lumOff val="5000"/>
                  </a:schemeClr>
                </a:solidFill>
                <a:latin typeface="微软雅黑" pitchFamily="34" charset="-122"/>
                <a:ea typeface="微软雅黑" pitchFamily="34" charset="-122"/>
              </a:rPr>
              <a:t>Java</a:t>
            </a:r>
            <a:r>
              <a:rPr lang="zh-CN" altLang="en-US" sz="1400" dirty="0">
                <a:solidFill>
                  <a:schemeClr val="tx1">
                    <a:lumMod val="95000"/>
                    <a:lumOff val="5000"/>
                  </a:schemeClr>
                </a:solidFill>
                <a:latin typeface="微软雅黑" pitchFamily="34" charset="-122"/>
                <a:ea typeface="微软雅黑" pitchFamily="34" charset="-122"/>
              </a:rPr>
              <a:t>代码，主要用于实现</a:t>
            </a:r>
            <a:r>
              <a:rPr lang="en-US" altLang="zh-CN" sz="1400" dirty="0">
                <a:solidFill>
                  <a:schemeClr val="tx1">
                    <a:lumMod val="95000"/>
                    <a:lumOff val="5000"/>
                  </a:schemeClr>
                </a:solidFill>
                <a:latin typeface="微软雅黑" pitchFamily="34" charset="-122"/>
                <a:ea typeface="微软雅黑" pitchFamily="34" charset="-122"/>
              </a:rPr>
              <a:t>Java web</a:t>
            </a:r>
            <a:r>
              <a:rPr lang="zh-CN" altLang="en-US" sz="1400" dirty="0">
                <a:solidFill>
                  <a:schemeClr val="tx1">
                    <a:lumMod val="95000"/>
                    <a:lumOff val="5000"/>
                  </a:schemeClr>
                </a:solidFill>
                <a:latin typeface="微软雅黑" pitchFamily="34" charset="-122"/>
                <a:ea typeface="微软雅黑" pitchFamily="34" charset="-122"/>
              </a:rPr>
              <a:t>应用程序的用户界面部分。</a:t>
            </a:r>
          </a:p>
          <a:p>
            <a:pPr>
              <a:lnSpc>
                <a:spcPct val="150000"/>
              </a:lnSpc>
            </a:pPr>
            <a:r>
              <a:rPr lang="en-US" altLang="zh-CN" sz="1400" dirty="0">
                <a:solidFill>
                  <a:schemeClr val="tx1">
                    <a:lumMod val="95000"/>
                    <a:lumOff val="5000"/>
                  </a:schemeClr>
                </a:solidFill>
                <a:latin typeface="微软雅黑" pitchFamily="34" charset="-122"/>
                <a:ea typeface="微软雅黑" pitchFamily="34" charset="-122"/>
              </a:rPr>
              <a:t>2</a:t>
            </a:r>
            <a:r>
              <a:rPr lang="zh-CN" altLang="en-US" sz="1400" dirty="0">
                <a:solidFill>
                  <a:schemeClr val="tx1">
                    <a:lumMod val="95000"/>
                    <a:lumOff val="5000"/>
                  </a:schemeClr>
                </a:solidFill>
                <a:latin typeface="微软雅黑" pitchFamily="34" charset="-122"/>
                <a:ea typeface="微软雅黑" pitchFamily="34" charset="-122"/>
              </a:rPr>
              <a:t>、可以直接在</a:t>
            </a:r>
            <a:r>
              <a:rPr lang="en-US" altLang="zh-CN" sz="1400" dirty="0">
                <a:solidFill>
                  <a:schemeClr val="tx1">
                    <a:lumMod val="95000"/>
                    <a:lumOff val="5000"/>
                  </a:schemeClr>
                </a:solidFill>
                <a:latin typeface="微软雅黑" pitchFamily="34" charset="-122"/>
                <a:ea typeface="微软雅黑" pitchFamily="34" charset="-122"/>
              </a:rPr>
              <a:t>HTML</a:t>
            </a:r>
            <a:r>
              <a:rPr lang="zh-CN" altLang="en-US" sz="1400" dirty="0">
                <a:solidFill>
                  <a:schemeClr val="tx1">
                    <a:lumMod val="95000"/>
                    <a:lumOff val="5000"/>
                  </a:schemeClr>
                </a:solidFill>
                <a:latin typeface="微软雅黑" pitchFamily="34" charset="-122"/>
                <a:ea typeface="微软雅黑" pitchFamily="34" charset="-122"/>
              </a:rPr>
              <a:t>网页中动态嵌入元素而不需要单独引用</a:t>
            </a:r>
            <a:r>
              <a:rPr lang="en-US" altLang="zh-CN" sz="1400" dirty="0">
                <a:solidFill>
                  <a:schemeClr val="tx1">
                    <a:lumMod val="95000"/>
                    <a:lumOff val="5000"/>
                  </a:schemeClr>
                </a:solidFill>
                <a:latin typeface="微软雅黑" pitchFamily="34" charset="-122"/>
                <a:ea typeface="微软雅黑" pitchFamily="34" charset="-122"/>
              </a:rPr>
              <a:t>CGI</a:t>
            </a:r>
            <a:r>
              <a:rPr lang="zh-CN" altLang="en-US" sz="1400" dirty="0">
                <a:solidFill>
                  <a:schemeClr val="tx1">
                    <a:lumMod val="95000"/>
                    <a:lumOff val="5000"/>
                  </a:schemeClr>
                </a:solidFill>
                <a:latin typeface="微软雅黑" pitchFamily="34" charset="-122"/>
                <a:ea typeface="微软雅黑" pitchFamily="34" charset="-122"/>
              </a:rPr>
              <a:t>文件。</a:t>
            </a:r>
          </a:p>
          <a:p>
            <a:pPr>
              <a:lnSpc>
                <a:spcPct val="130000"/>
              </a:lnSpc>
            </a:pPr>
            <a:endParaRPr lang="zh-CN" altLang="en-US" sz="1400" dirty="0">
              <a:solidFill>
                <a:schemeClr val="tx1">
                  <a:lumMod val="95000"/>
                  <a:lumOff val="5000"/>
                </a:schemeClr>
              </a:solidFill>
              <a:latin typeface="微软雅黑" pitchFamily="34" charset="-122"/>
              <a:ea typeface="微软雅黑" pitchFamily="34" charset="-122"/>
            </a:endParaRPr>
          </a:p>
        </p:txBody>
      </p:sp>
      <p:sp>
        <p:nvSpPr>
          <p:cNvPr id="46" name="TextBox 108"/>
          <p:cNvSpPr txBox="1">
            <a:spLocks noChangeArrowheads="1"/>
          </p:cNvSpPr>
          <p:nvPr/>
        </p:nvSpPr>
        <p:spPr bwMode="auto">
          <a:xfrm>
            <a:off x="539552" y="267494"/>
            <a:ext cx="1569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r>
              <a:rPr lang="zh-CN" altLang="en-US" dirty="0">
                <a:solidFill>
                  <a:prstClr val="black"/>
                </a:solidFill>
                <a:latin typeface="微软雅黑" panose="020B0503020204020204" pitchFamily="34" charset="-122"/>
                <a:ea typeface="微软雅黑" panose="020B0503020204020204" pitchFamily="34" charset="-122"/>
              </a:rPr>
              <a:t>项目使用技术</a:t>
            </a:r>
            <a:endParaRPr lang="en-US" altLang="zh-CN" dirty="0">
              <a:solidFill>
                <a:prstClr val="black"/>
              </a:solidFill>
              <a:latin typeface="微软雅黑" panose="020B0503020204020204" pitchFamily="34" charset="-122"/>
              <a:ea typeface="微软雅黑" panose="020B0503020204020204" pitchFamily="34" charset="-122"/>
            </a:endParaRPr>
          </a:p>
        </p:txBody>
      </p:sp>
      <p:grpSp>
        <p:nvGrpSpPr>
          <p:cNvPr id="47" name="组合 46"/>
          <p:cNvGrpSpPr/>
          <p:nvPr/>
        </p:nvGrpSpPr>
        <p:grpSpPr>
          <a:xfrm>
            <a:off x="107544" y="245001"/>
            <a:ext cx="360000" cy="360000"/>
            <a:chOff x="1965186" y="1419622"/>
            <a:chExt cx="302558" cy="314067"/>
          </a:xfrm>
        </p:grpSpPr>
        <p:sp>
          <p:nvSpPr>
            <p:cNvPr id="48" name="矩形 47"/>
            <p:cNvSpPr/>
            <p:nvPr/>
          </p:nvSpPr>
          <p:spPr>
            <a:xfrm>
              <a:off x="1965186" y="1419622"/>
              <a:ext cx="252000" cy="252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2087744" y="1553689"/>
              <a:ext cx="180000" cy="180000"/>
            </a:xfrm>
            <a:prstGeom prst="rect">
              <a:avLst/>
            </a:prstGeom>
            <a:solidFill>
              <a:srgbClr val="0E90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 name="图片 2">
            <a:extLst>
              <a:ext uri="{FF2B5EF4-FFF2-40B4-BE49-F238E27FC236}">
                <a16:creationId xmlns:a16="http://schemas.microsoft.com/office/drawing/2014/main" id="{83119F68-512B-8D2E-A2F7-3EB4CDAD8A33}"/>
              </a:ext>
            </a:extLst>
          </p:cNvPr>
          <p:cNvPicPr>
            <a:picLocks noChangeAspect="1"/>
          </p:cNvPicPr>
          <p:nvPr/>
        </p:nvPicPr>
        <p:blipFill rotWithShape="1">
          <a:blip r:embed="rId3"/>
          <a:srcRect/>
          <a:stretch/>
        </p:blipFill>
        <p:spPr>
          <a:xfrm>
            <a:off x="287207" y="1466618"/>
            <a:ext cx="3033023" cy="1988786"/>
          </a:xfrm>
          <a:prstGeom prst="rect">
            <a:avLst/>
          </a:prstGeom>
        </p:spPr>
      </p:pic>
      <p:sp>
        <p:nvSpPr>
          <p:cNvPr id="5" name="矩形 4">
            <a:extLst>
              <a:ext uri="{FF2B5EF4-FFF2-40B4-BE49-F238E27FC236}">
                <a16:creationId xmlns:a16="http://schemas.microsoft.com/office/drawing/2014/main" id="{0103E65D-1168-1197-E33D-1375BC376369}"/>
              </a:ext>
            </a:extLst>
          </p:cNvPr>
          <p:cNvSpPr/>
          <p:nvPr/>
        </p:nvSpPr>
        <p:spPr>
          <a:xfrm>
            <a:off x="539552" y="853281"/>
            <a:ext cx="180020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b="1" i="0" dirty="0">
                <a:solidFill>
                  <a:srgbClr val="333333"/>
                </a:solidFill>
                <a:effectLst/>
                <a:latin typeface="Helvetica Neue"/>
              </a:rPr>
              <a:t>Servlet </a:t>
            </a:r>
            <a:r>
              <a:rPr lang="zh-CN" altLang="en-US" b="1" i="0" dirty="0">
                <a:solidFill>
                  <a:srgbClr val="333333"/>
                </a:solidFill>
                <a:effectLst/>
                <a:latin typeface="Helvetica Neue"/>
              </a:rPr>
              <a:t>架构</a:t>
            </a:r>
          </a:p>
        </p:txBody>
      </p:sp>
      <p:sp>
        <p:nvSpPr>
          <p:cNvPr id="6" name="矩形 5">
            <a:extLst>
              <a:ext uri="{FF2B5EF4-FFF2-40B4-BE49-F238E27FC236}">
                <a16:creationId xmlns:a16="http://schemas.microsoft.com/office/drawing/2014/main" id="{2E764A09-AE04-3085-DC18-C3E4F2312805}"/>
              </a:ext>
            </a:extLst>
          </p:cNvPr>
          <p:cNvSpPr/>
          <p:nvPr/>
        </p:nvSpPr>
        <p:spPr>
          <a:xfrm>
            <a:off x="5575021" y="847255"/>
            <a:ext cx="180020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b="1" dirty="0">
                <a:solidFill>
                  <a:srgbClr val="333333"/>
                </a:solidFill>
                <a:latin typeface="Helvetica Neue"/>
              </a:rPr>
              <a:t>JSP</a:t>
            </a:r>
            <a:r>
              <a:rPr lang="zh-CN" altLang="en-US" b="1" dirty="0">
                <a:solidFill>
                  <a:srgbClr val="333333"/>
                </a:solidFill>
                <a:latin typeface="Helvetica Neue"/>
              </a:rPr>
              <a:t>技术</a:t>
            </a:r>
            <a:endParaRPr lang="zh-CN" altLang="en-US" b="1" i="0" dirty="0">
              <a:solidFill>
                <a:srgbClr val="333333"/>
              </a:solidFill>
              <a:effectLst/>
              <a:latin typeface="Helvetica Neue"/>
            </a:endParaRPr>
          </a:p>
        </p:txBody>
      </p:sp>
      <p:sp>
        <p:nvSpPr>
          <p:cNvPr id="7" name="矩形 6">
            <a:extLst>
              <a:ext uri="{FF2B5EF4-FFF2-40B4-BE49-F238E27FC236}">
                <a16:creationId xmlns:a16="http://schemas.microsoft.com/office/drawing/2014/main" id="{1FCC282D-7B79-2BA6-82FF-450966093C79}"/>
              </a:ext>
            </a:extLst>
          </p:cNvPr>
          <p:cNvSpPr/>
          <p:nvPr/>
        </p:nvSpPr>
        <p:spPr>
          <a:xfrm>
            <a:off x="4220435" y="2247539"/>
            <a:ext cx="506853"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3600" b="1" dirty="0">
                <a:solidFill>
                  <a:srgbClr val="333333"/>
                </a:solidFill>
                <a:latin typeface="Helvetica Neue"/>
              </a:rPr>
              <a:t>&amp;</a:t>
            </a:r>
            <a:endParaRPr lang="zh-CN" altLang="en-US" sz="3600" b="1" i="0" dirty="0">
              <a:solidFill>
                <a:srgbClr val="333333"/>
              </a:solidFill>
              <a:effectLst/>
              <a:latin typeface="Helvetica Neue"/>
            </a:endParaRPr>
          </a:p>
        </p:txBody>
      </p:sp>
      <p:grpSp>
        <p:nvGrpSpPr>
          <p:cNvPr id="9" name="组合 8">
            <a:extLst>
              <a:ext uri="{FF2B5EF4-FFF2-40B4-BE49-F238E27FC236}">
                <a16:creationId xmlns:a16="http://schemas.microsoft.com/office/drawing/2014/main" id="{587FDAD8-88A5-D668-6EAE-2C2345EE2574}"/>
              </a:ext>
            </a:extLst>
          </p:cNvPr>
          <p:cNvGrpSpPr/>
          <p:nvPr/>
        </p:nvGrpSpPr>
        <p:grpSpPr>
          <a:xfrm>
            <a:off x="3547331" y="1603774"/>
            <a:ext cx="1800200" cy="1714473"/>
            <a:chOff x="3152953" y="1452622"/>
            <a:chExt cx="2574227" cy="2574070"/>
          </a:xfrm>
          <a:solidFill>
            <a:srgbClr val="052E65"/>
          </a:solidFill>
        </p:grpSpPr>
        <p:sp>
          <p:nvSpPr>
            <p:cNvPr id="10" name="箭头1">
              <a:extLst>
                <a:ext uri="{FF2B5EF4-FFF2-40B4-BE49-F238E27FC236}">
                  <a16:creationId xmlns:a16="http://schemas.microsoft.com/office/drawing/2014/main" id="{CE6A0969-6F9E-12D8-7D51-6FFB50DFF6B1}"/>
                </a:ext>
              </a:extLst>
            </p:cNvPr>
            <p:cNvSpPr>
              <a:spLocks noChangeAspect="1"/>
            </p:cNvSpPr>
            <p:nvPr/>
          </p:nvSpPr>
          <p:spPr bwMode="auto">
            <a:xfrm>
              <a:off x="4461068" y="1452622"/>
              <a:ext cx="1266112" cy="1458040"/>
            </a:xfrm>
            <a:custGeom>
              <a:avLst/>
              <a:gdLst>
                <a:gd name="T0" fmla="*/ 35 w 1260"/>
                <a:gd name="T1" fmla="*/ 1 h 1451"/>
                <a:gd name="T2" fmla="*/ 100 w 1260"/>
                <a:gd name="T3" fmla="*/ 6 h 1451"/>
                <a:gd name="T4" fmla="*/ 162 w 1260"/>
                <a:gd name="T5" fmla="*/ 13 h 1451"/>
                <a:gd name="T6" fmla="*/ 225 w 1260"/>
                <a:gd name="T7" fmla="*/ 23 h 1451"/>
                <a:gd name="T8" fmla="*/ 285 w 1260"/>
                <a:gd name="T9" fmla="*/ 37 h 1451"/>
                <a:gd name="T10" fmla="*/ 345 w 1260"/>
                <a:gd name="T11" fmla="*/ 53 h 1451"/>
                <a:gd name="T12" fmla="*/ 404 w 1260"/>
                <a:gd name="T13" fmla="*/ 72 h 1451"/>
                <a:gd name="T14" fmla="*/ 461 w 1260"/>
                <a:gd name="T15" fmla="*/ 94 h 1451"/>
                <a:gd name="T16" fmla="*/ 517 w 1260"/>
                <a:gd name="T17" fmla="*/ 119 h 1451"/>
                <a:gd name="T18" fmla="*/ 572 w 1260"/>
                <a:gd name="T19" fmla="*/ 145 h 1451"/>
                <a:gd name="T20" fmla="*/ 625 w 1260"/>
                <a:gd name="T21" fmla="*/ 175 h 1451"/>
                <a:gd name="T22" fmla="*/ 676 w 1260"/>
                <a:gd name="T23" fmla="*/ 206 h 1451"/>
                <a:gd name="T24" fmla="*/ 726 w 1260"/>
                <a:gd name="T25" fmla="*/ 240 h 1451"/>
                <a:gd name="T26" fmla="*/ 774 w 1260"/>
                <a:gd name="T27" fmla="*/ 277 h 1451"/>
                <a:gd name="T28" fmla="*/ 820 w 1260"/>
                <a:gd name="T29" fmla="*/ 316 h 1451"/>
                <a:gd name="T30" fmla="*/ 866 w 1260"/>
                <a:gd name="T31" fmla="*/ 356 h 1451"/>
                <a:gd name="T32" fmla="*/ 908 w 1260"/>
                <a:gd name="T33" fmla="*/ 398 h 1451"/>
                <a:gd name="T34" fmla="*/ 948 w 1260"/>
                <a:gd name="T35" fmla="*/ 444 h 1451"/>
                <a:gd name="T36" fmla="*/ 986 w 1260"/>
                <a:gd name="T37" fmla="*/ 490 h 1451"/>
                <a:gd name="T38" fmla="*/ 1023 w 1260"/>
                <a:gd name="T39" fmla="*/ 538 h 1451"/>
                <a:gd name="T40" fmla="*/ 1057 w 1260"/>
                <a:gd name="T41" fmla="*/ 589 h 1451"/>
                <a:gd name="T42" fmla="*/ 1088 w 1260"/>
                <a:gd name="T43" fmla="*/ 640 h 1451"/>
                <a:gd name="T44" fmla="*/ 1117 w 1260"/>
                <a:gd name="T45" fmla="*/ 693 h 1451"/>
                <a:gd name="T46" fmla="*/ 1144 w 1260"/>
                <a:gd name="T47" fmla="*/ 748 h 1451"/>
                <a:gd name="T48" fmla="*/ 1168 w 1260"/>
                <a:gd name="T49" fmla="*/ 804 h 1451"/>
                <a:gd name="T50" fmla="*/ 1190 w 1260"/>
                <a:gd name="T51" fmla="*/ 861 h 1451"/>
                <a:gd name="T52" fmla="*/ 1209 w 1260"/>
                <a:gd name="T53" fmla="*/ 921 h 1451"/>
                <a:gd name="T54" fmla="*/ 1224 w 1260"/>
                <a:gd name="T55" fmla="*/ 980 h 1451"/>
                <a:gd name="T56" fmla="*/ 1237 w 1260"/>
                <a:gd name="T57" fmla="*/ 1042 h 1451"/>
                <a:gd name="T58" fmla="*/ 1248 w 1260"/>
                <a:gd name="T59" fmla="*/ 1104 h 1451"/>
                <a:gd name="T60" fmla="*/ 1255 w 1260"/>
                <a:gd name="T61" fmla="*/ 1166 h 1451"/>
                <a:gd name="T62" fmla="*/ 1259 w 1260"/>
                <a:gd name="T63" fmla="*/ 1231 h 1451"/>
                <a:gd name="T64" fmla="*/ 921 w 1260"/>
                <a:gd name="T65" fmla="*/ 1451 h 1451"/>
                <a:gd name="T66" fmla="*/ 622 w 1260"/>
                <a:gd name="T67" fmla="*/ 1231 h 1451"/>
                <a:gd name="T68" fmla="*/ 616 w 1260"/>
                <a:gd name="T69" fmla="*/ 1184 h 1451"/>
                <a:gd name="T70" fmla="*/ 608 w 1260"/>
                <a:gd name="T71" fmla="*/ 1139 h 1451"/>
                <a:gd name="T72" fmla="*/ 597 w 1260"/>
                <a:gd name="T73" fmla="*/ 1096 h 1451"/>
                <a:gd name="T74" fmla="*/ 588 w 1260"/>
                <a:gd name="T75" fmla="*/ 1067 h 1451"/>
                <a:gd name="T76" fmla="*/ 572 w 1260"/>
                <a:gd name="T77" fmla="*/ 1025 h 1451"/>
                <a:gd name="T78" fmla="*/ 559 w 1260"/>
                <a:gd name="T79" fmla="*/ 998 h 1451"/>
                <a:gd name="T80" fmla="*/ 539 w 1260"/>
                <a:gd name="T81" fmla="*/ 959 h 1451"/>
                <a:gd name="T82" fmla="*/ 523 w 1260"/>
                <a:gd name="T83" fmla="*/ 934 h 1451"/>
                <a:gd name="T84" fmla="*/ 498 w 1260"/>
                <a:gd name="T85" fmla="*/ 898 h 1451"/>
                <a:gd name="T86" fmla="*/ 480 w 1260"/>
                <a:gd name="T87" fmla="*/ 874 h 1451"/>
                <a:gd name="T88" fmla="*/ 461 w 1260"/>
                <a:gd name="T89" fmla="*/ 852 h 1451"/>
                <a:gd name="T90" fmla="*/ 431 w 1260"/>
                <a:gd name="T91" fmla="*/ 821 h 1451"/>
                <a:gd name="T92" fmla="*/ 399 w 1260"/>
                <a:gd name="T93" fmla="*/ 791 h 1451"/>
                <a:gd name="T94" fmla="*/ 375 w 1260"/>
                <a:gd name="T95" fmla="*/ 773 h 1451"/>
                <a:gd name="T96" fmla="*/ 352 w 1260"/>
                <a:gd name="T97" fmla="*/ 755 h 1451"/>
                <a:gd name="T98" fmla="*/ 328 w 1260"/>
                <a:gd name="T99" fmla="*/ 739 h 1451"/>
                <a:gd name="T100" fmla="*/ 290 w 1260"/>
                <a:gd name="T101" fmla="*/ 716 h 1451"/>
                <a:gd name="T102" fmla="*/ 264 w 1260"/>
                <a:gd name="T103" fmla="*/ 702 h 1451"/>
                <a:gd name="T104" fmla="*/ 223 w 1260"/>
                <a:gd name="T105" fmla="*/ 684 h 1451"/>
                <a:gd name="T106" fmla="*/ 181 w 1260"/>
                <a:gd name="T107" fmla="*/ 669 h 1451"/>
                <a:gd name="T108" fmla="*/ 137 w 1260"/>
                <a:gd name="T109" fmla="*/ 656 h 1451"/>
                <a:gd name="T110" fmla="*/ 108 w 1260"/>
                <a:gd name="T111" fmla="*/ 649 h 1451"/>
                <a:gd name="T112" fmla="*/ 63 w 1260"/>
                <a:gd name="T113" fmla="*/ 642 h 1451"/>
                <a:gd name="T114" fmla="*/ 31 w 1260"/>
                <a:gd name="T115" fmla="*/ 639 h 1451"/>
                <a:gd name="T116" fmla="*/ 0 w 1260"/>
                <a:gd name="T117" fmla="*/ 637 h 1451"/>
                <a:gd name="T118" fmla="*/ 3 w 1260"/>
                <a:gd name="T119" fmla="*/ 0 h 1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60" h="1451">
                  <a:moveTo>
                    <a:pt x="3" y="0"/>
                  </a:moveTo>
                  <a:lnTo>
                    <a:pt x="35" y="1"/>
                  </a:lnTo>
                  <a:lnTo>
                    <a:pt x="68" y="3"/>
                  </a:lnTo>
                  <a:lnTo>
                    <a:pt x="100" y="6"/>
                  </a:lnTo>
                  <a:lnTo>
                    <a:pt x="131" y="9"/>
                  </a:lnTo>
                  <a:lnTo>
                    <a:pt x="162" y="13"/>
                  </a:lnTo>
                  <a:lnTo>
                    <a:pt x="193" y="18"/>
                  </a:lnTo>
                  <a:lnTo>
                    <a:pt x="225" y="23"/>
                  </a:lnTo>
                  <a:lnTo>
                    <a:pt x="255" y="30"/>
                  </a:lnTo>
                  <a:lnTo>
                    <a:pt x="285" y="37"/>
                  </a:lnTo>
                  <a:lnTo>
                    <a:pt x="315" y="44"/>
                  </a:lnTo>
                  <a:lnTo>
                    <a:pt x="345" y="53"/>
                  </a:lnTo>
                  <a:lnTo>
                    <a:pt x="374" y="62"/>
                  </a:lnTo>
                  <a:lnTo>
                    <a:pt x="404" y="72"/>
                  </a:lnTo>
                  <a:lnTo>
                    <a:pt x="433" y="83"/>
                  </a:lnTo>
                  <a:lnTo>
                    <a:pt x="461" y="94"/>
                  </a:lnTo>
                  <a:lnTo>
                    <a:pt x="489" y="106"/>
                  </a:lnTo>
                  <a:lnTo>
                    <a:pt x="517" y="119"/>
                  </a:lnTo>
                  <a:lnTo>
                    <a:pt x="545" y="132"/>
                  </a:lnTo>
                  <a:lnTo>
                    <a:pt x="572" y="145"/>
                  </a:lnTo>
                  <a:lnTo>
                    <a:pt x="599" y="160"/>
                  </a:lnTo>
                  <a:lnTo>
                    <a:pt x="625" y="175"/>
                  </a:lnTo>
                  <a:lnTo>
                    <a:pt x="651" y="190"/>
                  </a:lnTo>
                  <a:lnTo>
                    <a:pt x="676" y="206"/>
                  </a:lnTo>
                  <a:lnTo>
                    <a:pt x="702" y="223"/>
                  </a:lnTo>
                  <a:lnTo>
                    <a:pt x="726" y="240"/>
                  </a:lnTo>
                  <a:lnTo>
                    <a:pt x="751" y="259"/>
                  </a:lnTo>
                  <a:lnTo>
                    <a:pt x="774" y="277"/>
                  </a:lnTo>
                  <a:lnTo>
                    <a:pt x="798" y="296"/>
                  </a:lnTo>
                  <a:lnTo>
                    <a:pt x="820" y="316"/>
                  </a:lnTo>
                  <a:lnTo>
                    <a:pt x="843" y="336"/>
                  </a:lnTo>
                  <a:lnTo>
                    <a:pt x="866" y="356"/>
                  </a:lnTo>
                  <a:lnTo>
                    <a:pt x="887" y="377"/>
                  </a:lnTo>
                  <a:lnTo>
                    <a:pt x="908" y="398"/>
                  </a:lnTo>
                  <a:lnTo>
                    <a:pt x="928" y="421"/>
                  </a:lnTo>
                  <a:lnTo>
                    <a:pt x="948" y="444"/>
                  </a:lnTo>
                  <a:lnTo>
                    <a:pt x="967" y="467"/>
                  </a:lnTo>
                  <a:lnTo>
                    <a:pt x="986" y="490"/>
                  </a:lnTo>
                  <a:lnTo>
                    <a:pt x="1004" y="514"/>
                  </a:lnTo>
                  <a:lnTo>
                    <a:pt x="1023" y="538"/>
                  </a:lnTo>
                  <a:lnTo>
                    <a:pt x="1040" y="564"/>
                  </a:lnTo>
                  <a:lnTo>
                    <a:pt x="1057" y="589"/>
                  </a:lnTo>
                  <a:lnTo>
                    <a:pt x="1073" y="614"/>
                  </a:lnTo>
                  <a:lnTo>
                    <a:pt x="1088" y="640"/>
                  </a:lnTo>
                  <a:lnTo>
                    <a:pt x="1103" y="666"/>
                  </a:lnTo>
                  <a:lnTo>
                    <a:pt x="1117" y="693"/>
                  </a:lnTo>
                  <a:lnTo>
                    <a:pt x="1131" y="720"/>
                  </a:lnTo>
                  <a:lnTo>
                    <a:pt x="1144" y="748"/>
                  </a:lnTo>
                  <a:lnTo>
                    <a:pt x="1156" y="776"/>
                  </a:lnTo>
                  <a:lnTo>
                    <a:pt x="1168" y="804"/>
                  </a:lnTo>
                  <a:lnTo>
                    <a:pt x="1180" y="833"/>
                  </a:lnTo>
                  <a:lnTo>
                    <a:pt x="1190" y="861"/>
                  </a:lnTo>
                  <a:lnTo>
                    <a:pt x="1200" y="891"/>
                  </a:lnTo>
                  <a:lnTo>
                    <a:pt x="1209" y="921"/>
                  </a:lnTo>
                  <a:lnTo>
                    <a:pt x="1217" y="950"/>
                  </a:lnTo>
                  <a:lnTo>
                    <a:pt x="1224" y="980"/>
                  </a:lnTo>
                  <a:lnTo>
                    <a:pt x="1231" y="1010"/>
                  </a:lnTo>
                  <a:lnTo>
                    <a:pt x="1237" y="1042"/>
                  </a:lnTo>
                  <a:lnTo>
                    <a:pt x="1243" y="1073"/>
                  </a:lnTo>
                  <a:lnTo>
                    <a:pt x="1248" y="1104"/>
                  </a:lnTo>
                  <a:lnTo>
                    <a:pt x="1252" y="1135"/>
                  </a:lnTo>
                  <a:lnTo>
                    <a:pt x="1255" y="1166"/>
                  </a:lnTo>
                  <a:lnTo>
                    <a:pt x="1257" y="1198"/>
                  </a:lnTo>
                  <a:lnTo>
                    <a:pt x="1259" y="1231"/>
                  </a:lnTo>
                  <a:lnTo>
                    <a:pt x="1260" y="1263"/>
                  </a:lnTo>
                  <a:lnTo>
                    <a:pt x="921" y="1451"/>
                  </a:lnTo>
                  <a:lnTo>
                    <a:pt x="622" y="1246"/>
                  </a:lnTo>
                  <a:lnTo>
                    <a:pt x="622" y="1231"/>
                  </a:lnTo>
                  <a:lnTo>
                    <a:pt x="620" y="1215"/>
                  </a:lnTo>
                  <a:lnTo>
                    <a:pt x="616" y="1184"/>
                  </a:lnTo>
                  <a:lnTo>
                    <a:pt x="611" y="1154"/>
                  </a:lnTo>
                  <a:lnTo>
                    <a:pt x="608" y="1139"/>
                  </a:lnTo>
                  <a:lnTo>
                    <a:pt x="605" y="1125"/>
                  </a:lnTo>
                  <a:lnTo>
                    <a:pt x="597" y="1096"/>
                  </a:lnTo>
                  <a:lnTo>
                    <a:pt x="593" y="1082"/>
                  </a:lnTo>
                  <a:lnTo>
                    <a:pt x="588" y="1067"/>
                  </a:lnTo>
                  <a:lnTo>
                    <a:pt x="577" y="1039"/>
                  </a:lnTo>
                  <a:lnTo>
                    <a:pt x="572" y="1025"/>
                  </a:lnTo>
                  <a:lnTo>
                    <a:pt x="566" y="1012"/>
                  </a:lnTo>
                  <a:lnTo>
                    <a:pt x="559" y="998"/>
                  </a:lnTo>
                  <a:lnTo>
                    <a:pt x="553" y="985"/>
                  </a:lnTo>
                  <a:lnTo>
                    <a:pt x="539" y="959"/>
                  </a:lnTo>
                  <a:lnTo>
                    <a:pt x="530" y="947"/>
                  </a:lnTo>
                  <a:lnTo>
                    <a:pt x="523" y="934"/>
                  </a:lnTo>
                  <a:lnTo>
                    <a:pt x="506" y="910"/>
                  </a:lnTo>
                  <a:lnTo>
                    <a:pt x="498" y="898"/>
                  </a:lnTo>
                  <a:lnTo>
                    <a:pt x="489" y="887"/>
                  </a:lnTo>
                  <a:lnTo>
                    <a:pt x="480" y="874"/>
                  </a:lnTo>
                  <a:lnTo>
                    <a:pt x="471" y="863"/>
                  </a:lnTo>
                  <a:lnTo>
                    <a:pt x="461" y="852"/>
                  </a:lnTo>
                  <a:lnTo>
                    <a:pt x="451" y="841"/>
                  </a:lnTo>
                  <a:lnTo>
                    <a:pt x="431" y="821"/>
                  </a:lnTo>
                  <a:lnTo>
                    <a:pt x="410" y="801"/>
                  </a:lnTo>
                  <a:lnTo>
                    <a:pt x="399" y="791"/>
                  </a:lnTo>
                  <a:lnTo>
                    <a:pt x="388" y="782"/>
                  </a:lnTo>
                  <a:lnTo>
                    <a:pt x="375" y="773"/>
                  </a:lnTo>
                  <a:lnTo>
                    <a:pt x="364" y="764"/>
                  </a:lnTo>
                  <a:lnTo>
                    <a:pt x="352" y="755"/>
                  </a:lnTo>
                  <a:lnTo>
                    <a:pt x="340" y="747"/>
                  </a:lnTo>
                  <a:lnTo>
                    <a:pt x="328" y="739"/>
                  </a:lnTo>
                  <a:lnTo>
                    <a:pt x="315" y="731"/>
                  </a:lnTo>
                  <a:lnTo>
                    <a:pt x="290" y="716"/>
                  </a:lnTo>
                  <a:lnTo>
                    <a:pt x="277" y="709"/>
                  </a:lnTo>
                  <a:lnTo>
                    <a:pt x="264" y="702"/>
                  </a:lnTo>
                  <a:lnTo>
                    <a:pt x="237" y="690"/>
                  </a:lnTo>
                  <a:lnTo>
                    <a:pt x="223" y="684"/>
                  </a:lnTo>
                  <a:lnTo>
                    <a:pt x="209" y="678"/>
                  </a:lnTo>
                  <a:lnTo>
                    <a:pt x="181" y="669"/>
                  </a:lnTo>
                  <a:lnTo>
                    <a:pt x="152" y="660"/>
                  </a:lnTo>
                  <a:lnTo>
                    <a:pt x="137" y="656"/>
                  </a:lnTo>
                  <a:lnTo>
                    <a:pt x="123" y="653"/>
                  </a:lnTo>
                  <a:lnTo>
                    <a:pt x="108" y="649"/>
                  </a:lnTo>
                  <a:lnTo>
                    <a:pt x="93" y="647"/>
                  </a:lnTo>
                  <a:lnTo>
                    <a:pt x="63" y="642"/>
                  </a:lnTo>
                  <a:lnTo>
                    <a:pt x="47" y="640"/>
                  </a:lnTo>
                  <a:lnTo>
                    <a:pt x="31" y="639"/>
                  </a:lnTo>
                  <a:lnTo>
                    <a:pt x="16" y="638"/>
                  </a:lnTo>
                  <a:lnTo>
                    <a:pt x="0" y="637"/>
                  </a:lnTo>
                  <a:lnTo>
                    <a:pt x="197" y="348"/>
                  </a:lnTo>
                  <a:lnTo>
                    <a:pt x="3" y="0"/>
                  </a:lnTo>
                  <a:close/>
                </a:path>
              </a:pathLst>
            </a:custGeom>
            <a:solidFill>
              <a:srgbClr val="054487"/>
            </a:solidFill>
            <a:ln w="3175" cap="flat" cmpd="sng" algn="ctr">
              <a:noFill/>
              <a:prstDash val="solid"/>
            </a:ln>
            <a:effectLst/>
          </p:spPr>
          <p:txBody>
            <a:bodyPr lIns="0" tIns="43202" rIns="0" bIns="43202" anchor="ctr"/>
            <a:lstStyle/>
            <a:p>
              <a:pPr marL="0" marR="0" lvl="0" indent="0" algn="ctr" defTabSz="914400" eaLnBrk="1" fontAlgn="auto" latinLnBrk="0" hangingPunct="1">
                <a:lnSpc>
                  <a:spcPct val="120000"/>
                </a:lnSpc>
                <a:spcBef>
                  <a:spcPts val="458"/>
                </a:spcBef>
                <a:spcAft>
                  <a:spcPts val="458"/>
                </a:spcAft>
                <a:buClrTx/>
                <a:buSzTx/>
                <a:buFontTx/>
                <a:buNone/>
                <a:tabLst/>
                <a:defRPr/>
              </a:pPr>
              <a:endParaRPr kumimoji="0" lang="en-US" sz="2100" b="0" i="0" u="none" strike="noStrike" kern="0" cap="none" spc="0" normalizeH="0" baseline="0" noProof="0" dirty="0">
                <a:ln>
                  <a:noFill/>
                </a:ln>
                <a:solidFill>
                  <a:prstClr val="black"/>
                </a:solidFill>
                <a:effectLst/>
                <a:uLnTx/>
                <a:uFillTx/>
                <a:latin typeface="Impact" pitchFamily="34" charset="0"/>
                <a:ea typeface="+mn-ea"/>
                <a:cs typeface="+mn-cs"/>
              </a:endParaRPr>
            </a:p>
          </p:txBody>
        </p:sp>
        <p:sp>
          <p:nvSpPr>
            <p:cNvPr id="11" name="箭头4">
              <a:extLst>
                <a:ext uri="{FF2B5EF4-FFF2-40B4-BE49-F238E27FC236}">
                  <a16:creationId xmlns:a16="http://schemas.microsoft.com/office/drawing/2014/main" id="{FBADEBDC-36C9-FB9E-B65C-8560FE23FFAE}"/>
                </a:ext>
              </a:extLst>
            </p:cNvPr>
            <p:cNvSpPr>
              <a:spLocks noChangeAspect="1"/>
            </p:cNvSpPr>
            <p:nvPr/>
          </p:nvSpPr>
          <p:spPr bwMode="auto">
            <a:xfrm>
              <a:off x="3152953" y="1454123"/>
              <a:ext cx="1437127" cy="1330536"/>
            </a:xfrm>
            <a:custGeom>
              <a:avLst/>
              <a:gdLst>
                <a:gd name="T0" fmla="*/ 637 w 1431"/>
                <a:gd name="T1" fmla="*/ 1302 h 1325"/>
                <a:gd name="T2" fmla="*/ 637 w 1431"/>
                <a:gd name="T3" fmla="*/ 1248 h 1325"/>
                <a:gd name="T4" fmla="*/ 640 w 1431"/>
                <a:gd name="T5" fmla="*/ 1217 h 1325"/>
                <a:gd name="T6" fmla="*/ 646 w 1431"/>
                <a:gd name="T7" fmla="*/ 1170 h 1325"/>
                <a:gd name="T8" fmla="*/ 655 w 1431"/>
                <a:gd name="T9" fmla="*/ 1125 h 1325"/>
                <a:gd name="T10" fmla="*/ 663 w 1431"/>
                <a:gd name="T11" fmla="*/ 1095 h 1325"/>
                <a:gd name="T12" fmla="*/ 678 w 1431"/>
                <a:gd name="T13" fmla="*/ 1052 h 1325"/>
                <a:gd name="T14" fmla="*/ 689 w 1431"/>
                <a:gd name="T15" fmla="*/ 1024 h 1325"/>
                <a:gd name="T16" fmla="*/ 708 w 1431"/>
                <a:gd name="T17" fmla="*/ 983 h 1325"/>
                <a:gd name="T18" fmla="*/ 724 w 1431"/>
                <a:gd name="T19" fmla="*/ 957 h 1325"/>
                <a:gd name="T20" fmla="*/ 739 w 1431"/>
                <a:gd name="T21" fmla="*/ 932 h 1325"/>
                <a:gd name="T22" fmla="*/ 756 w 1431"/>
                <a:gd name="T23" fmla="*/ 907 h 1325"/>
                <a:gd name="T24" fmla="*/ 773 w 1431"/>
                <a:gd name="T25" fmla="*/ 884 h 1325"/>
                <a:gd name="T26" fmla="*/ 792 w 1431"/>
                <a:gd name="T27" fmla="*/ 860 h 1325"/>
                <a:gd name="T28" fmla="*/ 822 w 1431"/>
                <a:gd name="T29" fmla="*/ 827 h 1325"/>
                <a:gd name="T30" fmla="*/ 843 w 1431"/>
                <a:gd name="T31" fmla="*/ 807 h 1325"/>
                <a:gd name="T32" fmla="*/ 877 w 1431"/>
                <a:gd name="T33" fmla="*/ 778 h 1325"/>
                <a:gd name="T34" fmla="*/ 901 w 1431"/>
                <a:gd name="T35" fmla="*/ 760 h 1325"/>
                <a:gd name="T36" fmla="*/ 938 w 1431"/>
                <a:gd name="T37" fmla="*/ 735 h 1325"/>
                <a:gd name="T38" fmla="*/ 976 w 1431"/>
                <a:gd name="T39" fmla="*/ 711 h 1325"/>
                <a:gd name="T40" fmla="*/ 1003 w 1431"/>
                <a:gd name="T41" fmla="*/ 698 h 1325"/>
                <a:gd name="T42" fmla="*/ 1030 w 1431"/>
                <a:gd name="T43" fmla="*/ 686 h 1325"/>
                <a:gd name="T44" fmla="*/ 1059 w 1431"/>
                <a:gd name="T45" fmla="*/ 675 h 1325"/>
                <a:gd name="T46" fmla="*/ 1117 w 1431"/>
                <a:gd name="T47" fmla="*/ 657 h 1325"/>
                <a:gd name="T48" fmla="*/ 1147 w 1431"/>
                <a:gd name="T49" fmla="*/ 649 h 1325"/>
                <a:gd name="T50" fmla="*/ 1192 w 1431"/>
                <a:gd name="T51" fmla="*/ 642 h 1325"/>
                <a:gd name="T52" fmla="*/ 1224 w 1431"/>
                <a:gd name="T53" fmla="*/ 638 h 1325"/>
                <a:gd name="T54" fmla="*/ 1431 w 1431"/>
                <a:gd name="T55" fmla="*/ 334 h 1325"/>
                <a:gd name="T56" fmla="*/ 1207 w 1431"/>
                <a:gd name="T57" fmla="*/ 1 h 1325"/>
                <a:gd name="T58" fmla="*/ 1142 w 1431"/>
                <a:gd name="T59" fmla="*/ 6 h 1325"/>
                <a:gd name="T60" fmla="*/ 1080 w 1431"/>
                <a:gd name="T61" fmla="*/ 15 h 1325"/>
                <a:gd name="T62" fmla="*/ 1018 w 1431"/>
                <a:gd name="T63" fmla="*/ 26 h 1325"/>
                <a:gd name="T64" fmla="*/ 957 w 1431"/>
                <a:gd name="T65" fmla="*/ 40 h 1325"/>
                <a:gd name="T66" fmla="*/ 898 w 1431"/>
                <a:gd name="T67" fmla="*/ 57 h 1325"/>
                <a:gd name="T68" fmla="*/ 839 w 1431"/>
                <a:gd name="T69" fmla="*/ 76 h 1325"/>
                <a:gd name="T70" fmla="*/ 783 w 1431"/>
                <a:gd name="T71" fmla="*/ 100 h 1325"/>
                <a:gd name="T72" fmla="*/ 728 w 1431"/>
                <a:gd name="T73" fmla="*/ 125 h 1325"/>
                <a:gd name="T74" fmla="*/ 673 w 1431"/>
                <a:gd name="T75" fmla="*/ 152 h 1325"/>
                <a:gd name="T76" fmla="*/ 620 w 1431"/>
                <a:gd name="T77" fmla="*/ 182 h 1325"/>
                <a:gd name="T78" fmla="*/ 570 w 1431"/>
                <a:gd name="T79" fmla="*/ 214 h 1325"/>
                <a:gd name="T80" fmla="*/ 520 w 1431"/>
                <a:gd name="T81" fmla="*/ 250 h 1325"/>
                <a:gd name="T82" fmla="*/ 472 w 1431"/>
                <a:gd name="T83" fmla="*/ 287 h 1325"/>
                <a:gd name="T84" fmla="*/ 427 w 1431"/>
                <a:gd name="T85" fmla="*/ 325 h 1325"/>
                <a:gd name="T86" fmla="*/ 382 w 1431"/>
                <a:gd name="T87" fmla="*/ 366 h 1325"/>
                <a:gd name="T88" fmla="*/ 341 w 1431"/>
                <a:gd name="T89" fmla="*/ 410 h 1325"/>
                <a:gd name="T90" fmla="*/ 301 w 1431"/>
                <a:gd name="T91" fmla="*/ 455 h 1325"/>
                <a:gd name="T92" fmla="*/ 263 w 1431"/>
                <a:gd name="T93" fmla="*/ 502 h 1325"/>
                <a:gd name="T94" fmla="*/ 227 w 1431"/>
                <a:gd name="T95" fmla="*/ 550 h 1325"/>
                <a:gd name="T96" fmla="*/ 194 w 1431"/>
                <a:gd name="T97" fmla="*/ 602 h 1325"/>
                <a:gd name="T98" fmla="*/ 163 w 1431"/>
                <a:gd name="T99" fmla="*/ 653 h 1325"/>
                <a:gd name="T100" fmla="*/ 135 w 1431"/>
                <a:gd name="T101" fmla="*/ 707 h 1325"/>
                <a:gd name="T102" fmla="*/ 109 w 1431"/>
                <a:gd name="T103" fmla="*/ 762 h 1325"/>
                <a:gd name="T104" fmla="*/ 86 w 1431"/>
                <a:gd name="T105" fmla="*/ 819 h 1325"/>
                <a:gd name="T106" fmla="*/ 64 w 1431"/>
                <a:gd name="T107" fmla="*/ 876 h 1325"/>
                <a:gd name="T108" fmla="*/ 47 w 1431"/>
                <a:gd name="T109" fmla="*/ 936 h 1325"/>
                <a:gd name="T110" fmla="*/ 31 w 1431"/>
                <a:gd name="T111" fmla="*/ 996 h 1325"/>
                <a:gd name="T112" fmla="*/ 19 w 1431"/>
                <a:gd name="T113" fmla="*/ 1058 h 1325"/>
                <a:gd name="T114" fmla="*/ 10 w 1431"/>
                <a:gd name="T115" fmla="*/ 1120 h 1325"/>
                <a:gd name="T116" fmla="*/ 4 w 1431"/>
                <a:gd name="T117" fmla="*/ 1183 h 1325"/>
                <a:gd name="T118" fmla="*/ 1 w 1431"/>
                <a:gd name="T119" fmla="*/ 1247 h 1325"/>
                <a:gd name="T120" fmla="*/ 1 w 1431"/>
                <a:gd name="T121" fmla="*/ 1302 h 1325"/>
                <a:gd name="T122" fmla="*/ 335 w 1431"/>
                <a:gd name="T123" fmla="*/ 1129 h 1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31" h="1325">
                  <a:moveTo>
                    <a:pt x="638" y="1324"/>
                  </a:moveTo>
                  <a:lnTo>
                    <a:pt x="637" y="1302"/>
                  </a:lnTo>
                  <a:lnTo>
                    <a:pt x="637" y="1280"/>
                  </a:lnTo>
                  <a:lnTo>
                    <a:pt x="637" y="1248"/>
                  </a:lnTo>
                  <a:lnTo>
                    <a:pt x="638" y="1232"/>
                  </a:lnTo>
                  <a:lnTo>
                    <a:pt x="640" y="1217"/>
                  </a:lnTo>
                  <a:lnTo>
                    <a:pt x="644" y="1185"/>
                  </a:lnTo>
                  <a:lnTo>
                    <a:pt x="646" y="1170"/>
                  </a:lnTo>
                  <a:lnTo>
                    <a:pt x="649" y="1154"/>
                  </a:lnTo>
                  <a:lnTo>
                    <a:pt x="655" y="1125"/>
                  </a:lnTo>
                  <a:lnTo>
                    <a:pt x="659" y="1110"/>
                  </a:lnTo>
                  <a:lnTo>
                    <a:pt x="663" y="1095"/>
                  </a:lnTo>
                  <a:lnTo>
                    <a:pt x="673" y="1067"/>
                  </a:lnTo>
                  <a:lnTo>
                    <a:pt x="678" y="1052"/>
                  </a:lnTo>
                  <a:lnTo>
                    <a:pt x="683" y="1038"/>
                  </a:lnTo>
                  <a:lnTo>
                    <a:pt x="689" y="1024"/>
                  </a:lnTo>
                  <a:lnTo>
                    <a:pt x="695" y="1010"/>
                  </a:lnTo>
                  <a:lnTo>
                    <a:pt x="708" y="983"/>
                  </a:lnTo>
                  <a:lnTo>
                    <a:pt x="715" y="970"/>
                  </a:lnTo>
                  <a:lnTo>
                    <a:pt x="724" y="957"/>
                  </a:lnTo>
                  <a:lnTo>
                    <a:pt x="731" y="944"/>
                  </a:lnTo>
                  <a:lnTo>
                    <a:pt x="739" y="932"/>
                  </a:lnTo>
                  <a:lnTo>
                    <a:pt x="747" y="920"/>
                  </a:lnTo>
                  <a:lnTo>
                    <a:pt x="756" y="907"/>
                  </a:lnTo>
                  <a:lnTo>
                    <a:pt x="764" y="895"/>
                  </a:lnTo>
                  <a:lnTo>
                    <a:pt x="773" y="884"/>
                  </a:lnTo>
                  <a:lnTo>
                    <a:pt x="783" y="871"/>
                  </a:lnTo>
                  <a:lnTo>
                    <a:pt x="792" y="860"/>
                  </a:lnTo>
                  <a:lnTo>
                    <a:pt x="812" y="838"/>
                  </a:lnTo>
                  <a:lnTo>
                    <a:pt x="822" y="827"/>
                  </a:lnTo>
                  <a:lnTo>
                    <a:pt x="832" y="817"/>
                  </a:lnTo>
                  <a:lnTo>
                    <a:pt x="843" y="807"/>
                  </a:lnTo>
                  <a:lnTo>
                    <a:pt x="854" y="797"/>
                  </a:lnTo>
                  <a:lnTo>
                    <a:pt x="877" y="778"/>
                  </a:lnTo>
                  <a:lnTo>
                    <a:pt x="889" y="769"/>
                  </a:lnTo>
                  <a:lnTo>
                    <a:pt x="901" y="760"/>
                  </a:lnTo>
                  <a:lnTo>
                    <a:pt x="925" y="743"/>
                  </a:lnTo>
                  <a:lnTo>
                    <a:pt x="938" y="735"/>
                  </a:lnTo>
                  <a:lnTo>
                    <a:pt x="951" y="727"/>
                  </a:lnTo>
                  <a:lnTo>
                    <a:pt x="976" y="711"/>
                  </a:lnTo>
                  <a:lnTo>
                    <a:pt x="990" y="705"/>
                  </a:lnTo>
                  <a:lnTo>
                    <a:pt x="1003" y="698"/>
                  </a:lnTo>
                  <a:lnTo>
                    <a:pt x="1017" y="692"/>
                  </a:lnTo>
                  <a:lnTo>
                    <a:pt x="1030" y="686"/>
                  </a:lnTo>
                  <a:lnTo>
                    <a:pt x="1045" y="680"/>
                  </a:lnTo>
                  <a:lnTo>
                    <a:pt x="1059" y="675"/>
                  </a:lnTo>
                  <a:lnTo>
                    <a:pt x="1088" y="665"/>
                  </a:lnTo>
                  <a:lnTo>
                    <a:pt x="1117" y="657"/>
                  </a:lnTo>
                  <a:lnTo>
                    <a:pt x="1132" y="653"/>
                  </a:lnTo>
                  <a:lnTo>
                    <a:pt x="1147" y="649"/>
                  </a:lnTo>
                  <a:lnTo>
                    <a:pt x="1177" y="644"/>
                  </a:lnTo>
                  <a:lnTo>
                    <a:pt x="1192" y="642"/>
                  </a:lnTo>
                  <a:lnTo>
                    <a:pt x="1209" y="640"/>
                  </a:lnTo>
                  <a:lnTo>
                    <a:pt x="1224" y="638"/>
                  </a:lnTo>
                  <a:lnTo>
                    <a:pt x="1240" y="637"/>
                  </a:lnTo>
                  <a:lnTo>
                    <a:pt x="1431" y="334"/>
                  </a:lnTo>
                  <a:lnTo>
                    <a:pt x="1239" y="0"/>
                  </a:lnTo>
                  <a:lnTo>
                    <a:pt x="1207" y="1"/>
                  </a:lnTo>
                  <a:lnTo>
                    <a:pt x="1174" y="3"/>
                  </a:lnTo>
                  <a:lnTo>
                    <a:pt x="1142" y="6"/>
                  </a:lnTo>
                  <a:lnTo>
                    <a:pt x="1111" y="10"/>
                  </a:lnTo>
                  <a:lnTo>
                    <a:pt x="1080" y="15"/>
                  </a:lnTo>
                  <a:lnTo>
                    <a:pt x="1049" y="20"/>
                  </a:lnTo>
                  <a:lnTo>
                    <a:pt x="1018" y="26"/>
                  </a:lnTo>
                  <a:lnTo>
                    <a:pt x="987" y="32"/>
                  </a:lnTo>
                  <a:lnTo>
                    <a:pt x="957" y="40"/>
                  </a:lnTo>
                  <a:lnTo>
                    <a:pt x="928" y="48"/>
                  </a:lnTo>
                  <a:lnTo>
                    <a:pt x="898" y="57"/>
                  </a:lnTo>
                  <a:lnTo>
                    <a:pt x="868" y="66"/>
                  </a:lnTo>
                  <a:lnTo>
                    <a:pt x="839" y="76"/>
                  </a:lnTo>
                  <a:lnTo>
                    <a:pt x="811" y="88"/>
                  </a:lnTo>
                  <a:lnTo>
                    <a:pt x="783" y="100"/>
                  </a:lnTo>
                  <a:lnTo>
                    <a:pt x="755" y="112"/>
                  </a:lnTo>
                  <a:lnTo>
                    <a:pt x="728" y="125"/>
                  </a:lnTo>
                  <a:lnTo>
                    <a:pt x="699" y="138"/>
                  </a:lnTo>
                  <a:lnTo>
                    <a:pt x="673" y="152"/>
                  </a:lnTo>
                  <a:lnTo>
                    <a:pt x="646" y="167"/>
                  </a:lnTo>
                  <a:lnTo>
                    <a:pt x="620" y="182"/>
                  </a:lnTo>
                  <a:lnTo>
                    <a:pt x="595" y="198"/>
                  </a:lnTo>
                  <a:lnTo>
                    <a:pt x="570" y="214"/>
                  </a:lnTo>
                  <a:lnTo>
                    <a:pt x="544" y="231"/>
                  </a:lnTo>
                  <a:lnTo>
                    <a:pt x="520" y="250"/>
                  </a:lnTo>
                  <a:lnTo>
                    <a:pt x="496" y="268"/>
                  </a:lnTo>
                  <a:lnTo>
                    <a:pt x="472" y="287"/>
                  </a:lnTo>
                  <a:lnTo>
                    <a:pt x="449" y="306"/>
                  </a:lnTo>
                  <a:lnTo>
                    <a:pt x="427" y="325"/>
                  </a:lnTo>
                  <a:lnTo>
                    <a:pt x="405" y="346"/>
                  </a:lnTo>
                  <a:lnTo>
                    <a:pt x="382" y="366"/>
                  </a:lnTo>
                  <a:lnTo>
                    <a:pt x="361" y="388"/>
                  </a:lnTo>
                  <a:lnTo>
                    <a:pt x="341" y="410"/>
                  </a:lnTo>
                  <a:lnTo>
                    <a:pt x="320" y="433"/>
                  </a:lnTo>
                  <a:lnTo>
                    <a:pt x="301" y="455"/>
                  </a:lnTo>
                  <a:lnTo>
                    <a:pt x="282" y="478"/>
                  </a:lnTo>
                  <a:lnTo>
                    <a:pt x="263" y="502"/>
                  </a:lnTo>
                  <a:lnTo>
                    <a:pt x="245" y="526"/>
                  </a:lnTo>
                  <a:lnTo>
                    <a:pt x="227" y="550"/>
                  </a:lnTo>
                  <a:lnTo>
                    <a:pt x="210" y="576"/>
                  </a:lnTo>
                  <a:lnTo>
                    <a:pt x="194" y="602"/>
                  </a:lnTo>
                  <a:lnTo>
                    <a:pt x="178" y="627"/>
                  </a:lnTo>
                  <a:lnTo>
                    <a:pt x="163" y="653"/>
                  </a:lnTo>
                  <a:lnTo>
                    <a:pt x="149" y="680"/>
                  </a:lnTo>
                  <a:lnTo>
                    <a:pt x="135" y="707"/>
                  </a:lnTo>
                  <a:lnTo>
                    <a:pt x="122" y="735"/>
                  </a:lnTo>
                  <a:lnTo>
                    <a:pt x="109" y="762"/>
                  </a:lnTo>
                  <a:lnTo>
                    <a:pt x="97" y="790"/>
                  </a:lnTo>
                  <a:lnTo>
                    <a:pt x="86" y="819"/>
                  </a:lnTo>
                  <a:lnTo>
                    <a:pt x="74" y="847"/>
                  </a:lnTo>
                  <a:lnTo>
                    <a:pt x="64" y="876"/>
                  </a:lnTo>
                  <a:lnTo>
                    <a:pt x="55" y="906"/>
                  </a:lnTo>
                  <a:lnTo>
                    <a:pt x="47" y="936"/>
                  </a:lnTo>
                  <a:lnTo>
                    <a:pt x="39" y="966"/>
                  </a:lnTo>
                  <a:lnTo>
                    <a:pt x="31" y="996"/>
                  </a:lnTo>
                  <a:lnTo>
                    <a:pt x="25" y="1026"/>
                  </a:lnTo>
                  <a:lnTo>
                    <a:pt x="19" y="1058"/>
                  </a:lnTo>
                  <a:lnTo>
                    <a:pt x="14" y="1089"/>
                  </a:lnTo>
                  <a:lnTo>
                    <a:pt x="10" y="1120"/>
                  </a:lnTo>
                  <a:lnTo>
                    <a:pt x="6" y="1151"/>
                  </a:lnTo>
                  <a:lnTo>
                    <a:pt x="4" y="1183"/>
                  </a:lnTo>
                  <a:lnTo>
                    <a:pt x="2" y="1215"/>
                  </a:lnTo>
                  <a:lnTo>
                    <a:pt x="1" y="1247"/>
                  </a:lnTo>
                  <a:lnTo>
                    <a:pt x="0" y="1280"/>
                  </a:lnTo>
                  <a:lnTo>
                    <a:pt x="1" y="1302"/>
                  </a:lnTo>
                  <a:lnTo>
                    <a:pt x="2" y="1325"/>
                  </a:lnTo>
                  <a:lnTo>
                    <a:pt x="335" y="1129"/>
                  </a:lnTo>
                  <a:lnTo>
                    <a:pt x="638" y="1324"/>
                  </a:lnTo>
                  <a:close/>
                </a:path>
              </a:pathLst>
            </a:custGeom>
            <a:solidFill>
              <a:srgbClr val="054487"/>
            </a:solidFill>
            <a:ln w="3175" cap="flat" cmpd="sng" algn="ctr">
              <a:noFill/>
              <a:prstDash val="solid"/>
            </a:ln>
            <a:effectLst/>
          </p:spPr>
          <p:txBody>
            <a:bodyPr lIns="86404" tIns="43202" rIns="86404" bIns="43202" anchor="ct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en-US" sz="900" b="0" i="0" u="none" strike="noStrike" kern="0" cap="none" spc="0" normalizeH="0" baseline="0" noProof="0" dirty="0">
                <a:ln>
                  <a:noFill/>
                </a:ln>
                <a:solidFill>
                  <a:prstClr val="black"/>
                </a:solidFill>
                <a:effectLst/>
                <a:uLnTx/>
                <a:uFillTx/>
                <a:latin typeface="微软雅黑" pitchFamily="34" charset="-122"/>
                <a:ea typeface="+mn-ea"/>
                <a:cs typeface="+mn-cs"/>
              </a:endParaRPr>
            </a:p>
          </p:txBody>
        </p:sp>
        <p:sp>
          <p:nvSpPr>
            <p:cNvPr id="12" name="箭头3">
              <a:extLst>
                <a:ext uri="{FF2B5EF4-FFF2-40B4-BE49-F238E27FC236}">
                  <a16:creationId xmlns:a16="http://schemas.microsoft.com/office/drawing/2014/main" id="{6E78733A-E80C-7204-15BC-15189FA02EC2}"/>
                </a:ext>
              </a:extLst>
            </p:cNvPr>
            <p:cNvSpPr>
              <a:spLocks noChangeAspect="1"/>
            </p:cNvSpPr>
            <p:nvPr/>
          </p:nvSpPr>
          <p:spPr bwMode="auto">
            <a:xfrm>
              <a:off x="3157454" y="2655655"/>
              <a:ext cx="1302115" cy="1371037"/>
            </a:xfrm>
            <a:custGeom>
              <a:avLst/>
              <a:gdLst>
                <a:gd name="T0" fmla="*/ 1096 w 1295"/>
                <a:gd name="T1" fmla="*/ 1023 h 1364"/>
                <a:gd name="T2" fmla="*/ 1276 w 1295"/>
                <a:gd name="T3" fmla="*/ 728 h 1364"/>
                <a:gd name="T4" fmla="*/ 1232 w 1295"/>
                <a:gd name="T5" fmla="*/ 726 h 1364"/>
                <a:gd name="T6" fmla="*/ 1187 w 1295"/>
                <a:gd name="T7" fmla="*/ 722 h 1364"/>
                <a:gd name="T8" fmla="*/ 1131 w 1295"/>
                <a:gd name="T9" fmla="*/ 711 h 1364"/>
                <a:gd name="T10" fmla="*/ 1103 w 1295"/>
                <a:gd name="T11" fmla="*/ 704 h 1364"/>
                <a:gd name="T12" fmla="*/ 1050 w 1295"/>
                <a:gd name="T13" fmla="*/ 687 h 1364"/>
                <a:gd name="T14" fmla="*/ 1023 w 1295"/>
                <a:gd name="T15" fmla="*/ 677 h 1364"/>
                <a:gd name="T16" fmla="*/ 973 w 1295"/>
                <a:gd name="T17" fmla="*/ 653 h 1364"/>
                <a:gd name="T18" fmla="*/ 949 w 1295"/>
                <a:gd name="T19" fmla="*/ 638 h 1364"/>
                <a:gd name="T20" fmla="*/ 902 w 1295"/>
                <a:gd name="T21" fmla="*/ 608 h 1364"/>
                <a:gd name="T22" fmla="*/ 880 w 1295"/>
                <a:gd name="T23" fmla="*/ 591 h 1364"/>
                <a:gd name="T24" fmla="*/ 837 w 1295"/>
                <a:gd name="T25" fmla="*/ 556 h 1364"/>
                <a:gd name="T26" fmla="*/ 799 w 1295"/>
                <a:gd name="T27" fmla="*/ 517 h 1364"/>
                <a:gd name="T28" fmla="*/ 781 w 1295"/>
                <a:gd name="T29" fmla="*/ 496 h 1364"/>
                <a:gd name="T30" fmla="*/ 747 w 1295"/>
                <a:gd name="T31" fmla="*/ 451 h 1364"/>
                <a:gd name="T32" fmla="*/ 725 w 1295"/>
                <a:gd name="T33" fmla="*/ 417 h 1364"/>
                <a:gd name="T34" fmla="*/ 703 w 1295"/>
                <a:gd name="T35" fmla="*/ 380 h 1364"/>
                <a:gd name="T36" fmla="*/ 680 w 1295"/>
                <a:gd name="T37" fmla="*/ 330 h 1364"/>
                <a:gd name="T38" fmla="*/ 670 w 1295"/>
                <a:gd name="T39" fmla="*/ 303 h 1364"/>
                <a:gd name="T40" fmla="*/ 657 w 1295"/>
                <a:gd name="T41" fmla="*/ 263 h 1364"/>
                <a:gd name="T42" fmla="*/ 646 w 1295"/>
                <a:gd name="T43" fmla="*/ 221 h 1364"/>
                <a:gd name="T44" fmla="*/ 322 w 1295"/>
                <a:gd name="T45" fmla="*/ 0 h 1364"/>
                <a:gd name="T46" fmla="*/ 2 w 1295"/>
                <a:gd name="T47" fmla="*/ 222 h 1364"/>
                <a:gd name="T48" fmla="*/ 10 w 1295"/>
                <a:gd name="T49" fmla="*/ 282 h 1364"/>
                <a:gd name="T50" fmla="*/ 21 w 1295"/>
                <a:gd name="T51" fmla="*/ 343 h 1364"/>
                <a:gd name="T52" fmla="*/ 35 w 1295"/>
                <a:gd name="T53" fmla="*/ 401 h 1364"/>
                <a:gd name="T54" fmla="*/ 51 w 1295"/>
                <a:gd name="T55" fmla="*/ 458 h 1364"/>
                <a:gd name="T56" fmla="*/ 69 w 1295"/>
                <a:gd name="T57" fmla="*/ 516 h 1364"/>
                <a:gd name="T58" fmla="*/ 91 w 1295"/>
                <a:gd name="T59" fmla="*/ 571 h 1364"/>
                <a:gd name="T60" fmla="*/ 115 w 1295"/>
                <a:gd name="T61" fmla="*/ 624 h 1364"/>
                <a:gd name="T62" fmla="*/ 141 w 1295"/>
                <a:gd name="T63" fmla="*/ 678 h 1364"/>
                <a:gd name="T64" fmla="*/ 169 w 1295"/>
                <a:gd name="T65" fmla="*/ 729 h 1364"/>
                <a:gd name="T66" fmla="*/ 200 w 1295"/>
                <a:gd name="T67" fmla="*/ 779 h 1364"/>
                <a:gd name="T68" fmla="*/ 233 w 1295"/>
                <a:gd name="T69" fmla="*/ 828 h 1364"/>
                <a:gd name="T70" fmla="*/ 268 w 1295"/>
                <a:gd name="T71" fmla="*/ 874 h 1364"/>
                <a:gd name="T72" fmla="*/ 305 w 1295"/>
                <a:gd name="T73" fmla="*/ 919 h 1364"/>
                <a:gd name="T74" fmla="*/ 344 w 1295"/>
                <a:gd name="T75" fmla="*/ 962 h 1364"/>
                <a:gd name="T76" fmla="*/ 385 w 1295"/>
                <a:gd name="T77" fmla="*/ 1004 h 1364"/>
                <a:gd name="T78" fmla="*/ 428 w 1295"/>
                <a:gd name="T79" fmla="*/ 1043 h 1364"/>
                <a:gd name="T80" fmla="*/ 473 w 1295"/>
                <a:gd name="T81" fmla="*/ 1081 h 1364"/>
                <a:gd name="T82" fmla="*/ 519 w 1295"/>
                <a:gd name="T83" fmla="*/ 1116 h 1364"/>
                <a:gd name="T84" fmla="*/ 567 w 1295"/>
                <a:gd name="T85" fmla="*/ 1151 h 1364"/>
                <a:gd name="T86" fmla="*/ 616 w 1295"/>
                <a:gd name="T87" fmla="*/ 1182 h 1364"/>
                <a:gd name="T88" fmla="*/ 667 w 1295"/>
                <a:gd name="T89" fmla="*/ 1211 h 1364"/>
                <a:gd name="T90" fmla="*/ 720 w 1295"/>
                <a:gd name="T91" fmla="*/ 1237 h 1364"/>
                <a:gd name="T92" fmla="*/ 774 w 1295"/>
                <a:gd name="T93" fmla="*/ 1262 h 1364"/>
                <a:gd name="T94" fmla="*/ 828 w 1295"/>
                <a:gd name="T95" fmla="*/ 1283 h 1364"/>
                <a:gd name="T96" fmla="*/ 885 w 1295"/>
                <a:gd name="T97" fmla="*/ 1304 h 1364"/>
                <a:gd name="T98" fmla="*/ 942 w 1295"/>
                <a:gd name="T99" fmla="*/ 1321 h 1364"/>
                <a:gd name="T100" fmla="*/ 1001 w 1295"/>
                <a:gd name="T101" fmla="*/ 1335 h 1364"/>
                <a:gd name="T102" fmla="*/ 1061 w 1295"/>
                <a:gd name="T103" fmla="*/ 1346 h 1364"/>
                <a:gd name="T104" fmla="*/ 1121 w 1295"/>
                <a:gd name="T105" fmla="*/ 1355 h 1364"/>
                <a:gd name="T106" fmla="*/ 1182 w 1295"/>
                <a:gd name="T107" fmla="*/ 1361 h 1364"/>
                <a:gd name="T108" fmla="*/ 1245 w 1295"/>
                <a:gd name="T109" fmla="*/ 1364 h 1364"/>
                <a:gd name="T110" fmla="*/ 1281 w 1295"/>
                <a:gd name="T111" fmla="*/ 1364 h 1364"/>
                <a:gd name="T112" fmla="*/ 1290 w 1295"/>
                <a:gd name="T113" fmla="*/ 1362 h 1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95" h="1364">
                  <a:moveTo>
                    <a:pt x="1295" y="1362"/>
                  </a:moveTo>
                  <a:lnTo>
                    <a:pt x="1096" y="1023"/>
                  </a:lnTo>
                  <a:lnTo>
                    <a:pt x="1295" y="727"/>
                  </a:lnTo>
                  <a:lnTo>
                    <a:pt x="1276" y="728"/>
                  </a:lnTo>
                  <a:lnTo>
                    <a:pt x="1246" y="727"/>
                  </a:lnTo>
                  <a:lnTo>
                    <a:pt x="1232" y="726"/>
                  </a:lnTo>
                  <a:lnTo>
                    <a:pt x="1217" y="725"/>
                  </a:lnTo>
                  <a:lnTo>
                    <a:pt x="1187" y="722"/>
                  </a:lnTo>
                  <a:lnTo>
                    <a:pt x="1159" y="717"/>
                  </a:lnTo>
                  <a:lnTo>
                    <a:pt x="1131" y="711"/>
                  </a:lnTo>
                  <a:lnTo>
                    <a:pt x="1117" y="708"/>
                  </a:lnTo>
                  <a:lnTo>
                    <a:pt x="1103" y="704"/>
                  </a:lnTo>
                  <a:lnTo>
                    <a:pt x="1076" y="696"/>
                  </a:lnTo>
                  <a:lnTo>
                    <a:pt x="1050" y="687"/>
                  </a:lnTo>
                  <a:lnTo>
                    <a:pt x="1037" y="682"/>
                  </a:lnTo>
                  <a:lnTo>
                    <a:pt x="1023" y="677"/>
                  </a:lnTo>
                  <a:lnTo>
                    <a:pt x="998" y="665"/>
                  </a:lnTo>
                  <a:lnTo>
                    <a:pt x="973" y="653"/>
                  </a:lnTo>
                  <a:lnTo>
                    <a:pt x="961" y="646"/>
                  </a:lnTo>
                  <a:lnTo>
                    <a:pt x="949" y="638"/>
                  </a:lnTo>
                  <a:lnTo>
                    <a:pt x="925" y="623"/>
                  </a:lnTo>
                  <a:lnTo>
                    <a:pt x="902" y="608"/>
                  </a:lnTo>
                  <a:lnTo>
                    <a:pt x="891" y="600"/>
                  </a:lnTo>
                  <a:lnTo>
                    <a:pt x="880" y="591"/>
                  </a:lnTo>
                  <a:lnTo>
                    <a:pt x="858" y="574"/>
                  </a:lnTo>
                  <a:lnTo>
                    <a:pt x="837" y="556"/>
                  </a:lnTo>
                  <a:lnTo>
                    <a:pt x="818" y="537"/>
                  </a:lnTo>
                  <a:lnTo>
                    <a:pt x="799" y="517"/>
                  </a:lnTo>
                  <a:lnTo>
                    <a:pt x="790" y="506"/>
                  </a:lnTo>
                  <a:lnTo>
                    <a:pt x="781" y="496"/>
                  </a:lnTo>
                  <a:lnTo>
                    <a:pt x="764" y="473"/>
                  </a:lnTo>
                  <a:lnTo>
                    <a:pt x="747" y="451"/>
                  </a:lnTo>
                  <a:lnTo>
                    <a:pt x="732" y="428"/>
                  </a:lnTo>
                  <a:lnTo>
                    <a:pt x="725" y="417"/>
                  </a:lnTo>
                  <a:lnTo>
                    <a:pt x="718" y="405"/>
                  </a:lnTo>
                  <a:lnTo>
                    <a:pt x="703" y="380"/>
                  </a:lnTo>
                  <a:lnTo>
                    <a:pt x="691" y="355"/>
                  </a:lnTo>
                  <a:lnTo>
                    <a:pt x="680" y="330"/>
                  </a:lnTo>
                  <a:lnTo>
                    <a:pt x="675" y="316"/>
                  </a:lnTo>
                  <a:lnTo>
                    <a:pt x="670" y="303"/>
                  </a:lnTo>
                  <a:lnTo>
                    <a:pt x="661" y="276"/>
                  </a:lnTo>
                  <a:lnTo>
                    <a:pt x="657" y="263"/>
                  </a:lnTo>
                  <a:lnTo>
                    <a:pt x="653" y="249"/>
                  </a:lnTo>
                  <a:lnTo>
                    <a:pt x="646" y="221"/>
                  </a:lnTo>
                  <a:lnTo>
                    <a:pt x="641" y="193"/>
                  </a:lnTo>
                  <a:lnTo>
                    <a:pt x="322" y="0"/>
                  </a:lnTo>
                  <a:lnTo>
                    <a:pt x="0" y="191"/>
                  </a:lnTo>
                  <a:lnTo>
                    <a:pt x="2" y="222"/>
                  </a:lnTo>
                  <a:lnTo>
                    <a:pt x="6" y="252"/>
                  </a:lnTo>
                  <a:lnTo>
                    <a:pt x="10" y="282"/>
                  </a:lnTo>
                  <a:lnTo>
                    <a:pt x="15" y="312"/>
                  </a:lnTo>
                  <a:lnTo>
                    <a:pt x="21" y="343"/>
                  </a:lnTo>
                  <a:lnTo>
                    <a:pt x="27" y="372"/>
                  </a:lnTo>
                  <a:lnTo>
                    <a:pt x="35" y="401"/>
                  </a:lnTo>
                  <a:lnTo>
                    <a:pt x="42" y="430"/>
                  </a:lnTo>
                  <a:lnTo>
                    <a:pt x="51" y="458"/>
                  </a:lnTo>
                  <a:lnTo>
                    <a:pt x="60" y="488"/>
                  </a:lnTo>
                  <a:lnTo>
                    <a:pt x="69" y="516"/>
                  </a:lnTo>
                  <a:lnTo>
                    <a:pt x="81" y="543"/>
                  </a:lnTo>
                  <a:lnTo>
                    <a:pt x="91" y="571"/>
                  </a:lnTo>
                  <a:lnTo>
                    <a:pt x="103" y="598"/>
                  </a:lnTo>
                  <a:lnTo>
                    <a:pt x="115" y="624"/>
                  </a:lnTo>
                  <a:lnTo>
                    <a:pt x="128" y="652"/>
                  </a:lnTo>
                  <a:lnTo>
                    <a:pt x="141" y="678"/>
                  </a:lnTo>
                  <a:lnTo>
                    <a:pt x="155" y="704"/>
                  </a:lnTo>
                  <a:lnTo>
                    <a:pt x="169" y="729"/>
                  </a:lnTo>
                  <a:lnTo>
                    <a:pt x="184" y="754"/>
                  </a:lnTo>
                  <a:lnTo>
                    <a:pt x="200" y="779"/>
                  </a:lnTo>
                  <a:lnTo>
                    <a:pt x="216" y="803"/>
                  </a:lnTo>
                  <a:lnTo>
                    <a:pt x="233" y="828"/>
                  </a:lnTo>
                  <a:lnTo>
                    <a:pt x="251" y="851"/>
                  </a:lnTo>
                  <a:lnTo>
                    <a:pt x="268" y="874"/>
                  </a:lnTo>
                  <a:lnTo>
                    <a:pt x="287" y="897"/>
                  </a:lnTo>
                  <a:lnTo>
                    <a:pt x="305" y="919"/>
                  </a:lnTo>
                  <a:lnTo>
                    <a:pt x="324" y="941"/>
                  </a:lnTo>
                  <a:lnTo>
                    <a:pt x="344" y="962"/>
                  </a:lnTo>
                  <a:lnTo>
                    <a:pt x="364" y="984"/>
                  </a:lnTo>
                  <a:lnTo>
                    <a:pt x="385" y="1004"/>
                  </a:lnTo>
                  <a:lnTo>
                    <a:pt x="407" y="1024"/>
                  </a:lnTo>
                  <a:lnTo>
                    <a:pt x="428" y="1043"/>
                  </a:lnTo>
                  <a:lnTo>
                    <a:pt x="450" y="1062"/>
                  </a:lnTo>
                  <a:lnTo>
                    <a:pt x="473" y="1081"/>
                  </a:lnTo>
                  <a:lnTo>
                    <a:pt x="495" y="1099"/>
                  </a:lnTo>
                  <a:lnTo>
                    <a:pt x="519" y="1116"/>
                  </a:lnTo>
                  <a:lnTo>
                    <a:pt x="542" y="1134"/>
                  </a:lnTo>
                  <a:lnTo>
                    <a:pt x="567" y="1151"/>
                  </a:lnTo>
                  <a:lnTo>
                    <a:pt x="592" y="1166"/>
                  </a:lnTo>
                  <a:lnTo>
                    <a:pt x="616" y="1182"/>
                  </a:lnTo>
                  <a:lnTo>
                    <a:pt x="642" y="1196"/>
                  </a:lnTo>
                  <a:lnTo>
                    <a:pt x="667" y="1211"/>
                  </a:lnTo>
                  <a:lnTo>
                    <a:pt x="693" y="1224"/>
                  </a:lnTo>
                  <a:lnTo>
                    <a:pt x="720" y="1237"/>
                  </a:lnTo>
                  <a:lnTo>
                    <a:pt x="747" y="1250"/>
                  </a:lnTo>
                  <a:lnTo>
                    <a:pt x="774" y="1262"/>
                  </a:lnTo>
                  <a:lnTo>
                    <a:pt x="801" y="1273"/>
                  </a:lnTo>
                  <a:lnTo>
                    <a:pt x="828" y="1283"/>
                  </a:lnTo>
                  <a:lnTo>
                    <a:pt x="856" y="1294"/>
                  </a:lnTo>
                  <a:lnTo>
                    <a:pt x="885" y="1304"/>
                  </a:lnTo>
                  <a:lnTo>
                    <a:pt x="914" y="1312"/>
                  </a:lnTo>
                  <a:lnTo>
                    <a:pt x="942" y="1321"/>
                  </a:lnTo>
                  <a:lnTo>
                    <a:pt x="971" y="1328"/>
                  </a:lnTo>
                  <a:lnTo>
                    <a:pt x="1001" y="1335"/>
                  </a:lnTo>
                  <a:lnTo>
                    <a:pt x="1030" y="1341"/>
                  </a:lnTo>
                  <a:lnTo>
                    <a:pt x="1061" y="1346"/>
                  </a:lnTo>
                  <a:lnTo>
                    <a:pt x="1091" y="1351"/>
                  </a:lnTo>
                  <a:lnTo>
                    <a:pt x="1121" y="1355"/>
                  </a:lnTo>
                  <a:lnTo>
                    <a:pt x="1151" y="1358"/>
                  </a:lnTo>
                  <a:lnTo>
                    <a:pt x="1182" y="1361"/>
                  </a:lnTo>
                  <a:lnTo>
                    <a:pt x="1214" y="1363"/>
                  </a:lnTo>
                  <a:lnTo>
                    <a:pt x="1245" y="1364"/>
                  </a:lnTo>
                  <a:lnTo>
                    <a:pt x="1276" y="1364"/>
                  </a:lnTo>
                  <a:lnTo>
                    <a:pt x="1281" y="1364"/>
                  </a:lnTo>
                  <a:lnTo>
                    <a:pt x="1285" y="1363"/>
                  </a:lnTo>
                  <a:lnTo>
                    <a:pt x="1290" y="1362"/>
                  </a:lnTo>
                  <a:lnTo>
                    <a:pt x="1295" y="1362"/>
                  </a:lnTo>
                  <a:close/>
                </a:path>
              </a:pathLst>
            </a:custGeom>
            <a:solidFill>
              <a:srgbClr val="054487"/>
            </a:solidFill>
            <a:ln w="3175" cap="flat" cmpd="sng" algn="ctr">
              <a:noFill/>
              <a:prstDash val="solid"/>
            </a:ln>
            <a:effectLst/>
          </p:spPr>
          <p:txBody>
            <a:bodyPr lIns="86404" tIns="43202" rIns="86404" bIns="43202" anchor="ct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en-US" sz="900" b="0" i="0" u="none" strike="noStrike" kern="0" cap="none" spc="0" normalizeH="0" baseline="0" noProof="0" dirty="0">
                <a:ln>
                  <a:noFill/>
                </a:ln>
                <a:solidFill>
                  <a:prstClr val="black"/>
                </a:solidFill>
                <a:effectLst/>
                <a:uLnTx/>
                <a:uFillTx/>
                <a:latin typeface="微软雅黑" pitchFamily="34" charset="-122"/>
                <a:ea typeface="+mn-ea"/>
                <a:cs typeface="+mn-cs"/>
              </a:endParaRPr>
            </a:p>
          </p:txBody>
        </p:sp>
        <p:sp>
          <p:nvSpPr>
            <p:cNvPr id="13" name="箭头2">
              <a:extLst>
                <a:ext uri="{FF2B5EF4-FFF2-40B4-BE49-F238E27FC236}">
                  <a16:creationId xmlns:a16="http://schemas.microsoft.com/office/drawing/2014/main" id="{098907DE-C586-BE09-3B6D-04EB4D86A40B}"/>
                </a:ext>
              </a:extLst>
            </p:cNvPr>
            <p:cNvSpPr>
              <a:spLocks noChangeAspect="1"/>
            </p:cNvSpPr>
            <p:nvPr/>
          </p:nvSpPr>
          <p:spPr bwMode="auto">
            <a:xfrm>
              <a:off x="4298476" y="2784660"/>
              <a:ext cx="1392123" cy="1239033"/>
            </a:xfrm>
            <a:custGeom>
              <a:avLst/>
              <a:gdLst>
                <a:gd name="T0" fmla="*/ 0 w 1385"/>
                <a:gd name="T1" fmla="*/ 903 h 1233"/>
                <a:gd name="T2" fmla="*/ 221 w 1385"/>
                <a:gd name="T3" fmla="*/ 588 h 1233"/>
                <a:gd name="T4" fmla="*/ 262 w 1385"/>
                <a:gd name="T5" fmla="*/ 579 h 1233"/>
                <a:gd name="T6" fmla="*/ 302 w 1385"/>
                <a:gd name="T7" fmla="*/ 567 h 1233"/>
                <a:gd name="T8" fmla="*/ 354 w 1385"/>
                <a:gd name="T9" fmla="*/ 548 h 1233"/>
                <a:gd name="T10" fmla="*/ 391 w 1385"/>
                <a:gd name="T11" fmla="*/ 531 h 1233"/>
                <a:gd name="T12" fmla="*/ 427 w 1385"/>
                <a:gd name="T13" fmla="*/ 511 h 1233"/>
                <a:gd name="T14" fmla="*/ 472 w 1385"/>
                <a:gd name="T15" fmla="*/ 482 h 1233"/>
                <a:gd name="T16" fmla="*/ 506 w 1385"/>
                <a:gd name="T17" fmla="*/ 458 h 1233"/>
                <a:gd name="T18" fmla="*/ 526 w 1385"/>
                <a:gd name="T19" fmla="*/ 441 h 1233"/>
                <a:gd name="T20" fmla="*/ 546 w 1385"/>
                <a:gd name="T21" fmla="*/ 423 h 1233"/>
                <a:gd name="T22" fmla="*/ 565 w 1385"/>
                <a:gd name="T23" fmla="*/ 405 h 1233"/>
                <a:gd name="T24" fmla="*/ 584 w 1385"/>
                <a:gd name="T25" fmla="*/ 385 h 1233"/>
                <a:gd name="T26" fmla="*/ 610 w 1385"/>
                <a:gd name="T27" fmla="*/ 353 h 1233"/>
                <a:gd name="T28" fmla="*/ 642 w 1385"/>
                <a:gd name="T29" fmla="*/ 310 h 1233"/>
                <a:gd name="T30" fmla="*/ 671 w 1385"/>
                <a:gd name="T31" fmla="*/ 264 h 1233"/>
                <a:gd name="T32" fmla="*/ 689 w 1385"/>
                <a:gd name="T33" fmla="*/ 228 h 1233"/>
                <a:gd name="T34" fmla="*/ 705 w 1385"/>
                <a:gd name="T35" fmla="*/ 189 h 1233"/>
                <a:gd name="T36" fmla="*/ 723 w 1385"/>
                <a:gd name="T37" fmla="*/ 138 h 1233"/>
                <a:gd name="T38" fmla="*/ 737 w 1385"/>
                <a:gd name="T39" fmla="*/ 84 h 1233"/>
                <a:gd name="T40" fmla="*/ 746 w 1385"/>
                <a:gd name="T41" fmla="*/ 28 h 1233"/>
                <a:gd name="T42" fmla="*/ 748 w 1385"/>
                <a:gd name="T43" fmla="*/ 0 h 1233"/>
                <a:gd name="T44" fmla="*/ 1385 w 1385"/>
                <a:gd name="T45" fmla="*/ 4 h 1233"/>
                <a:gd name="T46" fmla="*/ 1382 w 1385"/>
                <a:gd name="T47" fmla="*/ 66 h 1233"/>
                <a:gd name="T48" fmla="*/ 1375 w 1385"/>
                <a:gd name="T49" fmla="*/ 126 h 1233"/>
                <a:gd name="T50" fmla="*/ 1366 w 1385"/>
                <a:gd name="T51" fmla="*/ 185 h 1233"/>
                <a:gd name="T52" fmla="*/ 1354 w 1385"/>
                <a:gd name="T53" fmla="*/ 245 h 1233"/>
                <a:gd name="T54" fmla="*/ 1339 w 1385"/>
                <a:gd name="T55" fmla="*/ 302 h 1233"/>
                <a:gd name="T56" fmla="*/ 1322 w 1385"/>
                <a:gd name="T57" fmla="*/ 359 h 1233"/>
                <a:gd name="T58" fmla="*/ 1301 w 1385"/>
                <a:gd name="T59" fmla="*/ 414 h 1233"/>
                <a:gd name="T60" fmla="*/ 1279 w 1385"/>
                <a:gd name="T61" fmla="*/ 468 h 1233"/>
                <a:gd name="T62" fmla="*/ 1255 w 1385"/>
                <a:gd name="T63" fmla="*/ 522 h 1233"/>
                <a:gd name="T64" fmla="*/ 1228 w 1385"/>
                <a:gd name="T65" fmla="*/ 573 h 1233"/>
                <a:gd name="T66" fmla="*/ 1200 w 1385"/>
                <a:gd name="T67" fmla="*/ 623 h 1233"/>
                <a:gd name="T68" fmla="*/ 1169 w 1385"/>
                <a:gd name="T69" fmla="*/ 671 h 1233"/>
                <a:gd name="T70" fmla="*/ 1135 w 1385"/>
                <a:gd name="T71" fmla="*/ 719 h 1233"/>
                <a:gd name="T72" fmla="*/ 1099 w 1385"/>
                <a:gd name="T73" fmla="*/ 764 h 1233"/>
                <a:gd name="T74" fmla="*/ 1062 w 1385"/>
                <a:gd name="T75" fmla="*/ 808 h 1233"/>
                <a:gd name="T76" fmla="*/ 1023 w 1385"/>
                <a:gd name="T77" fmla="*/ 851 h 1233"/>
                <a:gd name="T78" fmla="*/ 982 w 1385"/>
                <a:gd name="T79" fmla="*/ 891 h 1233"/>
                <a:gd name="T80" fmla="*/ 939 w 1385"/>
                <a:gd name="T81" fmla="*/ 929 h 1233"/>
                <a:gd name="T82" fmla="*/ 895 w 1385"/>
                <a:gd name="T83" fmla="*/ 965 h 1233"/>
                <a:gd name="T84" fmla="*/ 849 w 1385"/>
                <a:gd name="T85" fmla="*/ 1000 h 1233"/>
                <a:gd name="T86" fmla="*/ 801 w 1385"/>
                <a:gd name="T87" fmla="*/ 1032 h 1233"/>
                <a:gd name="T88" fmla="*/ 752 w 1385"/>
                <a:gd name="T89" fmla="*/ 1063 h 1233"/>
                <a:gd name="T90" fmla="*/ 701 w 1385"/>
                <a:gd name="T91" fmla="*/ 1090 h 1233"/>
                <a:gd name="T92" fmla="*/ 649 w 1385"/>
                <a:gd name="T93" fmla="*/ 1116 h 1233"/>
                <a:gd name="T94" fmla="*/ 595 w 1385"/>
                <a:gd name="T95" fmla="*/ 1139 h 1233"/>
                <a:gd name="T96" fmla="*/ 541 w 1385"/>
                <a:gd name="T97" fmla="*/ 1161 h 1233"/>
                <a:gd name="T98" fmla="*/ 485 w 1385"/>
                <a:gd name="T99" fmla="*/ 1180 h 1233"/>
                <a:gd name="T100" fmla="*/ 428 w 1385"/>
                <a:gd name="T101" fmla="*/ 1196 h 1233"/>
                <a:gd name="T102" fmla="*/ 370 w 1385"/>
                <a:gd name="T103" fmla="*/ 1209 h 1233"/>
                <a:gd name="T104" fmla="*/ 311 w 1385"/>
                <a:gd name="T105" fmla="*/ 1220 h 1233"/>
                <a:gd name="T106" fmla="*/ 251 w 1385"/>
                <a:gd name="T107" fmla="*/ 1228 h 1233"/>
                <a:gd name="T108" fmla="*/ 191 w 1385"/>
                <a:gd name="T109" fmla="*/ 1233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385" h="1233">
                  <a:moveTo>
                    <a:pt x="191" y="1233"/>
                  </a:moveTo>
                  <a:lnTo>
                    <a:pt x="0" y="903"/>
                  </a:lnTo>
                  <a:lnTo>
                    <a:pt x="194" y="592"/>
                  </a:lnTo>
                  <a:lnTo>
                    <a:pt x="221" y="588"/>
                  </a:lnTo>
                  <a:lnTo>
                    <a:pt x="248" y="582"/>
                  </a:lnTo>
                  <a:lnTo>
                    <a:pt x="262" y="579"/>
                  </a:lnTo>
                  <a:lnTo>
                    <a:pt x="275" y="575"/>
                  </a:lnTo>
                  <a:lnTo>
                    <a:pt x="302" y="567"/>
                  </a:lnTo>
                  <a:lnTo>
                    <a:pt x="327" y="558"/>
                  </a:lnTo>
                  <a:lnTo>
                    <a:pt x="354" y="548"/>
                  </a:lnTo>
                  <a:lnTo>
                    <a:pt x="379" y="537"/>
                  </a:lnTo>
                  <a:lnTo>
                    <a:pt x="391" y="531"/>
                  </a:lnTo>
                  <a:lnTo>
                    <a:pt x="403" y="525"/>
                  </a:lnTo>
                  <a:lnTo>
                    <a:pt x="427" y="511"/>
                  </a:lnTo>
                  <a:lnTo>
                    <a:pt x="450" y="497"/>
                  </a:lnTo>
                  <a:lnTo>
                    <a:pt x="472" y="482"/>
                  </a:lnTo>
                  <a:lnTo>
                    <a:pt x="494" y="467"/>
                  </a:lnTo>
                  <a:lnTo>
                    <a:pt x="506" y="458"/>
                  </a:lnTo>
                  <a:lnTo>
                    <a:pt x="516" y="450"/>
                  </a:lnTo>
                  <a:lnTo>
                    <a:pt x="526" y="441"/>
                  </a:lnTo>
                  <a:lnTo>
                    <a:pt x="536" y="432"/>
                  </a:lnTo>
                  <a:lnTo>
                    <a:pt x="546" y="423"/>
                  </a:lnTo>
                  <a:lnTo>
                    <a:pt x="556" y="414"/>
                  </a:lnTo>
                  <a:lnTo>
                    <a:pt x="565" y="405"/>
                  </a:lnTo>
                  <a:lnTo>
                    <a:pt x="575" y="395"/>
                  </a:lnTo>
                  <a:lnTo>
                    <a:pt x="584" y="385"/>
                  </a:lnTo>
                  <a:lnTo>
                    <a:pt x="593" y="375"/>
                  </a:lnTo>
                  <a:lnTo>
                    <a:pt x="610" y="353"/>
                  </a:lnTo>
                  <a:lnTo>
                    <a:pt x="626" y="332"/>
                  </a:lnTo>
                  <a:lnTo>
                    <a:pt x="642" y="310"/>
                  </a:lnTo>
                  <a:lnTo>
                    <a:pt x="656" y="287"/>
                  </a:lnTo>
                  <a:lnTo>
                    <a:pt x="671" y="264"/>
                  </a:lnTo>
                  <a:lnTo>
                    <a:pt x="683" y="240"/>
                  </a:lnTo>
                  <a:lnTo>
                    <a:pt x="689" y="228"/>
                  </a:lnTo>
                  <a:lnTo>
                    <a:pt x="695" y="215"/>
                  </a:lnTo>
                  <a:lnTo>
                    <a:pt x="705" y="189"/>
                  </a:lnTo>
                  <a:lnTo>
                    <a:pt x="715" y="164"/>
                  </a:lnTo>
                  <a:lnTo>
                    <a:pt x="723" y="138"/>
                  </a:lnTo>
                  <a:lnTo>
                    <a:pt x="731" y="111"/>
                  </a:lnTo>
                  <a:lnTo>
                    <a:pt x="737" y="84"/>
                  </a:lnTo>
                  <a:lnTo>
                    <a:pt x="742" y="57"/>
                  </a:lnTo>
                  <a:lnTo>
                    <a:pt x="746" y="28"/>
                  </a:lnTo>
                  <a:lnTo>
                    <a:pt x="747" y="14"/>
                  </a:lnTo>
                  <a:lnTo>
                    <a:pt x="748" y="0"/>
                  </a:lnTo>
                  <a:lnTo>
                    <a:pt x="1032" y="202"/>
                  </a:lnTo>
                  <a:lnTo>
                    <a:pt x="1385" y="4"/>
                  </a:lnTo>
                  <a:lnTo>
                    <a:pt x="1384" y="36"/>
                  </a:lnTo>
                  <a:lnTo>
                    <a:pt x="1382" y="66"/>
                  </a:lnTo>
                  <a:lnTo>
                    <a:pt x="1379" y="96"/>
                  </a:lnTo>
                  <a:lnTo>
                    <a:pt x="1375" y="126"/>
                  </a:lnTo>
                  <a:lnTo>
                    <a:pt x="1371" y="156"/>
                  </a:lnTo>
                  <a:lnTo>
                    <a:pt x="1366" y="185"/>
                  </a:lnTo>
                  <a:lnTo>
                    <a:pt x="1360" y="216"/>
                  </a:lnTo>
                  <a:lnTo>
                    <a:pt x="1354" y="245"/>
                  </a:lnTo>
                  <a:lnTo>
                    <a:pt x="1347" y="273"/>
                  </a:lnTo>
                  <a:lnTo>
                    <a:pt x="1339" y="302"/>
                  </a:lnTo>
                  <a:lnTo>
                    <a:pt x="1331" y="330"/>
                  </a:lnTo>
                  <a:lnTo>
                    <a:pt x="1322" y="359"/>
                  </a:lnTo>
                  <a:lnTo>
                    <a:pt x="1313" y="387"/>
                  </a:lnTo>
                  <a:lnTo>
                    <a:pt x="1301" y="414"/>
                  </a:lnTo>
                  <a:lnTo>
                    <a:pt x="1291" y="441"/>
                  </a:lnTo>
                  <a:lnTo>
                    <a:pt x="1279" y="468"/>
                  </a:lnTo>
                  <a:lnTo>
                    <a:pt x="1268" y="494"/>
                  </a:lnTo>
                  <a:lnTo>
                    <a:pt x="1255" y="522"/>
                  </a:lnTo>
                  <a:lnTo>
                    <a:pt x="1242" y="547"/>
                  </a:lnTo>
                  <a:lnTo>
                    <a:pt x="1228" y="573"/>
                  </a:lnTo>
                  <a:lnTo>
                    <a:pt x="1214" y="598"/>
                  </a:lnTo>
                  <a:lnTo>
                    <a:pt x="1200" y="623"/>
                  </a:lnTo>
                  <a:lnTo>
                    <a:pt x="1184" y="647"/>
                  </a:lnTo>
                  <a:lnTo>
                    <a:pt x="1169" y="671"/>
                  </a:lnTo>
                  <a:lnTo>
                    <a:pt x="1152" y="696"/>
                  </a:lnTo>
                  <a:lnTo>
                    <a:pt x="1135" y="719"/>
                  </a:lnTo>
                  <a:lnTo>
                    <a:pt x="1117" y="742"/>
                  </a:lnTo>
                  <a:lnTo>
                    <a:pt x="1099" y="764"/>
                  </a:lnTo>
                  <a:lnTo>
                    <a:pt x="1081" y="786"/>
                  </a:lnTo>
                  <a:lnTo>
                    <a:pt x="1062" y="808"/>
                  </a:lnTo>
                  <a:lnTo>
                    <a:pt x="1043" y="829"/>
                  </a:lnTo>
                  <a:lnTo>
                    <a:pt x="1023" y="851"/>
                  </a:lnTo>
                  <a:lnTo>
                    <a:pt x="1003" y="871"/>
                  </a:lnTo>
                  <a:lnTo>
                    <a:pt x="982" y="891"/>
                  </a:lnTo>
                  <a:lnTo>
                    <a:pt x="961" y="910"/>
                  </a:lnTo>
                  <a:lnTo>
                    <a:pt x="939" y="929"/>
                  </a:lnTo>
                  <a:lnTo>
                    <a:pt x="917" y="947"/>
                  </a:lnTo>
                  <a:lnTo>
                    <a:pt x="895" y="965"/>
                  </a:lnTo>
                  <a:lnTo>
                    <a:pt x="872" y="982"/>
                  </a:lnTo>
                  <a:lnTo>
                    <a:pt x="849" y="1000"/>
                  </a:lnTo>
                  <a:lnTo>
                    <a:pt x="826" y="1017"/>
                  </a:lnTo>
                  <a:lnTo>
                    <a:pt x="801" y="1032"/>
                  </a:lnTo>
                  <a:lnTo>
                    <a:pt x="776" y="1048"/>
                  </a:lnTo>
                  <a:lnTo>
                    <a:pt x="752" y="1063"/>
                  </a:lnTo>
                  <a:lnTo>
                    <a:pt x="727" y="1077"/>
                  </a:lnTo>
                  <a:lnTo>
                    <a:pt x="701" y="1090"/>
                  </a:lnTo>
                  <a:lnTo>
                    <a:pt x="676" y="1104"/>
                  </a:lnTo>
                  <a:lnTo>
                    <a:pt x="649" y="1116"/>
                  </a:lnTo>
                  <a:lnTo>
                    <a:pt x="622" y="1128"/>
                  </a:lnTo>
                  <a:lnTo>
                    <a:pt x="595" y="1139"/>
                  </a:lnTo>
                  <a:lnTo>
                    <a:pt x="568" y="1150"/>
                  </a:lnTo>
                  <a:lnTo>
                    <a:pt x="541" y="1161"/>
                  </a:lnTo>
                  <a:lnTo>
                    <a:pt x="514" y="1171"/>
                  </a:lnTo>
                  <a:lnTo>
                    <a:pt x="485" y="1180"/>
                  </a:lnTo>
                  <a:lnTo>
                    <a:pt x="456" y="1188"/>
                  </a:lnTo>
                  <a:lnTo>
                    <a:pt x="428" y="1196"/>
                  </a:lnTo>
                  <a:lnTo>
                    <a:pt x="399" y="1203"/>
                  </a:lnTo>
                  <a:lnTo>
                    <a:pt x="370" y="1209"/>
                  </a:lnTo>
                  <a:lnTo>
                    <a:pt x="340" y="1215"/>
                  </a:lnTo>
                  <a:lnTo>
                    <a:pt x="311" y="1220"/>
                  </a:lnTo>
                  <a:lnTo>
                    <a:pt x="281" y="1224"/>
                  </a:lnTo>
                  <a:lnTo>
                    <a:pt x="251" y="1228"/>
                  </a:lnTo>
                  <a:lnTo>
                    <a:pt x="221" y="1231"/>
                  </a:lnTo>
                  <a:lnTo>
                    <a:pt x="191" y="1233"/>
                  </a:lnTo>
                  <a:close/>
                </a:path>
              </a:pathLst>
            </a:custGeom>
            <a:solidFill>
              <a:srgbClr val="054487"/>
            </a:solidFill>
            <a:ln w="25400" cap="flat" cmpd="sng" algn="ctr">
              <a:noFill/>
              <a:prstDash val="solid"/>
            </a:ln>
            <a:effectLst/>
          </p:spPr>
          <p:txBody>
            <a:bodyPr lIns="0" tIns="31754" rIns="0" bIns="31754" anchor="ctr"/>
            <a:lstStyle/>
            <a:p>
              <a:pPr marL="139447" marR="0" lvl="0" indent="-139447" defTabSz="914400" eaLnBrk="1" fontAlgn="auto" latinLnBrk="0" hangingPunct="1">
                <a:lnSpc>
                  <a:spcPct val="120000"/>
                </a:lnSpc>
                <a:spcBef>
                  <a:spcPts val="458"/>
                </a:spcBef>
                <a:spcAft>
                  <a:spcPts val="458"/>
                </a:spcAft>
                <a:buClrTx/>
                <a:buSzTx/>
                <a:buFont typeface="Arial" pitchFamily="34" charset="0"/>
                <a:buChar char="•"/>
                <a:tabLst/>
                <a:defRPr/>
              </a:pPr>
              <a:endParaRPr kumimoji="0" lang="en-US" sz="1100" b="0" i="0" u="none" strike="noStrike" kern="0" cap="none" spc="0" normalizeH="0" baseline="0" noProof="0" dirty="0">
                <a:ln>
                  <a:noFill/>
                </a:ln>
                <a:solidFill>
                  <a:prstClr val="black"/>
                </a:solidFill>
                <a:effectLst/>
                <a:uLnTx/>
                <a:uFillTx/>
                <a:latin typeface="微软雅黑" pitchFamily="34" charset="-122"/>
                <a:ea typeface="+mn-ea"/>
                <a:cs typeface="+mn-cs"/>
              </a:endParaRPr>
            </a:p>
          </p:txBody>
        </p:sp>
      </p:grpSp>
      <p:pic>
        <p:nvPicPr>
          <p:cNvPr id="15" name="图片 14" descr="图片包含 蛋糕, 就坐, 室内, 餐桌&#10;&#10;已生成高可信度的说明">
            <a:extLst>
              <a:ext uri="{FF2B5EF4-FFF2-40B4-BE49-F238E27FC236}">
                <a16:creationId xmlns:a16="http://schemas.microsoft.com/office/drawing/2014/main" id="{56DD0782-325C-551C-04C8-6B987860CB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32607" y="3000474"/>
            <a:ext cx="2414546" cy="2956497"/>
          </a:xfrm>
          <a:prstGeom prst="rect">
            <a:avLst/>
          </a:prstGeom>
        </p:spPr>
      </p:pic>
    </p:spTree>
    <p:extLst>
      <p:ext uri="{BB962C8B-B14F-4D97-AF65-F5344CB8AC3E}">
        <p14:creationId xmlns:p14="http://schemas.microsoft.com/office/powerpoint/2010/main" val="302393153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p:cTn id="7" dur="350" fill="hold"/>
                                        <p:tgtEl>
                                          <p:spTgt spid="47"/>
                                        </p:tgtEl>
                                        <p:attrNameLst>
                                          <p:attrName>ppt_w</p:attrName>
                                        </p:attrNameLst>
                                      </p:cBhvr>
                                      <p:tavLst>
                                        <p:tav tm="0">
                                          <p:val>
                                            <p:fltVal val="0"/>
                                          </p:val>
                                        </p:tav>
                                        <p:tav tm="100000">
                                          <p:val>
                                            <p:strVal val="#ppt_w"/>
                                          </p:val>
                                        </p:tav>
                                      </p:tavLst>
                                    </p:anim>
                                    <p:anim calcmode="lin" valueType="num">
                                      <p:cBhvr>
                                        <p:cTn id="8" dur="350" fill="hold"/>
                                        <p:tgtEl>
                                          <p:spTgt spid="47"/>
                                        </p:tgtEl>
                                        <p:attrNameLst>
                                          <p:attrName>ppt_h</p:attrName>
                                        </p:attrNameLst>
                                      </p:cBhvr>
                                      <p:tavLst>
                                        <p:tav tm="0">
                                          <p:val>
                                            <p:fltVal val="0"/>
                                          </p:val>
                                        </p:tav>
                                        <p:tav tm="100000">
                                          <p:val>
                                            <p:strVal val="#ppt_h"/>
                                          </p:val>
                                        </p:tav>
                                      </p:tavLst>
                                    </p:anim>
                                  </p:childTnLst>
                                </p:cTn>
                              </p:par>
                            </p:childTnLst>
                          </p:cTn>
                        </p:par>
                        <p:par>
                          <p:cTn id="9" fill="hold">
                            <p:stCondLst>
                              <p:cond delay="350"/>
                            </p:stCondLst>
                            <p:childTnLst>
                              <p:par>
                                <p:cTn id="10" presetID="41" presetClass="entr" presetSubtype="0" fill="hold" grpId="0" nodeType="afterEffect">
                                  <p:stCondLst>
                                    <p:cond delay="0"/>
                                  </p:stCondLst>
                                  <p:iterate type="lt">
                                    <p:tmPct val="10000"/>
                                  </p:iterate>
                                  <p:childTnLst>
                                    <p:set>
                                      <p:cBhvr>
                                        <p:cTn id="11" dur="1" fill="hold">
                                          <p:stCondLst>
                                            <p:cond delay="0"/>
                                          </p:stCondLst>
                                        </p:cTn>
                                        <p:tgtEl>
                                          <p:spTgt spid="46"/>
                                        </p:tgtEl>
                                        <p:attrNameLst>
                                          <p:attrName>style.visibility</p:attrName>
                                        </p:attrNameLst>
                                      </p:cBhvr>
                                      <p:to>
                                        <p:strVal val="visible"/>
                                      </p:to>
                                    </p:set>
                                    <p:anim calcmode="lin" valueType="num">
                                      <p:cBhvr>
                                        <p:cTn id="12" dur="400" fill="hold"/>
                                        <p:tgtEl>
                                          <p:spTgt spid="46"/>
                                        </p:tgtEl>
                                        <p:attrNameLst>
                                          <p:attrName>ppt_x</p:attrName>
                                        </p:attrNameLst>
                                      </p:cBhvr>
                                      <p:tavLst>
                                        <p:tav tm="0">
                                          <p:val>
                                            <p:strVal val="#ppt_x"/>
                                          </p:val>
                                        </p:tav>
                                        <p:tav tm="50000">
                                          <p:val>
                                            <p:strVal val="#ppt_x+.1"/>
                                          </p:val>
                                        </p:tav>
                                        <p:tav tm="100000">
                                          <p:val>
                                            <p:strVal val="#ppt_x"/>
                                          </p:val>
                                        </p:tav>
                                      </p:tavLst>
                                    </p:anim>
                                    <p:anim calcmode="lin" valueType="num">
                                      <p:cBhvr>
                                        <p:cTn id="13" dur="400" fill="hold"/>
                                        <p:tgtEl>
                                          <p:spTgt spid="46"/>
                                        </p:tgtEl>
                                        <p:attrNameLst>
                                          <p:attrName>ppt_y</p:attrName>
                                        </p:attrNameLst>
                                      </p:cBhvr>
                                      <p:tavLst>
                                        <p:tav tm="0">
                                          <p:val>
                                            <p:strVal val="#ppt_y"/>
                                          </p:val>
                                        </p:tav>
                                        <p:tav tm="100000">
                                          <p:val>
                                            <p:strVal val="#ppt_y"/>
                                          </p:val>
                                        </p:tav>
                                      </p:tavLst>
                                    </p:anim>
                                    <p:anim calcmode="lin" valueType="num">
                                      <p:cBhvr>
                                        <p:cTn id="14" dur="400" fill="hold"/>
                                        <p:tgtEl>
                                          <p:spTgt spid="46"/>
                                        </p:tgtEl>
                                        <p:attrNameLst>
                                          <p:attrName>ppt_h</p:attrName>
                                        </p:attrNameLst>
                                      </p:cBhvr>
                                      <p:tavLst>
                                        <p:tav tm="0">
                                          <p:val>
                                            <p:strVal val="#ppt_h/10"/>
                                          </p:val>
                                        </p:tav>
                                        <p:tav tm="50000">
                                          <p:val>
                                            <p:strVal val="#ppt_h+.01"/>
                                          </p:val>
                                        </p:tav>
                                        <p:tav tm="100000">
                                          <p:val>
                                            <p:strVal val="#ppt_h"/>
                                          </p:val>
                                        </p:tav>
                                      </p:tavLst>
                                    </p:anim>
                                    <p:anim calcmode="lin" valueType="num">
                                      <p:cBhvr>
                                        <p:cTn id="15" dur="400" fill="hold"/>
                                        <p:tgtEl>
                                          <p:spTgt spid="46"/>
                                        </p:tgtEl>
                                        <p:attrNameLst>
                                          <p:attrName>ppt_w</p:attrName>
                                        </p:attrNameLst>
                                      </p:cBhvr>
                                      <p:tavLst>
                                        <p:tav tm="0">
                                          <p:val>
                                            <p:strVal val="#ppt_w/10"/>
                                          </p:val>
                                        </p:tav>
                                        <p:tav tm="50000">
                                          <p:val>
                                            <p:strVal val="#ppt_w+.01"/>
                                          </p:val>
                                        </p:tav>
                                        <p:tav tm="100000">
                                          <p:val>
                                            <p:strVal val="#ppt_w"/>
                                          </p:val>
                                        </p:tav>
                                      </p:tavLst>
                                    </p:anim>
                                    <p:animEffect transition="in" filter="fade">
                                      <p:cBhvr>
                                        <p:cTn id="16" dur="400" tmFilter="0,0; .5, 1; 1, 1"/>
                                        <p:tgtEl>
                                          <p:spTgt spid="46"/>
                                        </p:tgtEl>
                                      </p:cBhvr>
                                    </p:animEffect>
                                  </p:childTnLst>
                                </p:cTn>
                              </p:par>
                            </p:childTnLst>
                          </p:cTn>
                        </p:par>
                        <p:par>
                          <p:cTn id="17" fill="hold">
                            <p:stCondLst>
                              <p:cond delay="950"/>
                            </p:stCondLst>
                            <p:childTnLst>
                              <p:par>
                                <p:cTn id="18" presetID="47" presetClass="entr" presetSubtype="0" fill="hold" grpId="0" nodeType="afterEffect">
                                  <p:stCondLst>
                                    <p:cond delay="0"/>
                                  </p:stCondLst>
                                  <p:childTnLst>
                                    <p:set>
                                      <p:cBhvr>
                                        <p:cTn id="19" dur="1" fill="hold">
                                          <p:stCondLst>
                                            <p:cond delay="0"/>
                                          </p:stCondLst>
                                        </p:cTn>
                                        <p:tgtEl>
                                          <p:spTgt spid="105"/>
                                        </p:tgtEl>
                                        <p:attrNameLst>
                                          <p:attrName>style.visibility</p:attrName>
                                        </p:attrNameLst>
                                      </p:cBhvr>
                                      <p:to>
                                        <p:strVal val="visible"/>
                                      </p:to>
                                    </p:set>
                                    <p:animEffect transition="in" filter="fade">
                                      <p:cBhvr>
                                        <p:cTn id="20" dur="1000"/>
                                        <p:tgtEl>
                                          <p:spTgt spid="105"/>
                                        </p:tgtEl>
                                      </p:cBhvr>
                                    </p:animEffect>
                                    <p:anim calcmode="lin" valueType="num">
                                      <p:cBhvr>
                                        <p:cTn id="21" dur="1000" fill="hold"/>
                                        <p:tgtEl>
                                          <p:spTgt spid="105"/>
                                        </p:tgtEl>
                                        <p:attrNameLst>
                                          <p:attrName>ppt_x</p:attrName>
                                        </p:attrNameLst>
                                      </p:cBhvr>
                                      <p:tavLst>
                                        <p:tav tm="0">
                                          <p:val>
                                            <p:strVal val="#ppt_x"/>
                                          </p:val>
                                        </p:tav>
                                        <p:tav tm="100000">
                                          <p:val>
                                            <p:strVal val="#ppt_x"/>
                                          </p:val>
                                        </p:tav>
                                      </p:tavLst>
                                    </p:anim>
                                    <p:anim calcmode="lin" valueType="num">
                                      <p:cBhvr>
                                        <p:cTn id="22" dur="1000" fill="hold"/>
                                        <p:tgtEl>
                                          <p:spTgt spid="105"/>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06"/>
                                        </p:tgtEl>
                                        <p:attrNameLst>
                                          <p:attrName>style.visibility</p:attrName>
                                        </p:attrNameLst>
                                      </p:cBhvr>
                                      <p:to>
                                        <p:strVal val="visible"/>
                                      </p:to>
                                    </p:set>
                                    <p:animEffect transition="in" filter="fade">
                                      <p:cBhvr>
                                        <p:cTn id="25" dur="1000"/>
                                        <p:tgtEl>
                                          <p:spTgt spid="106"/>
                                        </p:tgtEl>
                                      </p:cBhvr>
                                    </p:animEffect>
                                    <p:anim calcmode="lin" valueType="num">
                                      <p:cBhvr>
                                        <p:cTn id="26" dur="1000" fill="hold"/>
                                        <p:tgtEl>
                                          <p:spTgt spid="106"/>
                                        </p:tgtEl>
                                        <p:attrNameLst>
                                          <p:attrName>ppt_x</p:attrName>
                                        </p:attrNameLst>
                                      </p:cBhvr>
                                      <p:tavLst>
                                        <p:tav tm="0">
                                          <p:val>
                                            <p:strVal val="#ppt_x"/>
                                          </p:val>
                                        </p:tav>
                                        <p:tav tm="100000">
                                          <p:val>
                                            <p:strVal val="#ppt_x"/>
                                          </p:val>
                                        </p:tav>
                                      </p:tavLst>
                                    </p:anim>
                                    <p:anim calcmode="lin" valueType="num">
                                      <p:cBhvr>
                                        <p:cTn id="27" dur="1000" fill="hold"/>
                                        <p:tgtEl>
                                          <p:spTgt spid="106"/>
                                        </p:tgtEl>
                                        <p:attrNameLst>
                                          <p:attrName>ppt_y</p:attrName>
                                        </p:attrNameLst>
                                      </p:cBhvr>
                                      <p:tavLst>
                                        <p:tav tm="0">
                                          <p:val>
                                            <p:strVal val="#ppt_y+.1"/>
                                          </p:val>
                                        </p:tav>
                                        <p:tav tm="100000">
                                          <p:val>
                                            <p:strVal val="#ppt_y"/>
                                          </p:val>
                                        </p:tav>
                                      </p:tavLst>
                                    </p:anim>
                                  </p:childTnLst>
                                </p:cTn>
                              </p:par>
                            </p:childTnLst>
                          </p:cTn>
                        </p:par>
                        <p:par>
                          <p:cTn id="28" fill="hold">
                            <p:stCondLst>
                              <p:cond delay="1950"/>
                            </p:stCondLst>
                            <p:childTnLst>
                              <p:par>
                                <p:cTn id="29" presetID="21" presetClass="entr" presetSubtype="1" fill="hold"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heel(1)">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21" presetClass="entr" presetSubtype="1"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heel(1)">
                                      <p:cBhvr>
                                        <p:cTn id="36"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p:bldP spid="106" grpId="0"/>
      <p:bldP spid="4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08"/>
          <p:cNvSpPr txBox="1">
            <a:spLocks noChangeArrowheads="1"/>
          </p:cNvSpPr>
          <p:nvPr/>
        </p:nvSpPr>
        <p:spPr bwMode="auto">
          <a:xfrm>
            <a:off x="539552" y="267494"/>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r>
              <a:rPr lang="zh-CN" altLang="en-US" dirty="0">
                <a:solidFill>
                  <a:prstClr val="black"/>
                </a:solidFill>
                <a:latin typeface="微软雅黑" panose="020B0503020204020204" pitchFamily="34" charset="-122"/>
                <a:ea typeface="微软雅黑" panose="020B0503020204020204" pitchFamily="34" charset="-122"/>
              </a:rPr>
              <a:t>任务分工</a:t>
            </a:r>
            <a:endParaRPr lang="en-US" altLang="zh-CN" dirty="0">
              <a:solidFill>
                <a:prstClr val="black"/>
              </a:solidFill>
              <a:latin typeface="微软雅黑" panose="020B0503020204020204" pitchFamily="34" charset="-122"/>
              <a:ea typeface="微软雅黑" panose="020B0503020204020204" pitchFamily="34" charset="-122"/>
            </a:endParaRPr>
          </a:p>
        </p:txBody>
      </p:sp>
      <p:grpSp>
        <p:nvGrpSpPr>
          <p:cNvPr id="15" name="组合 14"/>
          <p:cNvGrpSpPr/>
          <p:nvPr/>
        </p:nvGrpSpPr>
        <p:grpSpPr>
          <a:xfrm>
            <a:off x="107544" y="245001"/>
            <a:ext cx="360000" cy="360000"/>
            <a:chOff x="1965186" y="1419622"/>
            <a:chExt cx="302558" cy="314067"/>
          </a:xfrm>
        </p:grpSpPr>
        <p:sp>
          <p:nvSpPr>
            <p:cNvPr id="16" name="矩形 15"/>
            <p:cNvSpPr/>
            <p:nvPr/>
          </p:nvSpPr>
          <p:spPr>
            <a:xfrm>
              <a:off x="1965186" y="1419622"/>
              <a:ext cx="252000" cy="252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2087744" y="1553689"/>
              <a:ext cx="180000" cy="180000"/>
            </a:xfrm>
            <a:prstGeom prst="rect">
              <a:avLst/>
            </a:prstGeom>
            <a:solidFill>
              <a:srgbClr val="0E90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descr="e7d195523061f1c01ef2b70529884c179423570dbaad84926380ABC1F97BAEF0C8FC051856578EAB7874501A1FFE158C4981707381814BCC4D9A8E3554438DEE4FBCF5A5B4D2A8B0989AB57E8BAC65EBE4A47EBC1CA324CC3D7E9009600B0397A6BA5B9536B8953BB71AC5679B6066985A8763849E751458F2DD38B58888E2256E347D35CA8102E907211206EF347046">
            <a:extLst>
              <a:ext uri="{FF2B5EF4-FFF2-40B4-BE49-F238E27FC236}">
                <a16:creationId xmlns:a16="http://schemas.microsoft.com/office/drawing/2014/main" id="{689A8487-0396-3720-31B9-F36159E3D9DD}"/>
              </a:ext>
            </a:extLst>
          </p:cNvPr>
          <p:cNvGrpSpPr/>
          <p:nvPr/>
        </p:nvGrpSpPr>
        <p:grpSpPr>
          <a:xfrm>
            <a:off x="3245769" y="1202619"/>
            <a:ext cx="579438" cy="581025"/>
            <a:chOff x="4409683" y="2424347"/>
            <a:chExt cx="580118" cy="580117"/>
          </a:xfrm>
        </p:grpSpPr>
        <p:grpSp>
          <p:nvGrpSpPr>
            <p:cNvPr id="3" name="组合 104">
              <a:extLst>
                <a:ext uri="{FF2B5EF4-FFF2-40B4-BE49-F238E27FC236}">
                  <a16:creationId xmlns:a16="http://schemas.microsoft.com/office/drawing/2014/main" id="{F7BFA1E4-9D96-11B3-CE85-3C6D0E0C3C8A}"/>
                </a:ext>
              </a:extLst>
            </p:cNvPr>
            <p:cNvGrpSpPr/>
            <p:nvPr/>
          </p:nvGrpSpPr>
          <p:grpSpPr>
            <a:xfrm>
              <a:off x="4409683" y="2424347"/>
              <a:ext cx="580118" cy="580117"/>
              <a:chOff x="3249905" y="1691595"/>
              <a:chExt cx="966493" cy="966493"/>
            </a:xfrm>
          </p:grpSpPr>
          <p:sp>
            <p:nvSpPr>
              <p:cNvPr id="5" name="椭圆 4">
                <a:extLst>
                  <a:ext uri="{FF2B5EF4-FFF2-40B4-BE49-F238E27FC236}">
                    <a16:creationId xmlns:a16="http://schemas.microsoft.com/office/drawing/2014/main" id="{CED82284-6588-8591-01E4-0BBB0BA0AFE6}"/>
                  </a:ext>
                </a:extLst>
              </p:cNvPr>
              <p:cNvSpPr/>
              <p:nvPr/>
            </p:nvSpPr>
            <p:spPr>
              <a:xfrm>
                <a:off x="3249905" y="1691595"/>
                <a:ext cx="966493" cy="966493"/>
              </a:xfrm>
              <a:prstGeom prst="ellipse">
                <a:avLst/>
              </a:prstGeom>
              <a:solidFill>
                <a:schemeClr val="accent5">
                  <a:lumMod val="75000"/>
                </a:schemeClr>
              </a:solidFill>
              <a:ln w="9525">
                <a:solidFill>
                  <a:sysClr val="window" lastClr="FFFFFF"/>
                </a:solidFill>
              </a:ln>
              <a:effectLst>
                <a:outerShdw blurRad="419100" dist="419100" dir="2700000" sx="90000" sy="90000" algn="tl" rotWithShape="0">
                  <a:sysClr val="windowText" lastClr="000000">
                    <a:alpha val="30000"/>
                  </a:sysClr>
                </a:outerShdw>
              </a:effectLst>
            </p:spPr>
            <p:style>
              <a:lnRef idx="2">
                <a:srgbClr val="918415">
                  <a:shade val="50000"/>
                </a:srgbClr>
              </a:lnRef>
              <a:fillRef idx="1">
                <a:srgbClr val="918415"/>
              </a:fillRef>
              <a:effectRef idx="0">
                <a:srgbClr val="918415"/>
              </a:effectRef>
              <a:fontRef idx="minor">
                <a:sysClr val="window" lastClr="FFFFFF"/>
              </a:fontRef>
            </p:style>
            <p:txBody>
              <a:bodyPr rtlCol="0" anchor="ctr"/>
              <a:lstStyle/>
              <a:p>
                <a:pPr algn="ctr" fontAlgn="base"/>
                <a:endParaRPr lang="zh-CN" altLang="en-US" sz="1050" strike="noStrike" noProof="1">
                  <a:solidFill>
                    <a:srgbClr val="FAE684"/>
                  </a:solidFill>
                  <a:latin typeface="华康古籍木兰W3" panose="02020309000000000000" charset="-122"/>
                  <a:ea typeface="华康古籍木兰W3" panose="02020309000000000000" charset="-122"/>
                  <a:cs typeface="等线" panose="02010600030101010101" charset="-122"/>
                  <a:sym typeface="Century Gothic" panose="020B0502020202020204" pitchFamily="34" charset="0"/>
                </a:endParaRPr>
              </a:p>
            </p:txBody>
          </p:sp>
          <p:sp>
            <p:nvSpPr>
              <p:cNvPr id="10" name="椭圆 9">
                <a:extLst>
                  <a:ext uri="{FF2B5EF4-FFF2-40B4-BE49-F238E27FC236}">
                    <a16:creationId xmlns:a16="http://schemas.microsoft.com/office/drawing/2014/main" id="{C646DD00-D846-7743-4CE6-5C09E2ED295A}"/>
                  </a:ext>
                </a:extLst>
              </p:cNvPr>
              <p:cNvSpPr/>
              <p:nvPr/>
            </p:nvSpPr>
            <p:spPr>
              <a:xfrm>
                <a:off x="3286849" y="1729301"/>
                <a:ext cx="900604" cy="900604"/>
              </a:xfrm>
              <a:prstGeom prst="ellipse">
                <a:avLst/>
              </a:prstGeom>
              <a:noFill/>
              <a:ln w="6350">
                <a:solidFill>
                  <a:sysClr val="window" lastClr="FFFFFF"/>
                </a:solidFill>
                <a:prstDash val="dash"/>
              </a:ln>
            </p:spPr>
            <p:style>
              <a:lnRef idx="2">
                <a:srgbClr val="918415">
                  <a:shade val="50000"/>
                </a:srgbClr>
              </a:lnRef>
              <a:fillRef idx="1">
                <a:srgbClr val="918415"/>
              </a:fillRef>
              <a:effectRef idx="0">
                <a:srgbClr val="918415"/>
              </a:effectRef>
              <a:fontRef idx="minor">
                <a:sysClr val="window" lastClr="FFFFFF"/>
              </a:fontRef>
            </p:style>
            <p:txBody>
              <a:bodyPr rtlCol="0" anchor="ctr"/>
              <a:lstStyle/>
              <a:p>
                <a:pPr algn="ctr" fontAlgn="base"/>
                <a:endParaRPr lang="zh-CN" altLang="en-US" sz="1050" strike="noStrike" noProof="1">
                  <a:solidFill>
                    <a:srgbClr val="FAE684"/>
                  </a:solidFill>
                  <a:latin typeface="华康古籍木兰W3" panose="02020309000000000000" charset="-122"/>
                  <a:ea typeface="华康古籍木兰W3" panose="02020309000000000000" charset="-122"/>
                  <a:cs typeface="等线" panose="02010600030101010101" charset="-122"/>
                  <a:sym typeface="Century Gothic" panose="020B0502020202020204" pitchFamily="34" charset="0"/>
                </a:endParaRPr>
              </a:p>
            </p:txBody>
          </p:sp>
        </p:grpSp>
        <p:sp>
          <p:nvSpPr>
            <p:cNvPr id="4" name="TextBox 14">
              <a:extLst>
                <a:ext uri="{FF2B5EF4-FFF2-40B4-BE49-F238E27FC236}">
                  <a16:creationId xmlns:a16="http://schemas.microsoft.com/office/drawing/2014/main" id="{7ACA8CF3-D713-3F68-BDE8-9B8D4AEDC0C4}"/>
                </a:ext>
              </a:extLst>
            </p:cNvPr>
            <p:cNvSpPr txBox="1"/>
            <p:nvPr/>
          </p:nvSpPr>
          <p:spPr>
            <a:xfrm>
              <a:off x="4579613" y="2604945"/>
              <a:ext cx="256480" cy="276999"/>
            </a:xfrm>
            <a:prstGeom prst="rect">
              <a:avLst/>
            </a:prstGeom>
            <a:noFill/>
            <a:ln w="9525">
              <a:noFill/>
            </a:ln>
          </p:spPr>
          <p:txBody>
            <a:bodyPr wrap="none" lIns="0" tIns="0" rIns="0" bIns="0" anchor="t">
              <a:spAutoFit/>
            </a:bodyPr>
            <a:lstStyle/>
            <a:p>
              <a:pPr algn="ctr" eaLnBrk="0" hangingPunct="0"/>
              <a:r>
                <a:rPr lang="en-US" altLang="zh-CN" dirty="0">
                  <a:solidFill>
                    <a:srgbClr val="FAE684"/>
                  </a:solidFill>
                  <a:latin typeface="华康古籍木兰W3" panose="02020309000000000000" charset="-122"/>
                  <a:ea typeface="华康古籍木兰W3" panose="02020309000000000000" charset="-122"/>
                  <a:sym typeface="Century Gothic" panose="020B0502020202020204" pitchFamily="34" charset="0"/>
                </a:rPr>
                <a:t>01</a:t>
              </a:r>
            </a:p>
          </p:txBody>
        </p:sp>
      </p:grpSp>
      <p:grpSp>
        <p:nvGrpSpPr>
          <p:cNvPr id="11" name="组合 10" descr="e7d195523061f1c01ef2b70529884c179423570dbaad84926380ABC1F97BAEF0C8FC051856578EAB7874501A1FFE158C4981707381814BCC4D9A8E3554438DEE4FBCF5A5B4D2A8B0989AB57E8BAC65EBE4A47EBC1CA324CC3D7E9009600B0397A6BA5B9536B8953BB71AC5679B6066985A8763849E751458F2DD38B58888E2256E347D35CA8102E907211206EF347046">
            <a:extLst>
              <a:ext uri="{FF2B5EF4-FFF2-40B4-BE49-F238E27FC236}">
                <a16:creationId xmlns:a16="http://schemas.microsoft.com/office/drawing/2014/main" id="{60978F87-E08A-5338-4B9D-3FB5E515788D}"/>
              </a:ext>
            </a:extLst>
          </p:cNvPr>
          <p:cNvGrpSpPr/>
          <p:nvPr/>
        </p:nvGrpSpPr>
        <p:grpSpPr>
          <a:xfrm>
            <a:off x="5010318" y="1231703"/>
            <a:ext cx="579437" cy="581025"/>
            <a:chOff x="7227127" y="2424347"/>
            <a:chExt cx="580118" cy="580117"/>
          </a:xfrm>
        </p:grpSpPr>
        <p:grpSp>
          <p:nvGrpSpPr>
            <p:cNvPr id="12" name="组合 46">
              <a:extLst>
                <a:ext uri="{FF2B5EF4-FFF2-40B4-BE49-F238E27FC236}">
                  <a16:creationId xmlns:a16="http://schemas.microsoft.com/office/drawing/2014/main" id="{BC38D9A4-8EE9-44E4-07F3-8D371C422610}"/>
                </a:ext>
              </a:extLst>
            </p:cNvPr>
            <p:cNvGrpSpPr/>
            <p:nvPr/>
          </p:nvGrpSpPr>
          <p:grpSpPr>
            <a:xfrm>
              <a:off x="7227127" y="2424347"/>
              <a:ext cx="580118" cy="580117"/>
              <a:chOff x="7943849" y="1691595"/>
              <a:chExt cx="966493" cy="966493"/>
            </a:xfrm>
          </p:grpSpPr>
          <p:sp>
            <p:nvSpPr>
              <p:cNvPr id="18" name="椭圆 17">
                <a:extLst>
                  <a:ext uri="{FF2B5EF4-FFF2-40B4-BE49-F238E27FC236}">
                    <a16:creationId xmlns:a16="http://schemas.microsoft.com/office/drawing/2014/main" id="{07F90924-44F7-D325-BF16-AD845E028BA5}"/>
                  </a:ext>
                </a:extLst>
              </p:cNvPr>
              <p:cNvSpPr/>
              <p:nvPr/>
            </p:nvSpPr>
            <p:spPr>
              <a:xfrm>
                <a:off x="7943849" y="1691595"/>
                <a:ext cx="966493" cy="966493"/>
              </a:xfrm>
              <a:prstGeom prst="ellipse">
                <a:avLst/>
              </a:prstGeom>
              <a:solidFill>
                <a:schemeClr val="accent5">
                  <a:lumMod val="75000"/>
                </a:schemeClr>
              </a:solidFill>
              <a:ln w="9525">
                <a:solidFill>
                  <a:sysClr val="window" lastClr="FFFFFF"/>
                </a:solidFill>
              </a:ln>
              <a:effectLst>
                <a:outerShdw blurRad="419100" dist="419100" dir="2700000" sx="90000" sy="90000" algn="tl" rotWithShape="0">
                  <a:sysClr val="windowText" lastClr="000000">
                    <a:alpha val="30000"/>
                  </a:sysClr>
                </a:outerShdw>
              </a:effectLst>
            </p:spPr>
            <p:style>
              <a:lnRef idx="2">
                <a:srgbClr val="918415">
                  <a:shade val="50000"/>
                </a:srgbClr>
              </a:lnRef>
              <a:fillRef idx="1">
                <a:srgbClr val="918415"/>
              </a:fillRef>
              <a:effectRef idx="0">
                <a:srgbClr val="918415"/>
              </a:effectRef>
              <a:fontRef idx="minor">
                <a:sysClr val="window" lastClr="FFFFFF"/>
              </a:fontRef>
            </p:style>
            <p:txBody>
              <a:bodyPr rtlCol="0" anchor="ctr"/>
              <a:lstStyle/>
              <a:p>
                <a:pPr algn="ctr" fontAlgn="base"/>
                <a:endParaRPr lang="zh-CN" altLang="en-US" sz="1050" strike="noStrike" noProof="1">
                  <a:solidFill>
                    <a:srgbClr val="FAE684"/>
                  </a:solidFill>
                  <a:latin typeface="华康古籍木兰W3" panose="02020309000000000000" charset="-122"/>
                  <a:ea typeface="华康古籍木兰W3" panose="02020309000000000000" charset="-122"/>
                  <a:cs typeface="等线" panose="02010600030101010101" charset="-122"/>
                  <a:sym typeface="Century Gothic" panose="020B0502020202020204" pitchFamily="34" charset="0"/>
                </a:endParaRPr>
              </a:p>
            </p:txBody>
          </p:sp>
          <p:sp>
            <p:nvSpPr>
              <p:cNvPr id="19" name="椭圆 18">
                <a:extLst>
                  <a:ext uri="{FF2B5EF4-FFF2-40B4-BE49-F238E27FC236}">
                    <a16:creationId xmlns:a16="http://schemas.microsoft.com/office/drawing/2014/main" id="{38D44D9C-E26D-F4D7-4F3B-3F748F47CBDD}"/>
                  </a:ext>
                </a:extLst>
              </p:cNvPr>
              <p:cNvSpPr/>
              <p:nvPr/>
            </p:nvSpPr>
            <p:spPr>
              <a:xfrm>
                <a:off x="7979174" y="1729301"/>
                <a:ext cx="900604" cy="900604"/>
              </a:xfrm>
              <a:prstGeom prst="ellipse">
                <a:avLst/>
              </a:prstGeom>
              <a:noFill/>
              <a:ln w="6350">
                <a:solidFill>
                  <a:sysClr val="window" lastClr="FFFFFF"/>
                </a:solidFill>
                <a:prstDash val="dash"/>
              </a:ln>
            </p:spPr>
            <p:style>
              <a:lnRef idx="2">
                <a:srgbClr val="918415">
                  <a:shade val="50000"/>
                </a:srgbClr>
              </a:lnRef>
              <a:fillRef idx="1">
                <a:srgbClr val="918415"/>
              </a:fillRef>
              <a:effectRef idx="0">
                <a:srgbClr val="918415"/>
              </a:effectRef>
              <a:fontRef idx="minor">
                <a:sysClr val="window" lastClr="FFFFFF"/>
              </a:fontRef>
            </p:style>
            <p:txBody>
              <a:bodyPr rtlCol="0" anchor="ctr"/>
              <a:lstStyle/>
              <a:p>
                <a:pPr algn="ctr" fontAlgn="base"/>
                <a:endParaRPr lang="zh-CN" altLang="en-US" sz="1050" strike="noStrike" noProof="1">
                  <a:solidFill>
                    <a:srgbClr val="FAE684"/>
                  </a:solidFill>
                  <a:latin typeface="华康古籍木兰W3" panose="02020309000000000000" charset="-122"/>
                  <a:ea typeface="华康古籍木兰W3" panose="02020309000000000000" charset="-122"/>
                  <a:cs typeface="等线" panose="02010600030101010101" charset="-122"/>
                  <a:sym typeface="Century Gothic" panose="020B0502020202020204" pitchFamily="34" charset="0"/>
                </a:endParaRPr>
              </a:p>
            </p:txBody>
          </p:sp>
        </p:grpSp>
        <p:sp>
          <p:nvSpPr>
            <p:cNvPr id="13" name="TextBox 14">
              <a:extLst>
                <a:ext uri="{FF2B5EF4-FFF2-40B4-BE49-F238E27FC236}">
                  <a16:creationId xmlns:a16="http://schemas.microsoft.com/office/drawing/2014/main" id="{F55FEF00-237A-0A19-3FD8-BC01A6D1F088}"/>
                </a:ext>
              </a:extLst>
            </p:cNvPr>
            <p:cNvSpPr txBox="1"/>
            <p:nvPr/>
          </p:nvSpPr>
          <p:spPr>
            <a:xfrm>
              <a:off x="7412849" y="2612569"/>
              <a:ext cx="256480" cy="276999"/>
            </a:xfrm>
            <a:prstGeom prst="rect">
              <a:avLst/>
            </a:prstGeom>
            <a:noFill/>
            <a:ln w="9525">
              <a:noFill/>
            </a:ln>
          </p:spPr>
          <p:txBody>
            <a:bodyPr wrap="none" lIns="0" tIns="0" rIns="0" bIns="0" anchor="t">
              <a:spAutoFit/>
            </a:bodyPr>
            <a:lstStyle/>
            <a:p>
              <a:pPr algn="ctr" eaLnBrk="0" hangingPunct="0"/>
              <a:r>
                <a:rPr lang="en-US" altLang="zh-CN" dirty="0">
                  <a:solidFill>
                    <a:srgbClr val="FAE684"/>
                  </a:solidFill>
                  <a:latin typeface="华康古籍木兰W3" panose="02020309000000000000" charset="-122"/>
                  <a:ea typeface="华康古籍木兰W3" panose="02020309000000000000" charset="-122"/>
                  <a:sym typeface="Century Gothic" panose="020B0502020202020204" pitchFamily="34" charset="0"/>
                </a:rPr>
                <a:t>02</a:t>
              </a:r>
            </a:p>
          </p:txBody>
        </p:sp>
      </p:grpSp>
      <p:grpSp>
        <p:nvGrpSpPr>
          <p:cNvPr id="20" name="组合 19" descr="e7d195523061f1c01ef2b70529884c179423570dbaad84926380ABC1F97BAEF0C8FC051856578EAB7874501A1FFE158C4981707381814BCC4D9A8E3554438DEE4FBCF5A5B4D2A8B0989AB57E8BAC65EBE4A47EBC1CA324CC3D7E9009600B0397A6BA5B9536B8953BB71AC5679B6066985A8763849E751458F2DD38B58888E2256E347D35CA8102E907211206EF347046">
            <a:extLst>
              <a:ext uri="{FF2B5EF4-FFF2-40B4-BE49-F238E27FC236}">
                <a16:creationId xmlns:a16="http://schemas.microsoft.com/office/drawing/2014/main" id="{1216E9BE-952F-7954-1CA2-0B44F64C4397}"/>
              </a:ext>
            </a:extLst>
          </p:cNvPr>
          <p:cNvGrpSpPr/>
          <p:nvPr/>
        </p:nvGrpSpPr>
        <p:grpSpPr>
          <a:xfrm>
            <a:off x="2788502" y="2159965"/>
            <a:ext cx="579437" cy="579437"/>
            <a:chOff x="4092240" y="3449111"/>
            <a:chExt cx="580118" cy="580117"/>
          </a:xfrm>
        </p:grpSpPr>
        <p:grpSp>
          <p:nvGrpSpPr>
            <p:cNvPr id="21" name="组合 101">
              <a:extLst>
                <a:ext uri="{FF2B5EF4-FFF2-40B4-BE49-F238E27FC236}">
                  <a16:creationId xmlns:a16="http://schemas.microsoft.com/office/drawing/2014/main" id="{F9135400-C0ED-197C-F2E3-8E1A4F268E37}"/>
                </a:ext>
              </a:extLst>
            </p:cNvPr>
            <p:cNvGrpSpPr/>
            <p:nvPr/>
          </p:nvGrpSpPr>
          <p:grpSpPr>
            <a:xfrm>
              <a:off x="4092240" y="3449111"/>
              <a:ext cx="580118" cy="580117"/>
              <a:chOff x="2721035" y="3398883"/>
              <a:chExt cx="966493" cy="966493"/>
            </a:xfrm>
          </p:grpSpPr>
          <p:sp>
            <p:nvSpPr>
              <p:cNvPr id="23" name="椭圆 22">
                <a:extLst>
                  <a:ext uri="{FF2B5EF4-FFF2-40B4-BE49-F238E27FC236}">
                    <a16:creationId xmlns:a16="http://schemas.microsoft.com/office/drawing/2014/main" id="{A0A4B40C-C0F2-8369-ED16-37BB4DE66758}"/>
                  </a:ext>
                </a:extLst>
              </p:cNvPr>
              <p:cNvSpPr/>
              <p:nvPr/>
            </p:nvSpPr>
            <p:spPr>
              <a:xfrm>
                <a:off x="2721035" y="3398883"/>
                <a:ext cx="966493" cy="966493"/>
              </a:xfrm>
              <a:prstGeom prst="ellipse">
                <a:avLst/>
              </a:prstGeom>
              <a:solidFill>
                <a:schemeClr val="accent5">
                  <a:lumMod val="75000"/>
                </a:schemeClr>
              </a:solidFill>
              <a:ln w="9525">
                <a:solidFill>
                  <a:sysClr val="window" lastClr="FFFFFF"/>
                </a:solidFill>
              </a:ln>
              <a:effectLst>
                <a:outerShdw blurRad="419100" dist="419100" dir="2700000" sx="90000" sy="90000" algn="tl" rotWithShape="0">
                  <a:sysClr val="windowText" lastClr="000000">
                    <a:alpha val="30000"/>
                  </a:sysClr>
                </a:outerShdw>
              </a:effectLst>
            </p:spPr>
            <p:style>
              <a:lnRef idx="2">
                <a:srgbClr val="918415">
                  <a:shade val="50000"/>
                </a:srgbClr>
              </a:lnRef>
              <a:fillRef idx="1">
                <a:srgbClr val="918415"/>
              </a:fillRef>
              <a:effectRef idx="0">
                <a:srgbClr val="918415"/>
              </a:effectRef>
              <a:fontRef idx="minor">
                <a:sysClr val="window" lastClr="FFFFFF"/>
              </a:fontRef>
            </p:style>
            <p:txBody>
              <a:bodyPr rtlCol="0" anchor="ctr"/>
              <a:lstStyle/>
              <a:p>
                <a:pPr algn="ctr" fontAlgn="base"/>
                <a:endParaRPr lang="zh-CN" altLang="en-US" sz="1050" strike="noStrike" noProof="1">
                  <a:solidFill>
                    <a:srgbClr val="FAE684"/>
                  </a:solidFill>
                  <a:latin typeface="华康古籍木兰W3" panose="02020309000000000000" charset="-122"/>
                  <a:ea typeface="华康古籍木兰W3" panose="02020309000000000000" charset="-122"/>
                  <a:cs typeface="等线" panose="02010600030101010101" charset="-122"/>
                  <a:sym typeface="Century Gothic" panose="020B0502020202020204" pitchFamily="34" charset="0"/>
                </a:endParaRPr>
              </a:p>
            </p:txBody>
          </p:sp>
          <p:sp>
            <p:nvSpPr>
              <p:cNvPr id="24" name="椭圆 23">
                <a:extLst>
                  <a:ext uri="{FF2B5EF4-FFF2-40B4-BE49-F238E27FC236}">
                    <a16:creationId xmlns:a16="http://schemas.microsoft.com/office/drawing/2014/main" id="{F2D517C5-3E48-F1E2-423F-E23976B2820A}"/>
                  </a:ext>
                </a:extLst>
              </p:cNvPr>
              <p:cNvSpPr/>
              <p:nvPr/>
            </p:nvSpPr>
            <p:spPr>
              <a:xfrm>
                <a:off x="2754023" y="3448322"/>
                <a:ext cx="900604" cy="900604"/>
              </a:xfrm>
              <a:prstGeom prst="ellipse">
                <a:avLst/>
              </a:prstGeom>
              <a:noFill/>
              <a:ln w="6350">
                <a:solidFill>
                  <a:sysClr val="window" lastClr="FFFFFF"/>
                </a:solidFill>
                <a:prstDash val="dash"/>
              </a:ln>
            </p:spPr>
            <p:style>
              <a:lnRef idx="2">
                <a:srgbClr val="918415">
                  <a:shade val="50000"/>
                </a:srgbClr>
              </a:lnRef>
              <a:fillRef idx="1">
                <a:srgbClr val="918415"/>
              </a:fillRef>
              <a:effectRef idx="0">
                <a:srgbClr val="918415"/>
              </a:effectRef>
              <a:fontRef idx="minor">
                <a:sysClr val="window" lastClr="FFFFFF"/>
              </a:fontRef>
            </p:style>
            <p:txBody>
              <a:bodyPr rtlCol="0" anchor="ctr"/>
              <a:lstStyle/>
              <a:p>
                <a:pPr algn="ctr" fontAlgn="base"/>
                <a:endParaRPr lang="zh-CN" altLang="en-US" sz="1050" strike="noStrike" noProof="1">
                  <a:solidFill>
                    <a:srgbClr val="FAE684"/>
                  </a:solidFill>
                  <a:latin typeface="华康古籍木兰W3" panose="02020309000000000000" charset="-122"/>
                  <a:ea typeface="华康古籍木兰W3" panose="02020309000000000000" charset="-122"/>
                  <a:cs typeface="等线" panose="02010600030101010101" charset="-122"/>
                  <a:sym typeface="Century Gothic" panose="020B0502020202020204" pitchFamily="34" charset="0"/>
                </a:endParaRPr>
              </a:p>
            </p:txBody>
          </p:sp>
        </p:grpSp>
        <p:sp>
          <p:nvSpPr>
            <p:cNvPr id="22" name="TextBox 14">
              <a:extLst>
                <a:ext uri="{FF2B5EF4-FFF2-40B4-BE49-F238E27FC236}">
                  <a16:creationId xmlns:a16="http://schemas.microsoft.com/office/drawing/2014/main" id="{E3ECCA8D-A7B6-E38F-483A-D8D21CD1F9B4}"/>
                </a:ext>
              </a:extLst>
            </p:cNvPr>
            <p:cNvSpPr txBox="1"/>
            <p:nvPr/>
          </p:nvSpPr>
          <p:spPr>
            <a:xfrm>
              <a:off x="4264579" y="3625912"/>
              <a:ext cx="256480" cy="276999"/>
            </a:xfrm>
            <a:prstGeom prst="rect">
              <a:avLst/>
            </a:prstGeom>
            <a:noFill/>
            <a:ln w="9525">
              <a:noFill/>
            </a:ln>
          </p:spPr>
          <p:txBody>
            <a:bodyPr wrap="none" lIns="0" tIns="0" rIns="0" bIns="0" anchor="t">
              <a:spAutoFit/>
            </a:bodyPr>
            <a:lstStyle/>
            <a:p>
              <a:pPr algn="ctr" eaLnBrk="0" hangingPunct="0"/>
              <a:r>
                <a:rPr lang="en-US" altLang="zh-CN" dirty="0">
                  <a:solidFill>
                    <a:srgbClr val="FAE684"/>
                  </a:solidFill>
                  <a:latin typeface="华康古籍木兰W3" panose="02020309000000000000" charset="-122"/>
                  <a:ea typeface="华康古籍木兰W3" panose="02020309000000000000" charset="-122"/>
                  <a:sym typeface="Century Gothic" panose="020B0502020202020204" pitchFamily="34" charset="0"/>
                </a:rPr>
                <a:t>06</a:t>
              </a:r>
            </a:p>
          </p:txBody>
        </p:sp>
      </p:grpSp>
      <p:grpSp>
        <p:nvGrpSpPr>
          <p:cNvPr id="25" name="组合 24" descr="e7d195523061f1c01ef2b70529884c179423570dbaad84926380ABC1F97BAEF0C8FC051856578EAB7874501A1FFE158C4981707381814BCC4D9A8E3554438DEE4FBCF5A5B4D2A8B0989AB57E8BAC65EBE4A47EBC1CA324CC3D7E9009600B0397A6BA5B9536B8953BB71AC5679B6066985A8763849E751458F2DD38B58888E2256E347D35CA8102E907211206EF347046">
            <a:extLst>
              <a:ext uri="{FF2B5EF4-FFF2-40B4-BE49-F238E27FC236}">
                <a16:creationId xmlns:a16="http://schemas.microsoft.com/office/drawing/2014/main" id="{EFCAC5CC-D39A-68C6-EBE4-058E5E3C027A}"/>
              </a:ext>
            </a:extLst>
          </p:cNvPr>
          <p:cNvGrpSpPr/>
          <p:nvPr/>
        </p:nvGrpSpPr>
        <p:grpSpPr>
          <a:xfrm>
            <a:off x="5493601" y="2169853"/>
            <a:ext cx="579438" cy="579437"/>
            <a:chOff x="7524092" y="3449111"/>
            <a:chExt cx="580118" cy="580117"/>
          </a:xfrm>
        </p:grpSpPr>
        <p:grpSp>
          <p:nvGrpSpPr>
            <p:cNvPr id="26" name="组合 92">
              <a:extLst>
                <a:ext uri="{FF2B5EF4-FFF2-40B4-BE49-F238E27FC236}">
                  <a16:creationId xmlns:a16="http://schemas.microsoft.com/office/drawing/2014/main" id="{851DF623-8A53-B948-A27B-069B46D7E998}"/>
                </a:ext>
              </a:extLst>
            </p:cNvPr>
            <p:cNvGrpSpPr/>
            <p:nvPr/>
          </p:nvGrpSpPr>
          <p:grpSpPr>
            <a:xfrm>
              <a:off x="7524092" y="3449111"/>
              <a:ext cx="580118" cy="580117"/>
              <a:chOff x="8438603" y="3398883"/>
              <a:chExt cx="966493" cy="966493"/>
            </a:xfrm>
          </p:grpSpPr>
          <p:sp>
            <p:nvSpPr>
              <p:cNvPr id="28" name="椭圆 27">
                <a:extLst>
                  <a:ext uri="{FF2B5EF4-FFF2-40B4-BE49-F238E27FC236}">
                    <a16:creationId xmlns:a16="http://schemas.microsoft.com/office/drawing/2014/main" id="{B4D4A790-A477-B894-4A20-B6DC3CB6E1B3}"/>
                  </a:ext>
                </a:extLst>
              </p:cNvPr>
              <p:cNvSpPr/>
              <p:nvPr/>
            </p:nvSpPr>
            <p:spPr>
              <a:xfrm>
                <a:off x="8438603" y="3398883"/>
                <a:ext cx="966493" cy="966493"/>
              </a:xfrm>
              <a:prstGeom prst="ellipse">
                <a:avLst/>
              </a:prstGeom>
              <a:solidFill>
                <a:schemeClr val="accent5">
                  <a:lumMod val="75000"/>
                </a:schemeClr>
              </a:solidFill>
              <a:ln w="9525">
                <a:solidFill>
                  <a:sysClr val="window" lastClr="FFFFFF"/>
                </a:solidFill>
              </a:ln>
              <a:effectLst>
                <a:outerShdw blurRad="419100" dist="419100" dir="2700000" sx="90000" sy="90000" algn="tl" rotWithShape="0">
                  <a:sysClr val="windowText" lastClr="000000">
                    <a:alpha val="30000"/>
                  </a:sysClr>
                </a:outerShdw>
              </a:effectLst>
            </p:spPr>
            <p:style>
              <a:lnRef idx="2">
                <a:srgbClr val="918415">
                  <a:shade val="50000"/>
                </a:srgbClr>
              </a:lnRef>
              <a:fillRef idx="1">
                <a:srgbClr val="918415"/>
              </a:fillRef>
              <a:effectRef idx="0">
                <a:srgbClr val="918415"/>
              </a:effectRef>
              <a:fontRef idx="minor">
                <a:sysClr val="window" lastClr="FFFFFF"/>
              </a:fontRef>
            </p:style>
            <p:txBody>
              <a:bodyPr rtlCol="0" anchor="ctr"/>
              <a:lstStyle/>
              <a:p>
                <a:pPr algn="ctr" fontAlgn="base"/>
                <a:endParaRPr lang="zh-CN" altLang="en-US" sz="1050" strike="noStrike" noProof="1">
                  <a:solidFill>
                    <a:srgbClr val="FAE684"/>
                  </a:solidFill>
                  <a:latin typeface="华康古籍木兰W3" panose="02020309000000000000" charset="-122"/>
                  <a:ea typeface="华康古籍木兰W3" panose="02020309000000000000" charset="-122"/>
                  <a:cs typeface="等线" panose="02010600030101010101" charset="-122"/>
                  <a:sym typeface="Century Gothic" panose="020B0502020202020204" pitchFamily="34" charset="0"/>
                </a:endParaRPr>
              </a:p>
            </p:txBody>
          </p:sp>
          <p:sp>
            <p:nvSpPr>
              <p:cNvPr id="29" name="椭圆 28">
                <a:extLst>
                  <a:ext uri="{FF2B5EF4-FFF2-40B4-BE49-F238E27FC236}">
                    <a16:creationId xmlns:a16="http://schemas.microsoft.com/office/drawing/2014/main" id="{FE97F4E5-29FF-9C0C-B310-8F601B41C25D}"/>
                  </a:ext>
                </a:extLst>
              </p:cNvPr>
              <p:cNvSpPr/>
              <p:nvPr/>
            </p:nvSpPr>
            <p:spPr>
              <a:xfrm>
                <a:off x="8483289" y="3439713"/>
                <a:ext cx="900604" cy="900604"/>
              </a:xfrm>
              <a:prstGeom prst="ellipse">
                <a:avLst/>
              </a:prstGeom>
              <a:noFill/>
              <a:ln w="6350">
                <a:solidFill>
                  <a:sysClr val="window" lastClr="FFFFFF"/>
                </a:solidFill>
                <a:prstDash val="dash"/>
              </a:ln>
            </p:spPr>
            <p:style>
              <a:lnRef idx="2">
                <a:srgbClr val="918415">
                  <a:shade val="50000"/>
                </a:srgbClr>
              </a:lnRef>
              <a:fillRef idx="1">
                <a:srgbClr val="918415"/>
              </a:fillRef>
              <a:effectRef idx="0">
                <a:srgbClr val="918415"/>
              </a:effectRef>
              <a:fontRef idx="minor">
                <a:sysClr val="window" lastClr="FFFFFF"/>
              </a:fontRef>
            </p:style>
            <p:txBody>
              <a:bodyPr rtlCol="0" anchor="ctr"/>
              <a:lstStyle/>
              <a:p>
                <a:pPr algn="ctr" fontAlgn="base"/>
                <a:endParaRPr lang="zh-CN" altLang="en-US" sz="1050" strike="noStrike" noProof="1">
                  <a:solidFill>
                    <a:srgbClr val="FAE684"/>
                  </a:solidFill>
                  <a:latin typeface="华康古籍木兰W3" panose="02020309000000000000" charset="-122"/>
                  <a:ea typeface="华康古籍木兰W3" panose="02020309000000000000" charset="-122"/>
                  <a:cs typeface="等线" panose="02010600030101010101" charset="-122"/>
                  <a:sym typeface="Century Gothic" panose="020B0502020202020204" pitchFamily="34" charset="0"/>
                </a:endParaRPr>
              </a:p>
            </p:txBody>
          </p:sp>
        </p:grpSp>
        <p:sp>
          <p:nvSpPr>
            <p:cNvPr id="27" name="TextBox 14">
              <a:extLst>
                <a:ext uri="{FF2B5EF4-FFF2-40B4-BE49-F238E27FC236}">
                  <a16:creationId xmlns:a16="http://schemas.microsoft.com/office/drawing/2014/main" id="{2ED30AD6-4490-50DB-501E-C04BBB8D7D85}"/>
                </a:ext>
              </a:extLst>
            </p:cNvPr>
            <p:cNvSpPr txBox="1"/>
            <p:nvPr/>
          </p:nvSpPr>
          <p:spPr>
            <a:xfrm>
              <a:off x="7684940" y="3625912"/>
              <a:ext cx="256480" cy="276999"/>
            </a:xfrm>
            <a:prstGeom prst="rect">
              <a:avLst/>
            </a:prstGeom>
            <a:noFill/>
            <a:ln w="9525">
              <a:noFill/>
            </a:ln>
          </p:spPr>
          <p:txBody>
            <a:bodyPr wrap="none" lIns="0" tIns="0" rIns="0" bIns="0" anchor="t">
              <a:spAutoFit/>
            </a:bodyPr>
            <a:lstStyle/>
            <a:p>
              <a:pPr algn="ctr" eaLnBrk="0" hangingPunct="0"/>
              <a:r>
                <a:rPr lang="en-US" altLang="zh-CN" dirty="0">
                  <a:solidFill>
                    <a:srgbClr val="FAE684"/>
                  </a:solidFill>
                  <a:latin typeface="华康古籍木兰W3" panose="02020309000000000000" charset="-122"/>
                  <a:ea typeface="华康古籍木兰W3" panose="02020309000000000000" charset="-122"/>
                  <a:sym typeface="Century Gothic" panose="020B0502020202020204" pitchFamily="34" charset="0"/>
                </a:rPr>
                <a:t>03</a:t>
              </a:r>
            </a:p>
          </p:txBody>
        </p:sp>
      </p:grpSp>
      <p:grpSp>
        <p:nvGrpSpPr>
          <p:cNvPr id="30" name="组合 29" descr="e7d195523061f1c01ef2b70529884c179423570dbaad84926380ABC1F97BAEF0C8FC051856578EAB7874501A1FFE158C4981707381814BCC4D9A8E3554438DEE4FBCF5A5B4D2A8B0989AB57E8BAC65EBE4A47EBC1CA324CC3D7E9009600B0397A6BA5B9536B8953BB71AC5679B6066985A8763849E751458F2DD38B58888E2256E347D35CA8102E907211206EF347046">
            <a:extLst>
              <a:ext uri="{FF2B5EF4-FFF2-40B4-BE49-F238E27FC236}">
                <a16:creationId xmlns:a16="http://schemas.microsoft.com/office/drawing/2014/main" id="{7E460809-60C6-4846-E9AF-6A4054E35EAB}"/>
              </a:ext>
            </a:extLst>
          </p:cNvPr>
          <p:cNvGrpSpPr/>
          <p:nvPr/>
        </p:nvGrpSpPr>
        <p:grpSpPr>
          <a:xfrm>
            <a:off x="3163500" y="3209924"/>
            <a:ext cx="579438" cy="581025"/>
            <a:chOff x="4409683" y="4410866"/>
            <a:chExt cx="580118" cy="580117"/>
          </a:xfrm>
        </p:grpSpPr>
        <p:grpSp>
          <p:nvGrpSpPr>
            <p:cNvPr id="31" name="组合 98">
              <a:extLst>
                <a:ext uri="{FF2B5EF4-FFF2-40B4-BE49-F238E27FC236}">
                  <a16:creationId xmlns:a16="http://schemas.microsoft.com/office/drawing/2014/main" id="{8109AF3E-E2BD-18D6-80C3-32D0013D3C56}"/>
                </a:ext>
              </a:extLst>
            </p:cNvPr>
            <p:cNvGrpSpPr/>
            <p:nvPr/>
          </p:nvGrpSpPr>
          <p:grpSpPr>
            <a:xfrm>
              <a:off x="4409683" y="4410866"/>
              <a:ext cx="580118" cy="580117"/>
              <a:chOff x="3249905" y="5001194"/>
              <a:chExt cx="966493" cy="966493"/>
            </a:xfrm>
          </p:grpSpPr>
          <p:sp>
            <p:nvSpPr>
              <p:cNvPr id="33" name="椭圆 32">
                <a:extLst>
                  <a:ext uri="{FF2B5EF4-FFF2-40B4-BE49-F238E27FC236}">
                    <a16:creationId xmlns:a16="http://schemas.microsoft.com/office/drawing/2014/main" id="{54248A3A-5134-9CC5-3D24-2110B744595D}"/>
                  </a:ext>
                </a:extLst>
              </p:cNvPr>
              <p:cNvSpPr/>
              <p:nvPr/>
            </p:nvSpPr>
            <p:spPr>
              <a:xfrm>
                <a:off x="3249905" y="5001194"/>
                <a:ext cx="966493" cy="966493"/>
              </a:xfrm>
              <a:prstGeom prst="ellipse">
                <a:avLst/>
              </a:prstGeom>
              <a:solidFill>
                <a:schemeClr val="accent5">
                  <a:lumMod val="75000"/>
                </a:schemeClr>
              </a:solidFill>
              <a:ln w="9525">
                <a:solidFill>
                  <a:sysClr val="window" lastClr="FFFFFF"/>
                </a:solidFill>
              </a:ln>
              <a:effectLst>
                <a:outerShdw blurRad="419100" dist="419100" dir="2700000" sx="90000" sy="90000" algn="tl" rotWithShape="0">
                  <a:sysClr val="windowText" lastClr="000000">
                    <a:alpha val="30000"/>
                  </a:sysClr>
                </a:outerShdw>
              </a:effectLst>
            </p:spPr>
            <p:style>
              <a:lnRef idx="2">
                <a:srgbClr val="918415">
                  <a:shade val="50000"/>
                </a:srgbClr>
              </a:lnRef>
              <a:fillRef idx="1">
                <a:srgbClr val="918415"/>
              </a:fillRef>
              <a:effectRef idx="0">
                <a:srgbClr val="918415"/>
              </a:effectRef>
              <a:fontRef idx="minor">
                <a:sysClr val="window" lastClr="FFFFFF"/>
              </a:fontRef>
            </p:style>
            <p:txBody>
              <a:bodyPr rtlCol="0" anchor="ctr"/>
              <a:lstStyle/>
              <a:p>
                <a:pPr algn="ctr" fontAlgn="base"/>
                <a:endParaRPr lang="zh-CN" altLang="en-US" sz="1050" strike="noStrike" noProof="1">
                  <a:solidFill>
                    <a:sysClr val="window" lastClr="FFFFFF"/>
                  </a:solidFill>
                  <a:latin typeface="华康古籍木兰W3" panose="02020309000000000000" charset="-122"/>
                  <a:ea typeface="华康古籍木兰W3" panose="02020309000000000000" charset="-122"/>
                  <a:cs typeface="等线" panose="02010600030101010101" charset="-122"/>
                  <a:sym typeface="Century Gothic" panose="020B0502020202020204" pitchFamily="34" charset="0"/>
                </a:endParaRPr>
              </a:p>
            </p:txBody>
          </p:sp>
          <p:sp>
            <p:nvSpPr>
              <p:cNvPr id="34" name="椭圆 33">
                <a:extLst>
                  <a:ext uri="{FF2B5EF4-FFF2-40B4-BE49-F238E27FC236}">
                    <a16:creationId xmlns:a16="http://schemas.microsoft.com/office/drawing/2014/main" id="{A5025BD8-FD49-F2DB-3884-2BBEFB860157}"/>
                  </a:ext>
                </a:extLst>
              </p:cNvPr>
              <p:cNvSpPr/>
              <p:nvPr/>
            </p:nvSpPr>
            <p:spPr>
              <a:xfrm>
                <a:off x="3292085" y="5034138"/>
                <a:ext cx="900604" cy="900604"/>
              </a:xfrm>
              <a:prstGeom prst="ellipse">
                <a:avLst/>
              </a:prstGeom>
              <a:noFill/>
              <a:ln w="6350">
                <a:solidFill>
                  <a:sysClr val="window" lastClr="FFFFFF"/>
                </a:solidFill>
                <a:prstDash val="dash"/>
              </a:ln>
            </p:spPr>
            <p:style>
              <a:lnRef idx="2">
                <a:srgbClr val="918415">
                  <a:shade val="50000"/>
                </a:srgbClr>
              </a:lnRef>
              <a:fillRef idx="1">
                <a:srgbClr val="918415"/>
              </a:fillRef>
              <a:effectRef idx="0">
                <a:srgbClr val="918415"/>
              </a:effectRef>
              <a:fontRef idx="minor">
                <a:sysClr val="window" lastClr="FFFFFF"/>
              </a:fontRef>
            </p:style>
            <p:txBody>
              <a:bodyPr rtlCol="0" anchor="ctr"/>
              <a:lstStyle/>
              <a:p>
                <a:pPr algn="ctr" fontAlgn="base"/>
                <a:endParaRPr lang="zh-CN" altLang="en-US" sz="1050" strike="noStrike" noProof="1">
                  <a:solidFill>
                    <a:sysClr val="window" lastClr="FFFFFF"/>
                  </a:solidFill>
                  <a:latin typeface="华康古籍木兰W3" panose="02020309000000000000" charset="-122"/>
                  <a:ea typeface="华康古籍木兰W3" panose="02020309000000000000" charset="-122"/>
                  <a:cs typeface="等线" panose="02010600030101010101" charset="-122"/>
                  <a:sym typeface="Century Gothic" panose="020B0502020202020204" pitchFamily="34" charset="0"/>
                </a:endParaRPr>
              </a:p>
            </p:txBody>
          </p:sp>
        </p:grpSp>
        <p:sp>
          <p:nvSpPr>
            <p:cNvPr id="32" name="TextBox 14">
              <a:extLst>
                <a:ext uri="{FF2B5EF4-FFF2-40B4-BE49-F238E27FC236}">
                  <a16:creationId xmlns:a16="http://schemas.microsoft.com/office/drawing/2014/main" id="{0007B223-80CD-9FAF-FEBF-7CC55D36CD27}"/>
                </a:ext>
              </a:extLst>
            </p:cNvPr>
            <p:cNvSpPr txBox="1"/>
            <p:nvPr/>
          </p:nvSpPr>
          <p:spPr>
            <a:xfrm>
              <a:off x="4559379" y="4601989"/>
              <a:ext cx="256480" cy="276999"/>
            </a:xfrm>
            <a:prstGeom prst="rect">
              <a:avLst/>
            </a:prstGeom>
            <a:noFill/>
            <a:ln w="9525">
              <a:noFill/>
            </a:ln>
          </p:spPr>
          <p:txBody>
            <a:bodyPr wrap="none" lIns="0" tIns="0" rIns="0" bIns="0" anchor="t">
              <a:spAutoFit/>
            </a:bodyPr>
            <a:lstStyle/>
            <a:p>
              <a:pPr algn="ctr" eaLnBrk="0" hangingPunct="0"/>
              <a:r>
                <a:rPr lang="en-US" altLang="zh-CN" dirty="0">
                  <a:solidFill>
                    <a:srgbClr val="FAE684"/>
                  </a:solidFill>
                  <a:latin typeface="华康古籍木兰W3" panose="02020309000000000000" charset="-122"/>
                  <a:ea typeface="华康古籍木兰W3" panose="02020309000000000000" charset="-122"/>
                  <a:sym typeface="Century Gothic" panose="020B0502020202020204" pitchFamily="34" charset="0"/>
                </a:rPr>
                <a:t>05</a:t>
              </a:r>
            </a:p>
          </p:txBody>
        </p:sp>
      </p:grpSp>
      <p:grpSp>
        <p:nvGrpSpPr>
          <p:cNvPr id="35" name="组合 34" descr="e7d195523061f1c01ef2b70529884c179423570dbaad84926380ABC1F97BAEF0C8FC051856578EAB7874501A1FFE158C4981707381814BCC4D9A8E3554438DEE4FBCF5A5B4D2A8B0989AB57E8BAC65EBE4A47EBC1CA324CC3D7E9009600B0397A6BA5B9536B8953BB71AC5679B6066985A8763849E751458F2DD38B58888E2256E347D35CA8102E907211206EF347046">
            <a:extLst>
              <a:ext uri="{FF2B5EF4-FFF2-40B4-BE49-F238E27FC236}">
                <a16:creationId xmlns:a16="http://schemas.microsoft.com/office/drawing/2014/main" id="{645B4532-D58E-4D00-7DD5-E8E2F00E1F7F}"/>
              </a:ext>
            </a:extLst>
          </p:cNvPr>
          <p:cNvGrpSpPr/>
          <p:nvPr/>
        </p:nvGrpSpPr>
        <p:grpSpPr>
          <a:xfrm>
            <a:off x="5105174" y="3229329"/>
            <a:ext cx="579437" cy="581025"/>
            <a:chOff x="7227127" y="4410866"/>
            <a:chExt cx="580118" cy="580117"/>
          </a:xfrm>
        </p:grpSpPr>
        <p:grpSp>
          <p:nvGrpSpPr>
            <p:cNvPr id="36" name="组合 95">
              <a:extLst>
                <a:ext uri="{FF2B5EF4-FFF2-40B4-BE49-F238E27FC236}">
                  <a16:creationId xmlns:a16="http://schemas.microsoft.com/office/drawing/2014/main" id="{BA9E9A25-FB5E-CCD3-17B8-ACE003AC9D4B}"/>
                </a:ext>
              </a:extLst>
            </p:cNvPr>
            <p:cNvGrpSpPr/>
            <p:nvPr/>
          </p:nvGrpSpPr>
          <p:grpSpPr>
            <a:xfrm>
              <a:off x="7227127" y="4410866"/>
              <a:ext cx="580118" cy="580117"/>
              <a:chOff x="7943849" y="5001194"/>
              <a:chExt cx="966493" cy="966493"/>
            </a:xfrm>
          </p:grpSpPr>
          <p:sp>
            <p:nvSpPr>
              <p:cNvPr id="38" name="椭圆 37">
                <a:extLst>
                  <a:ext uri="{FF2B5EF4-FFF2-40B4-BE49-F238E27FC236}">
                    <a16:creationId xmlns:a16="http://schemas.microsoft.com/office/drawing/2014/main" id="{2001B230-1783-CC75-E3C0-D303CE23DFCE}"/>
                  </a:ext>
                </a:extLst>
              </p:cNvPr>
              <p:cNvSpPr/>
              <p:nvPr/>
            </p:nvSpPr>
            <p:spPr>
              <a:xfrm>
                <a:off x="7943849" y="5001194"/>
                <a:ext cx="966493" cy="966493"/>
              </a:xfrm>
              <a:prstGeom prst="ellipse">
                <a:avLst/>
              </a:prstGeom>
              <a:solidFill>
                <a:schemeClr val="accent5">
                  <a:lumMod val="75000"/>
                </a:schemeClr>
              </a:solidFill>
              <a:ln w="9525">
                <a:solidFill>
                  <a:sysClr val="window" lastClr="FFFFFF"/>
                </a:solidFill>
              </a:ln>
              <a:effectLst>
                <a:outerShdw blurRad="419100" dist="419100" dir="2700000" sx="90000" sy="90000" algn="tl" rotWithShape="0">
                  <a:sysClr val="windowText" lastClr="000000">
                    <a:alpha val="30000"/>
                  </a:sysClr>
                </a:outerShdw>
              </a:effectLst>
            </p:spPr>
            <p:style>
              <a:lnRef idx="2">
                <a:srgbClr val="918415">
                  <a:shade val="50000"/>
                </a:srgbClr>
              </a:lnRef>
              <a:fillRef idx="1">
                <a:srgbClr val="918415"/>
              </a:fillRef>
              <a:effectRef idx="0">
                <a:srgbClr val="918415"/>
              </a:effectRef>
              <a:fontRef idx="minor">
                <a:sysClr val="window" lastClr="FFFFFF"/>
              </a:fontRef>
            </p:style>
            <p:txBody>
              <a:bodyPr rtlCol="0" anchor="ctr"/>
              <a:lstStyle/>
              <a:p>
                <a:pPr algn="ctr" fontAlgn="base"/>
                <a:endParaRPr lang="zh-CN" altLang="en-US" sz="1050" strike="noStrike" noProof="1">
                  <a:solidFill>
                    <a:srgbClr val="FAE684"/>
                  </a:solidFill>
                  <a:latin typeface="华康古籍木兰W3" panose="02020309000000000000" charset="-122"/>
                  <a:ea typeface="华康古籍木兰W3" panose="02020309000000000000" charset="-122"/>
                  <a:cs typeface="等线" panose="02010600030101010101" charset="-122"/>
                  <a:sym typeface="Century Gothic" panose="020B0502020202020204" pitchFamily="34" charset="0"/>
                </a:endParaRPr>
              </a:p>
            </p:txBody>
          </p:sp>
          <p:sp>
            <p:nvSpPr>
              <p:cNvPr id="39" name="椭圆 38">
                <a:extLst>
                  <a:ext uri="{FF2B5EF4-FFF2-40B4-BE49-F238E27FC236}">
                    <a16:creationId xmlns:a16="http://schemas.microsoft.com/office/drawing/2014/main" id="{8A879348-F4D8-C5C7-79CB-2805BC14E502}"/>
                  </a:ext>
                </a:extLst>
              </p:cNvPr>
              <p:cNvSpPr/>
              <p:nvPr/>
            </p:nvSpPr>
            <p:spPr>
              <a:xfrm>
                <a:off x="7984836" y="5043374"/>
                <a:ext cx="900604" cy="900604"/>
              </a:xfrm>
              <a:prstGeom prst="ellipse">
                <a:avLst/>
              </a:prstGeom>
              <a:noFill/>
              <a:ln w="6350">
                <a:solidFill>
                  <a:sysClr val="window" lastClr="FFFFFF"/>
                </a:solidFill>
                <a:prstDash val="dash"/>
              </a:ln>
            </p:spPr>
            <p:style>
              <a:lnRef idx="2">
                <a:srgbClr val="918415">
                  <a:shade val="50000"/>
                </a:srgbClr>
              </a:lnRef>
              <a:fillRef idx="1">
                <a:srgbClr val="918415"/>
              </a:fillRef>
              <a:effectRef idx="0">
                <a:srgbClr val="918415"/>
              </a:effectRef>
              <a:fontRef idx="minor">
                <a:sysClr val="window" lastClr="FFFFFF"/>
              </a:fontRef>
            </p:style>
            <p:txBody>
              <a:bodyPr rtlCol="0" anchor="ctr"/>
              <a:lstStyle/>
              <a:p>
                <a:pPr algn="ctr" fontAlgn="base"/>
                <a:endParaRPr lang="zh-CN" altLang="en-US" sz="1050" strike="noStrike" noProof="1">
                  <a:solidFill>
                    <a:srgbClr val="FAE684"/>
                  </a:solidFill>
                  <a:latin typeface="华康古籍木兰W3" panose="02020309000000000000" charset="-122"/>
                  <a:ea typeface="华康古籍木兰W3" panose="02020309000000000000" charset="-122"/>
                  <a:cs typeface="等线" panose="02010600030101010101" charset="-122"/>
                  <a:sym typeface="Century Gothic" panose="020B0502020202020204" pitchFamily="34" charset="0"/>
                </a:endParaRPr>
              </a:p>
            </p:txBody>
          </p:sp>
        </p:grpSp>
        <p:sp>
          <p:nvSpPr>
            <p:cNvPr id="37" name="TextBox 14">
              <a:extLst>
                <a:ext uri="{FF2B5EF4-FFF2-40B4-BE49-F238E27FC236}">
                  <a16:creationId xmlns:a16="http://schemas.microsoft.com/office/drawing/2014/main" id="{E28FAA7D-6C2B-1650-913F-A978FD5004D7}"/>
                </a:ext>
              </a:extLst>
            </p:cNvPr>
            <p:cNvSpPr txBox="1"/>
            <p:nvPr/>
          </p:nvSpPr>
          <p:spPr>
            <a:xfrm>
              <a:off x="7388944" y="4597591"/>
              <a:ext cx="256480" cy="276999"/>
            </a:xfrm>
            <a:prstGeom prst="rect">
              <a:avLst/>
            </a:prstGeom>
            <a:noFill/>
            <a:ln w="9525">
              <a:noFill/>
            </a:ln>
          </p:spPr>
          <p:txBody>
            <a:bodyPr wrap="none" lIns="0" tIns="0" rIns="0" bIns="0" anchor="t">
              <a:spAutoFit/>
            </a:bodyPr>
            <a:lstStyle/>
            <a:p>
              <a:pPr algn="ctr" eaLnBrk="0" hangingPunct="0"/>
              <a:r>
                <a:rPr lang="en-US" altLang="zh-CN" dirty="0">
                  <a:solidFill>
                    <a:srgbClr val="FAE684"/>
                  </a:solidFill>
                  <a:latin typeface="华康古籍木兰W3" panose="02020309000000000000" charset="-122"/>
                  <a:ea typeface="华康古籍木兰W3" panose="02020309000000000000" charset="-122"/>
                  <a:sym typeface="Century Gothic" panose="020B0502020202020204" pitchFamily="34" charset="0"/>
                </a:rPr>
                <a:t>04</a:t>
              </a:r>
            </a:p>
          </p:txBody>
        </p:sp>
      </p:grpSp>
      <p:grpSp>
        <p:nvGrpSpPr>
          <p:cNvPr id="68" name="组合 67">
            <a:extLst>
              <a:ext uri="{FF2B5EF4-FFF2-40B4-BE49-F238E27FC236}">
                <a16:creationId xmlns:a16="http://schemas.microsoft.com/office/drawing/2014/main" id="{2233A9AA-727E-CB7D-01EF-1DDC132740EB}"/>
              </a:ext>
            </a:extLst>
          </p:cNvPr>
          <p:cNvGrpSpPr/>
          <p:nvPr/>
        </p:nvGrpSpPr>
        <p:grpSpPr>
          <a:xfrm>
            <a:off x="3635896" y="1775773"/>
            <a:ext cx="1588931" cy="1591954"/>
            <a:chOff x="3014112" y="1333644"/>
            <a:chExt cx="1257982" cy="1257982"/>
          </a:xfrm>
        </p:grpSpPr>
        <p:sp>
          <p:nvSpPr>
            <p:cNvPr id="69" name="椭圆 68">
              <a:extLst>
                <a:ext uri="{FF2B5EF4-FFF2-40B4-BE49-F238E27FC236}">
                  <a16:creationId xmlns:a16="http://schemas.microsoft.com/office/drawing/2014/main" id="{B2883C20-8139-D92C-AA7F-B468DFACE00F}"/>
                </a:ext>
              </a:extLst>
            </p:cNvPr>
            <p:cNvSpPr/>
            <p:nvPr/>
          </p:nvSpPr>
          <p:spPr>
            <a:xfrm>
              <a:off x="3014112" y="1333644"/>
              <a:ext cx="1257982" cy="1257982"/>
            </a:xfrm>
            <a:prstGeom prst="ellipse">
              <a:avLst/>
            </a:prstGeom>
            <a:solidFill>
              <a:srgbClr val="B3D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0" name="组合 69">
              <a:extLst>
                <a:ext uri="{FF2B5EF4-FFF2-40B4-BE49-F238E27FC236}">
                  <a16:creationId xmlns:a16="http://schemas.microsoft.com/office/drawing/2014/main" id="{6E93E6A4-666F-7E10-05DF-5DDA4F849036}"/>
                </a:ext>
              </a:extLst>
            </p:cNvPr>
            <p:cNvGrpSpPr/>
            <p:nvPr/>
          </p:nvGrpSpPr>
          <p:grpSpPr>
            <a:xfrm>
              <a:off x="3406565" y="1753233"/>
              <a:ext cx="473075" cy="415925"/>
              <a:chOff x="5869508" y="1625997"/>
              <a:chExt cx="473075" cy="415925"/>
            </a:xfrm>
          </p:grpSpPr>
          <p:sp>
            <p:nvSpPr>
              <p:cNvPr id="71" name="Freeform 5">
                <a:extLst>
                  <a:ext uri="{FF2B5EF4-FFF2-40B4-BE49-F238E27FC236}">
                    <a16:creationId xmlns:a16="http://schemas.microsoft.com/office/drawing/2014/main" id="{3C552828-A2B4-FA17-C97D-6D89A29F81EC}"/>
                  </a:ext>
                </a:extLst>
              </p:cNvPr>
              <p:cNvSpPr>
                <a:spLocks noEditPoints="1"/>
              </p:cNvSpPr>
              <p:nvPr/>
            </p:nvSpPr>
            <p:spPr bwMode="auto">
              <a:xfrm>
                <a:off x="6020320" y="1721247"/>
                <a:ext cx="322263" cy="320675"/>
              </a:xfrm>
              <a:custGeom>
                <a:avLst/>
                <a:gdLst>
                  <a:gd name="T0" fmla="*/ 6 w 51"/>
                  <a:gd name="T1" fmla="*/ 13 h 51"/>
                  <a:gd name="T2" fmla="*/ 7 w 51"/>
                  <a:gd name="T3" fmla="*/ 17 h 51"/>
                  <a:gd name="T4" fmla="*/ 4 w 51"/>
                  <a:gd name="T5" fmla="*/ 18 h 51"/>
                  <a:gd name="T6" fmla="*/ 1 w 51"/>
                  <a:gd name="T7" fmla="*/ 20 h 51"/>
                  <a:gd name="T8" fmla="*/ 2 w 51"/>
                  <a:gd name="T9" fmla="*/ 24 h 51"/>
                  <a:gd name="T10" fmla="*/ 5 w 51"/>
                  <a:gd name="T11" fmla="*/ 27 h 51"/>
                  <a:gd name="T12" fmla="*/ 3 w 51"/>
                  <a:gd name="T13" fmla="*/ 30 h 51"/>
                  <a:gd name="T14" fmla="*/ 1 w 51"/>
                  <a:gd name="T15" fmla="*/ 34 h 51"/>
                  <a:gd name="T16" fmla="*/ 5 w 51"/>
                  <a:gd name="T17" fmla="*/ 36 h 51"/>
                  <a:gd name="T18" fmla="*/ 8 w 51"/>
                  <a:gd name="T19" fmla="*/ 37 h 51"/>
                  <a:gd name="T20" fmla="*/ 8 w 51"/>
                  <a:gd name="T21" fmla="*/ 41 h 51"/>
                  <a:gd name="T22" fmla="*/ 8 w 51"/>
                  <a:gd name="T23" fmla="*/ 45 h 51"/>
                  <a:gd name="T24" fmla="*/ 13 w 51"/>
                  <a:gd name="T25" fmla="*/ 45 h 51"/>
                  <a:gd name="T26" fmla="*/ 17 w 51"/>
                  <a:gd name="T27" fmla="*/ 45 h 51"/>
                  <a:gd name="T28" fmla="*/ 18 w 51"/>
                  <a:gd name="T29" fmla="*/ 48 h 51"/>
                  <a:gd name="T30" fmla="*/ 20 w 51"/>
                  <a:gd name="T31" fmla="*/ 51 h 51"/>
                  <a:gd name="T32" fmla="*/ 24 w 51"/>
                  <a:gd name="T33" fmla="*/ 49 h 51"/>
                  <a:gd name="T34" fmla="*/ 28 w 51"/>
                  <a:gd name="T35" fmla="*/ 47 h 51"/>
                  <a:gd name="T36" fmla="*/ 30 w 51"/>
                  <a:gd name="T37" fmla="*/ 49 h 51"/>
                  <a:gd name="T38" fmla="*/ 34 w 51"/>
                  <a:gd name="T39" fmla="*/ 50 h 51"/>
                  <a:gd name="T40" fmla="*/ 36 w 51"/>
                  <a:gd name="T41" fmla="*/ 47 h 51"/>
                  <a:gd name="T42" fmla="*/ 38 w 51"/>
                  <a:gd name="T43" fmla="*/ 43 h 51"/>
                  <a:gd name="T44" fmla="*/ 41 w 51"/>
                  <a:gd name="T45" fmla="*/ 44 h 51"/>
                  <a:gd name="T46" fmla="*/ 45 w 51"/>
                  <a:gd name="T47" fmla="*/ 43 h 51"/>
                  <a:gd name="T48" fmla="*/ 45 w 51"/>
                  <a:gd name="T49" fmla="*/ 39 h 51"/>
                  <a:gd name="T50" fmla="*/ 45 w 51"/>
                  <a:gd name="T51" fmla="*/ 35 h 51"/>
                  <a:gd name="T52" fmla="*/ 48 w 51"/>
                  <a:gd name="T53" fmla="*/ 34 h 51"/>
                  <a:gd name="T54" fmla="*/ 51 w 51"/>
                  <a:gd name="T55" fmla="*/ 31 h 51"/>
                  <a:gd name="T56" fmla="*/ 49 w 51"/>
                  <a:gd name="T57" fmla="*/ 27 h 51"/>
                  <a:gd name="T58" fmla="*/ 47 w 51"/>
                  <a:gd name="T59" fmla="*/ 24 h 51"/>
                  <a:gd name="T60" fmla="*/ 49 w 51"/>
                  <a:gd name="T61" fmla="*/ 22 h 51"/>
                  <a:gd name="T62" fmla="*/ 50 w 51"/>
                  <a:gd name="T63" fmla="*/ 18 h 51"/>
                  <a:gd name="T64" fmla="*/ 47 w 51"/>
                  <a:gd name="T65" fmla="*/ 15 h 51"/>
                  <a:gd name="T66" fmla="*/ 43 w 51"/>
                  <a:gd name="T67" fmla="*/ 14 h 51"/>
                  <a:gd name="T68" fmla="*/ 44 w 51"/>
                  <a:gd name="T69" fmla="*/ 11 h 51"/>
                  <a:gd name="T70" fmla="*/ 43 w 51"/>
                  <a:gd name="T71" fmla="*/ 7 h 51"/>
                  <a:gd name="T72" fmla="*/ 39 w 51"/>
                  <a:gd name="T73" fmla="*/ 6 h 51"/>
                  <a:gd name="T74" fmla="*/ 35 w 51"/>
                  <a:gd name="T75" fmla="*/ 7 h 51"/>
                  <a:gd name="T76" fmla="*/ 34 w 51"/>
                  <a:gd name="T77" fmla="*/ 4 h 51"/>
                  <a:gd name="T78" fmla="*/ 31 w 51"/>
                  <a:gd name="T79" fmla="*/ 1 h 51"/>
                  <a:gd name="T80" fmla="*/ 27 w 51"/>
                  <a:gd name="T81" fmla="*/ 2 h 51"/>
                  <a:gd name="T82" fmla="*/ 24 w 51"/>
                  <a:gd name="T83" fmla="*/ 5 h 51"/>
                  <a:gd name="T84" fmla="*/ 22 w 51"/>
                  <a:gd name="T85" fmla="*/ 3 h 51"/>
                  <a:gd name="T86" fmla="*/ 18 w 51"/>
                  <a:gd name="T87" fmla="*/ 1 h 51"/>
                  <a:gd name="T88" fmla="*/ 15 w 51"/>
                  <a:gd name="T89" fmla="*/ 5 h 51"/>
                  <a:gd name="T90" fmla="*/ 14 w 51"/>
                  <a:gd name="T91" fmla="*/ 8 h 51"/>
                  <a:gd name="T92" fmla="*/ 11 w 51"/>
                  <a:gd name="T93" fmla="*/ 8 h 51"/>
                  <a:gd name="T94" fmla="*/ 7 w 51"/>
                  <a:gd name="T95" fmla="*/ 8 h 51"/>
                  <a:gd name="T96" fmla="*/ 6 w 51"/>
                  <a:gd name="T97" fmla="*/ 13 h 51"/>
                  <a:gd name="T98" fmla="*/ 21 w 51"/>
                  <a:gd name="T99" fmla="*/ 12 h 51"/>
                  <a:gd name="T100" fmla="*/ 40 w 51"/>
                  <a:gd name="T101" fmla="*/ 21 h 51"/>
                  <a:gd name="T102" fmla="*/ 30 w 51"/>
                  <a:gd name="T103" fmla="*/ 40 h 51"/>
                  <a:gd name="T104" fmla="*/ 12 w 51"/>
                  <a:gd name="T105" fmla="*/ 30 h 51"/>
                  <a:gd name="T106" fmla="*/ 21 w 51"/>
                  <a:gd name="T107"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 h="51">
                    <a:moveTo>
                      <a:pt x="6" y="13"/>
                    </a:moveTo>
                    <a:cubicBezTo>
                      <a:pt x="7" y="14"/>
                      <a:pt x="7" y="16"/>
                      <a:pt x="7" y="17"/>
                    </a:cubicBezTo>
                    <a:cubicBezTo>
                      <a:pt x="6" y="17"/>
                      <a:pt x="5" y="18"/>
                      <a:pt x="4" y="18"/>
                    </a:cubicBezTo>
                    <a:cubicBezTo>
                      <a:pt x="2" y="17"/>
                      <a:pt x="1" y="18"/>
                      <a:pt x="1" y="20"/>
                    </a:cubicBezTo>
                    <a:cubicBezTo>
                      <a:pt x="0" y="22"/>
                      <a:pt x="1" y="24"/>
                      <a:pt x="2" y="24"/>
                    </a:cubicBezTo>
                    <a:cubicBezTo>
                      <a:pt x="4" y="24"/>
                      <a:pt x="5" y="27"/>
                      <a:pt x="5" y="27"/>
                    </a:cubicBezTo>
                    <a:cubicBezTo>
                      <a:pt x="5" y="28"/>
                      <a:pt x="4" y="29"/>
                      <a:pt x="3" y="30"/>
                    </a:cubicBezTo>
                    <a:cubicBezTo>
                      <a:pt x="1" y="30"/>
                      <a:pt x="1" y="32"/>
                      <a:pt x="1" y="34"/>
                    </a:cubicBezTo>
                    <a:cubicBezTo>
                      <a:pt x="2" y="35"/>
                      <a:pt x="3" y="37"/>
                      <a:pt x="5" y="36"/>
                    </a:cubicBezTo>
                    <a:cubicBezTo>
                      <a:pt x="6" y="36"/>
                      <a:pt x="7" y="36"/>
                      <a:pt x="8" y="37"/>
                    </a:cubicBezTo>
                    <a:cubicBezTo>
                      <a:pt x="8" y="37"/>
                      <a:pt x="9" y="40"/>
                      <a:pt x="8" y="41"/>
                    </a:cubicBezTo>
                    <a:cubicBezTo>
                      <a:pt x="7" y="42"/>
                      <a:pt x="7" y="44"/>
                      <a:pt x="8" y="45"/>
                    </a:cubicBezTo>
                    <a:cubicBezTo>
                      <a:pt x="10" y="46"/>
                      <a:pt x="12" y="46"/>
                      <a:pt x="13" y="45"/>
                    </a:cubicBezTo>
                    <a:cubicBezTo>
                      <a:pt x="14" y="44"/>
                      <a:pt x="16" y="45"/>
                      <a:pt x="17" y="45"/>
                    </a:cubicBezTo>
                    <a:cubicBezTo>
                      <a:pt x="18" y="45"/>
                      <a:pt x="18" y="46"/>
                      <a:pt x="18" y="48"/>
                    </a:cubicBezTo>
                    <a:cubicBezTo>
                      <a:pt x="17" y="49"/>
                      <a:pt x="19" y="51"/>
                      <a:pt x="20" y="51"/>
                    </a:cubicBezTo>
                    <a:cubicBezTo>
                      <a:pt x="22" y="51"/>
                      <a:pt x="24" y="51"/>
                      <a:pt x="24" y="49"/>
                    </a:cubicBezTo>
                    <a:cubicBezTo>
                      <a:pt x="24" y="48"/>
                      <a:pt x="27" y="47"/>
                      <a:pt x="28" y="47"/>
                    </a:cubicBezTo>
                    <a:cubicBezTo>
                      <a:pt x="28" y="47"/>
                      <a:pt x="29" y="48"/>
                      <a:pt x="30" y="49"/>
                    </a:cubicBezTo>
                    <a:cubicBezTo>
                      <a:pt x="30" y="50"/>
                      <a:pt x="32" y="51"/>
                      <a:pt x="34" y="50"/>
                    </a:cubicBezTo>
                    <a:cubicBezTo>
                      <a:pt x="35" y="50"/>
                      <a:pt x="37" y="48"/>
                      <a:pt x="36" y="47"/>
                    </a:cubicBezTo>
                    <a:cubicBezTo>
                      <a:pt x="36" y="46"/>
                      <a:pt x="37" y="44"/>
                      <a:pt x="38" y="43"/>
                    </a:cubicBezTo>
                    <a:cubicBezTo>
                      <a:pt x="38" y="43"/>
                      <a:pt x="40" y="43"/>
                      <a:pt x="41" y="44"/>
                    </a:cubicBezTo>
                    <a:cubicBezTo>
                      <a:pt x="42" y="45"/>
                      <a:pt x="44" y="44"/>
                      <a:pt x="45" y="43"/>
                    </a:cubicBezTo>
                    <a:cubicBezTo>
                      <a:pt x="46" y="42"/>
                      <a:pt x="46" y="40"/>
                      <a:pt x="45" y="39"/>
                    </a:cubicBezTo>
                    <a:cubicBezTo>
                      <a:pt x="44" y="38"/>
                      <a:pt x="45" y="35"/>
                      <a:pt x="45" y="35"/>
                    </a:cubicBezTo>
                    <a:cubicBezTo>
                      <a:pt x="45" y="34"/>
                      <a:pt x="47" y="34"/>
                      <a:pt x="48" y="34"/>
                    </a:cubicBezTo>
                    <a:cubicBezTo>
                      <a:pt x="49" y="34"/>
                      <a:pt x="51" y="33"/>
                      <a:pt x="51" y="31"/>
                    </a:cubicBezTo>
                    <a:cubicBezTo>
                      <a:pt x="51" y="29"/>
                      <a:pt x="51" y="28"/>
                      <a:pt x="49" y="27"/>
                    </a:cubicBezTo>
                    <a:cubicBezTo>
                      <a:pt x="48" y="27"/>
                      <a:pt x="47" y="25"/>
                      <a:pt x="47" y="24"/>
                    </a:cubicBezTo>
                    <a:cubicBezTo>
                      <a:pt x="47" y="23"/>
                      <a:pt x="48" y="22"/>
                      <a:pt x="49" y="22"/>
                    </a:cubicBezTo>
                    <a:cubicBezTo>
                      <a:pt x="50" y="21"/>
                      <a:pt x="51" y="20"/>
                      <a:pt x="50" y="18"/>
                    </a:cubicBezTo>
                    <a:cubicBezTo>
                      <a:pt x="50" y="16"/>
                      <a:pt x="48" y="15"/>
                      <a:pt x="47" y="15"/>
                    </a:cubicBezTo>
                    <a:cubicBezTo>
                      <a:pt x="46" y="16"/>
                      <a:pt x="44" y="14"/>
                      <a:pt x="43" y="14"/>
                    </a:cubicBezTo>
                    <a:cubicBezTo>
                      <a:pt x="43" y="13"/>
                      <a:pt x="43" y="12"/>
                      <a:pt x="44" y="11"/>
                    </a:cubicBezTo>
                    <a:cubicBezTo>
                      <a:pt x="45" y="10"/>
                      <a:pt x="44" y="8"/>
                      <a:pt x="43" y="7"/>
                    </a:cubicBezTo>
                    <a:cubicBezTo>
                      <a:pt x="42" y="5"/>
                      <a:pt x="40" y="5"/>
                      <a:pt x="39" y="6"/>
                    </a:cubicBezTo>
                    <a:cubicBezTo>
                      <a:pt x="38" y="7"/>
                      <a:pt x="35" y="7"/>
                      <a:pt x="35" y="7"/>
                    </a:cubicBezTo>
                    <a:cubicBezTo>
                      <a:pt x="34" y="6"/>
                      <a:pt x="34" y="5"/>
                      <a:pt x="34" y="4"/>
                    </a:cubicBezTo>
                    <a:cubicBezTo>
                      <a:pt x="34" y="2"/>
                      <a:pt x="33" y="1"/>
                      <a:pt x="31" y="1"/>
                    </a:cubicBezTo>
                    <a:cubicBezTo>
                      <a:pt x="29" y="0"/>
                      <a:pt x="28" y="1"/>
                      <a:pt x="27" y="2"/>
                    </a:cubicBezTo>
                    <a:cubicBezTo>
                      <a:pt x="27" y="4"/>
                      <a:pt x="25" y="5"/>
                      <a:pt x="24" y="5"/>
                    </a:cubicBezTo>
                    <a:cubicBezTo>
                      <a:pt x="23" y="5"/>
                      <a:pt x="22" y="4"/>
                      <a:pt x="22" y="3"/>
                    </a:cubicBezTo>
                    <a:cubicBezTo>
                      <a:pt x="21" y="1"/>
                      <a:pt x="20" y="1"/>
                      <a:pt x="18" y="1"/>
                    </a:cubicBezTo>
                    <a:cubicBezTo>
                      <a:pt x="16" y="2"/>
                      <a:pt x="15" y="3"/>
                      <a:pt x="15" y="5"/>
                    </a:cubicBezTo>
                    <a:cubicBezTo>
                      <a:pt x="16" y="6"/>
                      <a:pt x="14" y="8"/>
                      <a:pt x="14" y="8"/>
                    </a:cubicBezTo>
                    <a:cubicBezTo>
                      <a:pt x="13" y="9"/>
                      <a:pt x="12" y="9"/>
                      <a:pt x="11" y="8"/>
                    </a:cubicBezTo>
                    <a:cubicBezTo>
                      <a:pt x="10" y="7"/>
                      <a:pt x="8" y="7"/>
                      <a:pt x="7" y="8"/>
                    </a:cubicBezTo>
                    <a:cubicBezTo>
                      <a:pt x="5" y="10"/>
                      <a:pt x="5" y="12"/>
                      <a:pt x="6" y="13"/>
                    </a:cubicBezTo>
                    <a:close/>
                    <a:moveTo>
                      <a:pt x="21" y="12"/>
                    </a:moveTo>
                    <a:cubicBezTo>
                      <a:pt x="29" y="9"/>
                      <a:pt x="37" y="13"/>
                      <a:pt x="40" y="21"/>
                    </a:cubicBezTo>
                    <a:cubicBezTo>
                      <a:pt x="42" y="29"/>
                      <a:pt x="38" y="37"/>
                      <a:pt x="30" y="40"/>
                    </a:cubicBezTo>
                    <a:cubicBezTo>
                      <a:pt x="23" y="42"/>
                      <a:pt x="14" y="38"/>
                      <a:pt x="12" y="30"/>
                    </a:cubicBezTo>
                    <a:cubicBezTo>
                      <a:pt x="9" y="23"/>
                      <a:pt x="13" y="14"/>
                      <a:pt x="21" y="1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sp>
            <p:nvSpPr>
              <p:cNvPr id="72" name="Freeform 6">
                <a:extLst>
                  <a:ext uri="{FF2B5EF4-FFF2-40B4-BE49-F238E27FC236}">
                    <a16:creationId xmlns:a16="http://schemas.microsoft.com/office/drawing/2014/main" id="{054313D0-E55B-28C5-EC07-C50DEC907A06}"/>
                  </a:ext>
                </a:extLst>
              </p:cNvPr>
              <p:cNvSpPr>
                <a:spLocks noEditPoints="1"/>
              </p:cNvSpPr>
              <p:nvPr/>
            </p:nvSpPr>
            <p:spPr bwMode="auto">
              <a:xfrm>
                <a:off x="5869508" y="1625997"/>
                <a:ext cx="207962" cy="207962"/>
              </a:xfrm>
              <a:custGeom>
                <a:avLst/>
                <a:gdLst>
                  <a:gd name="T0" fmla="*/ 4 w 33"/>
                  <a:gd name="T1" fmla="*/ 8 h 33"/>
                  <a:gd name="T2" fmla="*/ 4 w 33"/>
                  <a:gd name="T3" fmla="*/ 11 h 33"/>
                  <a:gd name="T4" fmla="*/ 2 w 33"/>
                  <a:gd name="T5" fmla="*/ 12 h 33"/>
                  <a:gd name="T6" fmla="*/ 0 w 33"/>
                  <a:gd name="T7" fmla="*/ 13 h 33"/>
                  <a:gd name="T8" fmla="*/ 1 w 33"/>
                  <a:gd name="T9" fmla="*/ 16 h 33"/>
                  <a:gd name="T10" fmla="*/ 3 w 33"/>
                  <a:gd name="T11" fmla="*/ 18 h 33"/>
                  <a:gd name="T12" fmla="*/ 1 w 33"/>
                  <a:gd name="T13" fmla="*/ 19 h 33"/>
                  <a:gd name="T14" fmla="*/ 0 w 33"/>
                  <a:gd name="T15" fmla="*/ 22 h 33"/>
                  <a:gd name="T16" fmla="*/ 3 w 33"/>
                  <a:gd name="T17" fmla="*/ 24 h 33"/>
                  <a:gd name="T18" fmla="*/ 5 w 33"/>
                  <a:gd name="T19" fmla="*/ 24 h 33"/>
                  <a:gd name="T20" fmla="*/ 5 w 33"/>
                  <a:gd name="T21" fmla="*/ 27 h 33"/>
                  <a:gd name="T22" fmla="*/ 5 w 33"/>
                  <a:gd name="T23" fmla="*/ 29 h 33"/>
                  <a:gd name="T24" fmla="*/ 8 w 33"/>
                  <a:gd name="T25" fmla="*/ 30 h 33"/>
                  <a:gd name="T26" fmla="*/ 10 w 33"/>
                  <a:gd name="T27" fmla="*/ 29 h 33"/>
                  <a:gd name="T28" fmla="*/ 11 w 33"/>
                  <a:gd name="T29" fmla="*/ 31 h 33"/>
                  <a:gd name="T30" fmla="*/ 13 w 33"/>
                  <a:gd name="T31" fmla="*/ 33 h 33"/>
                  <a:gd name="T32" fmla="*/ 15 w 33"/>
                  <a:gd name="T33" fmla="*/ 32 h 33"/>
                  <a:gd name="T34" fmla="*/ 17 w 33"/>
                  <a:gd name="T35" fmla="*/ 30 h 33"/>
                  <a:gd name="T36" fmla="*/ 19 w 33"/>
                  <a:gd name="T37" fmla="*/ 32 h 33"/>
                  <a:gd name="T38" fmla="*/ 21 w 33"/>
                  <a:gd name="T39" fmla="*/ 33 h 33"/>
                  <a:gd name="T40" fmla="*/ 23 w 33"/>
                  <a:gd name="T41" fmla="*/ 31 h 33"/>
                  <a:gd name="T42" fmla="*/ 24 w 33"/>
                  <a:gd name="T43" fmla="*/ 28 h 33"/>
                  <a:gd name="T44" fmla="*/ 26 w 33"/>
                  <a:gd name="T45" fmla="*/ 29 h 33"/>
                  <a:gd name="T46" fmla="*/ 29 w 33"/>
                  <a:gd name="T47" fmla="*/ 28 h 33"/>
                  <a:gd name="T48" fmla="*/ 29 w 33"/>
                  <a:gd name="T49" fmla="*/ 25 h 33"/>
                  <a:gd name="T50" fmla="*/ 28 w 33"/>
                  <a:gd name="T51" fmla="*/ 23 h 33"/>
                  <a:gd name="T52" fmla="*/ 30 w 33"/>
                  <a:gd name="T53" fmla="*/ 22 h 33"/>
                  <a:gd name="T54" fmla="*/ 32 w 33"/>
                  <a:gd name="T55" fmla="*/ 20 h 33"/>
                  <a:gd name="T56" fmla="*/ 31 w 33"/>
                  <a:gd name="T57" fmla="*/ 18 h 33"/>
                  <a:gd name="T58" fmla="*/ 30 w 33"/>
                  <a:gd name="T59" fmla="*/ 16 h 33"/>
                  <a:gd name="T60" fmla="*/ 31 w 33"/>
                  <a:gd name="T61" fmla="*/ 14 h 33"/>
                  <a:gd name="T62" fmla="*/ 32 w 33"/>
                  <a:gd name="T63" fmla="*/ 12 h 33"/>
                  <a:gd name="T64" fmla="*/ 30 w 33"/>
                  <a:gd name="T65" fmla="*/ 10 h 33"/>
                  <a:gd name="T66" fmla="*/ 27 w 33"/>
                  <a:gd name="T67" fmla="*/ 9 h 33"/>
                  <a:gd name="T68" fmla="*/ 28 w 33"/>
                  <a:gd name="T69" fmla="*/ 7 h 33"/>
                  <a:gd name="T70" fmla="*/ 27 w 33"/>
                  <a:gd name="T71" fmla="*/ 5 h 33"/>
                  <a:gd name="T72" fmla="*/ 25 w 33"/>
                  <a:gd name="T73" fmla="*/ 4 h 33"/>
                  <a:gd name="T74" fmla="*/ 22 w 33"/>
                  <a:gd name="T75" fmla="*/ 5 h 33"/>
                  <a:gd name="T76" fmla="*/ 22 w 33"/>
                  <a:gd name="T77" fmla="*/ 3 h 33"/>
                  <a:gd name="T78" fmla="*/ 20 w 33"/>
                  <a:gd name="T79" fmla="*/ 1 h 33"/>
                  <a:gd name="T80" fmla="*/ 17 w 33"/>
                  <a:gd name="T81" fmla="*/ 2 h 33"/>
                  <a:gd name="T82" fmla="*/ 15 w 33"/>
                  <a:gd name="T83" fmla="*/ 3 h 33"/>
                  <a:gd name="T84" fmla="*/ 14 w 33"/>
                  <a:gd name="T85" fmla="*/ 2 h 33"/>
                  <a:gd name="T86" fmla="*/ 11 w 33"/>
                  <a:gd name="T87" fmla="*/ 1 h 33"/>
                  <a:gd name="T88" fmla="*/ 10 w 33"/>
                  <a:gd name="T89" fmla="*/ 3 h 33"/>
                  <a:gd name="T90" fmla="*/ 8 w 33"/>
                  <a:gd name="T91" fmla="*/ 6 h 33"/>
                  <a:gd name="T92" fmla="*/ 7 w 33"/>
                  <a:gd name="T93" fmla="*/ 5 h 33"/>
                  <a:gd name="T94" fmla="*/ 4 w 33"/>
                  <a:gd name="T95" fmla="*/ 6 h 33"/>
                  <a:gd name="T96" fmla="*/ 4 w 33"/>
                  <a:gd name="T97" fmla="*/ 8 h 33"/>
                  <a:gd name="T98" fmla="*/ 13 w 33"/>
                  <a:gd name="T99" fmla="*/ 8 h 33"/>
                  <a:gd name="T100" fmla="*/ 25 w 33"/>
                  <a:gd name="T101" fmla="*/ 14 h 33"/>
                  <a:gd name="T102" fmla="*/ 19 w 33"/>
                  <a:gd name="T103" fmla="*/ 26 h 33"/>
                  <a:gd name="T104" fmla="*/ 7 w 33"/>
                  <a:gd name="T105" fmla="*/ 20 h 33"/>
                  <a:gd name="T106" fmla="*/ 13 w 33"/>
                  <a:gd name="T107" fmla="*/ 8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3" h="33">
                    <a:moveTo>
                      <a:pt x="4" y="8"/>
                    </a:moveTo>
                    <a:cubicBezTo>
                      <a:pt x="4" y="9"/>
                      <a:pt x="4" y="11"/>
                      <a:pt x="4" y="11"/>
                    </a:cubicBezTo>
                    <a:cubicBezTo>
                      <a:pt x="4" y="12"/>
                      <a:pt x="3" y="12"/>
                      <a:pt x="2" y="12"/>
                    </a:cubicBezTo>
                    <a:cubicBezTo>
                      <a:pt x="1" y="11"/>
                      <a:pt x="0" y="12"/>
                      <a:pt x="0" y="13"/>
                    </a:cubicBezTo>
                    <a:cubicBezTo>
                      <a:pt x="0" y="15"/>
                      <a:pt x="0" y="16"/>
                      <a:pt x="1" y="16"/>
                    </a:cubicBezTo>
                    <a:cubicBezTo>
                      <a:pt x="2" y="16"/>
                      <a:pt x="3" y="18"/>
                      <a:pt x="3" y="18"/>
                    </a:cubicBezTo>
                    <a:cubicBezTo>
                      <a:pt x="3" y="19"/>
                      <a:pt x="2" y="19"/>
                      <a:pt x="1" y="19"/>
                    </a:cubicBezTo>
                    <a:cubicBezTo>
                      <a:pt x="0" y="20"/>
                      <a:pt x="0" y="21"/>
                      <a:pt x="0" y="22"/>
                    </a:cubicBezTo>
                    <a:cubicBezTo>
                      <a:pt x="1" y="23"/>
                      <a:pt x="2" y="24"/>
                      <a:pt x="3" y="24"/>
                    </a:cubicBezTo>
                    <a:cubicBezTo>
                      <a:pt x="3" y="23"/>
                      <a:pt x="4" y="23"/>
                      <a:pt x="5" y="24"/>
                    </a:cubicBezTo>
                    <a:cubicBezTo>
                      <a:pt x="5" y="24"/>
                      <a:pt x="5" y="26"/>
                      <a:pt x="5" y="27"/>
                    </a:cubicBezTo>
                    <a:cubicBezTo>
                      <a:pt x="4" y="27"/>
                      <a:pt x="4" y="28"/>
                      <a:pt x="5" y="29"/>
                    </a:cubicBezTo>
                    <a:cubicBezTo>
                      <a:pt x="6" y="30"/>
                      <a:pt x="7" y="30"/>
                      <a:pt x="8" y="30"/>
                    </a:cubicBezTo>
                    <a:cubicBezTo>
                      <a:pt x="8" y="29"/>
                      <a:pt x="10" y="29"/>
                      <a:pt x="10" y="29"/>
                    </a:cubicBezTo>
                    <a:cubicBezTo>
                      <a:pt x="11" y="29"/>
                      <a:pt x="11" y="30"/>
                      <a:pt x="11" y="31"/>
                    </a:cubicBezTo>
                    <a:cubicBezTo>
                      <a:pt x="11" y="32"/>
                      <a:pt x="12" y="33"/>
                      <a:pt x="13" y="33"/>
                    </a:cubicBezTo>
                    <a:cubicBezTo>
                      <a:pt x="14" y="33"/>
                      <a:pt x="15" y="33"/>
                      <a:pt x="15" y="32"/>
                    </a:cubicBezTo>
                    <a:cubicBezTo>
                      <a:pt x="15" y="31"/>
                      <a:pt x="17" y="30"/>
                      <a:pt x="17" y="30"/>
                    </a:cubicBezTo>
                    <a:cubicBezTo>
                      <a:pt x="18" y="30"/>
                      <a:pt x="18" y="31"/>
                      <a:pt x="19" y="32"/>
                    </a:cubicBezTo>
                    <a:cubicBezTo>
                      <a:pt x="19" y="33"/>
                      <a:pt x="20" y="33"/>
                      <a:pt x="21" y="33"/>
                    </a:cubicBezTo>
                    <a:cubicBezTo>
                      <a:pt x="22" y="32"/>
                      <a:pt x="23" y="31"/>
                      <a:pt x="23" y="31"/>
                    </a:cubicBezTo>
                    <a:cubicBezTo>
                      <a:pt x="23" y="30"/>
                      <a:pt x="24" y="28"/>
                      <a:pt x="24" y="28"/>
                    </a:cubicBezTo>
                    <a:cubicBezTo>
                      <a:pt x="24" y="28"/>
                      <a:pt x="25" y="28"/>
                      <a:pt x="26" y="29"/>
                    </a:cubicBezTo>
                    <a:cubicBezTo>
                      <a:pt x="27" y="29"/>
                      <a:pt x="28" y="29"/>
                      <a:pt x="29" y="28"/>
                    </a:cubicBezTo>
                    <a:cubicBezTo>
                      <a:pt x="29" y="27"/>
                      <a:pt x="29" y="26"/>
                      <a:pt x="29" y="25"/>
                    </a:cubicBezTo>
                    <a:cubicBezTo>
                      <a:pt x="28" y="25"/>
                      <a:pt x="28" y="23"/>
                      <a:pt x="28" y="23"/>
                    </a:cubicBezTo>
                    <a:cubicBezTo>
                      <a:pt x="29" y="22"/>
                      <a:pt x="30" y="22"/>
                      <a:pt x="30" y="22"/>
                    </a:cubicBezTo>
                    <a:cubicBezTo>
                      <a:pt x="31" y="22"/>
                      <a:pt x="32" y="22"/>
                      <a:pt x="32" y="20"/>
                    </a:cubicBezTo>
                    <a:cubicBezTo>
                      <a:pt x="33" y="19"/>
                      <a:pt x="32" y="18"/>
                      <a:pt x="31" y="18"/>
                    </a:cubicBezTo>
                    <a:cubicBezTo>
                      <a:pt x="30" y="18"/>
                      <a:pt x="30" y="16"/>
                      <a:pt x="30" y="16"/>
                    </a:cubicBezTo>
                    <a:cubicBezTo>
                      <a:pt x="30" y="15"/>
                      <a:pt x="30" y="15"/>
                      <a:pt x="31" y="14"/>
                    </a:cubicBezTo>
                    <a:cubicBezTo>
                      <a:pt x="32" y="14"/>
                      <a:pt x="32" y="13"/>
                      <a:pt x="32" y="12"/>
                    </a:cubicBezTo>
                    <a:cubicBezTo>
                      <a:pt x="32" y="11"/>
                      <a:pt x="31" y="10"/>
                      <a:pt x="30" y="10"/>
                    </a:cubicBezTo>
                    <a:cubicBezTo>
                      <a:pt x="29" y="11"/>
                      <a:pt x="28" y="10"/>
                      <a:pt x="27" y="9"/>
                    </a:cubicBezTo>
                    <a:cubicBezTo>
                      <a:pt x="27" y="9"/>
                      <a:pt x="27" y="8"/>
                      <a:pt x="28" y="7"/>
                    </a:cubicBezTo>
                    <a:cubicBezTo>
                      <a:pt x="28" y="7"/>
                      <a:pt x="28" y="5"/>
                      <a:pt x="27" y="5"/>
                    </a:cubicBezTo>
                    <a:cubicBezTo>
                      <a:pt x="26" y="4"/>
                      <a:pt x="25" y="4"/>
                      <a:pt x="25" y="4"/>
                    </a:cubicBezTo>
                    <a:cubicBezTo>
                      <a:pt x="24" y="5"/>
                      <a:pt x="22" y="5"/>
                      <a:pt x="22" y="5"/>
                    </a:cubicBezTo>
                    <a:cubicBezTo>
                      <a:pt x="22" y="4"/>
                      <a:pt x="21" y="4"/>
                      <a:pt x="22" y="3"/>
                    </a:cubicBezTo>
                    <a:cubicBezTo>
                      <a:pt x="22" y="2"/>
                      <a:pt x="21" y="1"/>
                      <a:pt x="20" y="1"/>
                    </a:cubicBezTo>
                    <a:cubicBezTo>
                      <a:pt x="19" y="0"/>
                      <a:pt x="17" y="1"/>
                      <a:pt x="17" y="2"/>
                    </a:cubicBezTo>
                    <a:cubicBezTo>
                      <a:pt x="17" y="3"/>
                      <a:pt x="16" y="3"/>
                      <a:pt x="15" y="3"/>
                    </a:cubicBezTo>
                    <a:cubicBezTo>
                      <a:pt x="15" y="3"/>
                      <a:pt x="14" y="3"/>
                      <a:pt x="14" y="2"/>
                    </a:cubicBezTo>
                    <a:cubicBezTo>
                      <a:pt x="13" y="1"/>
                      <a:pt x="12" y="1"/>
                      <a:pt x="11" y="1"/>
                    </a:cubicBezTo>
                    <a:cubicBezTo>
                      <a:pt x="10" y="2"/>
                      <a:pt x="9" y="2"/>
                      <a:pt x="10" y="3"/>
                    </a:cubicBezTo>
                    <a:cubicBezTo>
                      <a:pt x="10" y="4"/>
                      <a:pt x="9" y="5"/>
                      <a:pt x="8" y="6"/>
                    </a:cubicBezTo>
                    <a:cubicBezTo>
                      <a:pt x="8" y="6"/>
                      <a:pt x="7" y="6"/>
                      <a:pt x="7" y="5"/>
                    </a:cubicBezTo>
                    <a:cubicBezTo>
                      <a:pt x="6" y="5"/>
                      <a:pt x="5" y="5"/>
                      <a:pt x="4" y="6"/>
                    </a:cubicBezTo>
                    <a:cubicBezTo>
                      <a:pt x="3" y="7"/>
                      <a:pt x="3" y="8"/>
                      <a:pt x="4" y="8"/>
                    </a:cubicBezTo>
                    <a:close/>
                    <a:moveTo>
                      <a:pt x="13" y="8"/>
                    </a:moveTo>
                    <a:cubicBezTo>
                      <a:pt x="18" y="6"/>
                      <a:pt x="24" y="9"/>
                      <a:pt x="25" y="14"/>
                    </a:cubicBezTo>
                    <a:cubicBezTo>
                      <a:pt x="27" y="19"/>
                      <a:pt x="24" y="24"/>
                      <a:pt x="19" y="26"/>
                    </a:cubicBezTo>
                    <a:cubicBezTo>
                      <a:pt x="14" y="28"/>
                      <a:pt x="9" y="25"/>
                      <a:pt x="7" y="20"/>
                    </a:cubicBezTo>
                    <a:cubicBezTo>
                      <a:pt x="6" y="15"/>
                      <a:pt x="8" y="9"/>
                      <a:pt x="13" y="8"/>
                    </a:cubicBezTo>
                    <a:close/>
                  </a:path>
                </a:pathLst>
              </a:custGeom>
              <a:solidFill>
                <a:schemeClr val="bg1"/>
              </a:solidFill>
              <a:ln>
                <a:noFill/>
              </a:ln>
            </p:spPr>
            <p:txBody>
              <a:bodyPr/>
              <a:lstStyle/>
              <a:p>
                <a:pPr fontAlgn="auto">
                  <a:spcBef>
                    <a:spcPts val="0"/>
                  </a:spcBef>
                  <a:spcAft>
                    <a:spcPts val="0"/>
                  </a:spcAft>
                  <a:defRPr/>
                </a:pPr>
                <a:endParaRPr lang="zh-CN" altLang="en-US">
                  <a:solidFill>
                    <a:prstClr val="black"/>
                  </a:solidFill>
                  <a:latin typeface="+mn-lt"/>
                  <a:ea typeface="+mn-ea"/>
                </a:endParaRPr>
              </a:p>
            </p:txBody>
          </p:sp>
          <p:sp>
            <p:nvSpPr>
              <p:cNvPr id="73" name="Freeform 7">
                <a:extLst>
                  <a:ext uri="{FF2B5EF4-FFF2-40B4-BE49-F238E27FC236}">
                    <a16:creationId xmlns:a16="http://schemas.microsoft.com/office/drawing/2014/main" id="{FF5DBE8F-588E-9A2D-4431-CCD801B0E246}"/>
                  </a:ext>
                </a:extLst>
              </p:cNvPr>
              <p:cNvSpPr>
                <a:spLocks noEditPoints="1"/>
              </p:cNvSpPr>
              <p:nvPr/>
            </p:nvSpPr>
            <p:spPr bwMode="auto">
              <a:xfrm>
                <a:off x="5869508" y="1833959"/>
                <a:ext cx="157162" cy="163513"/>
              </a:xfrm>
              <a:custGeom>
                <a:avLst/>
                <a:gdLst>
                  <a:gd name="T0" fmla="*/ 3 w 25"/>
                  <a:gd name="T1" fmla="*/ 6 h 26"/>
                  <a:gd name="T2" fmla="*/ 3 w 25"/>
                  <a:gd name="T3" fmla="*/ 8 h 26"/>
                  <a:gd name="T4" fmla="*/ 2 w 25"/>
                  <a:gd name="T5" fmla="*/ 9 h 26"/>
                  <a:gd name="T6" fmla="*/ 0 w 25"/>
                  <a:gd name="T7" fmla="*/ 10 h 26"/>
                  <a:gd name="T8" fmla="*/ 1 w 25"/>
                  <a:gd name="T9" fmla="*/ 12 h 26"/>
                  <a:gd name="T10" fmla="*/ 2 w 25"/>
                  <a:gd name="T11" fmla="*/ 14 h 26"/>
                  <a:gd name="T12" fmla="*/ 1 w 25"/>
                  <a:gd name="T13" fmla="*/ 15 h 26"/>
                  <a:gd name="T14" fmla="*/ 0 w 25"/>
                  <a:gd name="T15" fmla="*/ 17 h 26"/>
                  <a:gd name="T16" fmla="*/ 2 w 25"/>
                  <a:gd name="T17" fmla="*/ 18 h 26"/>
                  <a:gd name="T18" fmla="*/ 4 w 25"/>
                  <a:gd name="T19" fmla="*/ 18 h 26"/>
                  <a:gd name="T20" fmla="*/ 4 w 25"/>
                  <a:gd name="T21" fmla="*/ 20 h 26"/>
                  <a:gd name="T22" fmla="*/ 4 w 25"/>
                  <a:gd name="T23" fmla="*/ 22 h 26"/>
                  <a:gd name="T24" fmla="*/ 6 w 25"/>
                  <a:gd name="T25" fmla="*/ 23 h 26"/>
                  <a:gd name="T26" fmla="*/ 8 w 25"/>
                  <a:gd name="T27" fmla="*/ 22 h 26"/>
                  <a:gd name="T28" fmla="*/ 9 w 25"/>
                  <a:gd name="T29" fmla="*/ 24 h 26"/>
                  <a:gd name="T30" fmla="*/ 10 w 25"/>
                  <a:gd name="T31" fmla="*/ 25 h 26"/>
                  <a:gd name="T32" fmla="*/ 12 w 25"/>
                  <a:gd name="T33" fmla="*/ 24 h 26"/>
                  <a:gd name="T34" fmla="*/ 13 w 25"/>
                  <a:gd name="T35" fmla="*/ 23 h 26"/>
                  <a:gd name="T36" fmla="*/ 15 w 25"/>
                  <a:gd name="T37" fmla="*/ 24 h 26"/>
                  <a:gd name="T38" fmla="*/ 17 w 25"/>
                  <a:gd name="T39" fmla="*/ 25 h 26"/>
                  <a:gd name="T40" fmla="*/ 18 w 25"/>
                  <a:gd name="T41" fmla="*/ 23 h 26"/>
                  <a:gd name="T42" fmla="*/ 19 w 25"/>
                  <a:gd name="T43" fmla="*/ 21 h 26"/>
                  <a:gd name="T44" fmla="*/ 20 w 25"/>
                  <a:gd name="T45" fmla="*/ 22 h 26"/>
                  <a:gd name="T46" fmla="*/ 22 w 25"/>
                  <a:gd name="T47" fmla="*/ 21 h 26"/>
                  <a:gd name="T48" fmla="*/ 22 w 25"/>
                  <a:gd name="T49" fmla="*/ 19 h 26"/>
                  <a:gd name="T50" fmla="*/ 22 w 25"/>
                  <a:gd name="T51" fmla="*/ 17 h 26"/>
                  <a:gd name="T52" fmla="*/ 24 w 25"/>
                  <a:gd name="T53" fmla="*/ 17 h 26"/>
                  <a:gd name="T54" fmla="*/ 25 w 25"/>
                  <a:gd name="T55" fmla="*/ 16 h 26"/>
                  <a:gd name="T56" fmla="*/ 24 w 25"/>
                  <a:gd name="T57" fmla="*/ 14 h 26"/>
                  <a:gd name="T58" fmla="*/ 23 w 25"/>
                  <a:gd name="T59" fmla="*/ 12 h 26"/>
                  <a:gd name="T60" fmla="*/ 24 w 25"/>
                  <a:gd name="T61" fmla="*/ 11 h 26"/>
                  <a:gd name="T62" fmla="*/ 25 w 25"/>
                  <a:gd name="T63" fmla="*/ 9 h 26"/>
                  <a:gd name="T64" fmla="*/ 23 w 25"/>
                  <a:gd name="T65" fmla="*/ 8 h 26"/>
                  <a:gd name="T66" fmla="*/ 21 w 25"/>
                  <a:gd name="T67" fmla="*/ 7 h 26"/>
                  <a:gd name="T68" fmla="*/ 22 w 25"/>
                  <a:gd name="T69" fmla="*/ 5 h 26"/>
                  <a:gd name="T70" fmla="*/ 21 w 25"/>
                  <a:gd name="T71" fmla="*/ 3 h 26"/>
                  <a:gd name="T72" fmla="*/ 19 w 25"/>
                  <a:gd name="T73" fmla="*/ 3 h 26"/>
                  <a:gd name="T74" fmla="*/ 17 w 25"/>
                  <a:gd name="T75" fmla="*/ 3 h 26"/>
                  <a:gd name="T76" fmla="*/ 17 w 25"/>
                  <a:gd name="T77" fmla="*/ 2 h 26"/>
                  <a:gd name="T78" fmla="*/ 15 w 25"/>
                  <a:gd name="T79" fmla="*/ 0 h 26"/>
                  <a:gd name="T80" fmla="*/ 13 w 25"/>
                  <a:gd name="T81" fmla="*/ 1 h 26"/>
                  <a:gd name="T82" fmla="*/ 12 w 25"/>
                  <a:gd name="T83" fmla="*/ 2 h 26"/>
                  <a:gd name="T84" fmla="*/ 11 w 25"/>
                  <a:gd name="T85" fmla="*/ 1 h 26"/>
                  <a:gd name="T86" fmla="*/ 9 w 25"/>
                  <a:gd name="T87" fmla="*/ 1 h 26"/>
                  <a:gd name="T88" fmla="*/ 7 w 25"/>
                  <a:gd name="T89" fmla="*/ 2 h 26"/>
                  <a:gd name="T90" fmla="*/ 7 w 25"/>
                  <a:gd name="T91" fmla="*/ 4 h 26"/>
                  <a:gd name="T92" fmla="*/ 5 w 25"/>
                  <a:gd name="T93" fmla="*/ 4 h 26"/>
                  <a:gd name="T94" fmla="*/ 3 w 25"/>
                  <a:gd name="T95" fmla="*/ 4 h 26"/>
                  <a:gd name="T96" fmla="*/ 3 w 25"/>
                  <a:gd name="T97" fmla="*/ 6 h 26"/>
                  <a:gd name="T98" fmla="*/ 10 w 25"/>
                  <a:gd name="T99" fmla="*/ 6 h 26"/>
                  <a:gd name="T100" fmla="*/ 20 w 25"/>
                  <a:gd name="T101" fmla="*/ 11 h 26"/>
                  <a:gd name="T102" fmla="*/ 15 w 25"/>
                  <a:gd name="T103" fmla="*/ 20 h 26"/>
                  <a:gd name="T104" fmla="*/ 6 w 25"/>
                  <a:gd name="T105" fmla="*/ 15 h 26"/>
                  <a:gd name="T106" fmla="*/ 10 w 25"/>
                  <a:gd name="T107" fmla="*/ 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 h="26">
                    <a:moveTo>
                      <a:pt x="3" y="6"/>
                    </a:moveTo>
                    <a:cubicBezTo>
                      <a:pt x="3" y="7"/>
                      <a:pt x="3" y="8"/>
                      <a:pt x="3" y="8"/>
                    </a:cubicBezTo>
                    <a:cubicBezTo>
                      <a:pt x="3" y="9"/>
                      <a:pt x="2" y="9"/>
                      <a:pt x="2" y="9"/>
                    </a:cubicBezTo>
                    <a:cubicBezTo>
                      <a:pt x="1" y="9"/>
                      <a:pt x="0" y="9"/>
                      <a:pt x="0" y="10"/>
                    </a:cubicBezTo>
                    <a:cubicBezTo>
                      <a:pt x="0" y="11"/>
                      <a:pt x="0" y="12"/>
                      <a:pt x="1" y="12"/>
                    </a:cubicBezTo>
                    <a:cubicBezTo>
                      <a:pt x="2" y="12"/>
                      <a:pt x="2" y="13"/>
                      <a:pt x="2" y="14"/>
                    </a:cubicBezTo>
                    <a:cubicBezTo>
                      <a:pt x="2" y="14"/>
                      <a:pt x="2" y="15"/>
                      <a:pt x="1" y="15"/>
                    </a:cubicBezTo>
                    <a:cubicBezTo>
                      <a:pt x="0" y="15"/>
                      <a:pt x="0" y="16"/>
                      <a:pt x="0" y="17"/>
                    </a:cubicBezTo>
                    <a:cubicBezTo>
                      <a:pt x="1" y="18"/>
                      <a:pt x="2" y="18"/>
                      <a:pt x="2" y="18"/>
                    </a:cubicBezTo>
                    <a:cubicBezTo>
                      <a:pt x="3" y="18"/>
                      <a:pt x="3" y="18"/>
                      <a:pt x="4" y="18"/>
                    </a:cubicBezTo>
                    <a:cubicBezTo>
                      <a:pt x="4" y="19"/>
                      <a:pt x="4" y="20"/>
                      <a:pt x="4" y="20"/>
                    </a:cubicBezTo>
                    <a:cubicBezTo>
                      <a:pt x="3" y="21"/>
                      <a:pt x="3" y="22"/>
                      <a:pt x="4" y="22"/>
                    </a:cubicBezTo>
                    <a:cubicBezTo>
                      <a:pt x="5" y="23"/>
                      <a:pt x="6" y="23"/>
                      <a:pt x="6" y="23"/>
                    </a:cubicBezTo>
                    <a:cubicBezTo>
                      <a:pt x="7" y="22"/>
                      <a:pt x="8" y="22"/>
                      <a:pt x="8" y="22"/>
                    </a:cubicBezTo>
                    <a:cubicBezTo>
                      <a:pt x="9" y="22"/>
                      <a:pt x="9" y="23"/>
                      <a:pt x="9" y="24"/>
                    </a:cubicBezTo>
                    <a:cubicBezTo>
                      <a:pt x="8" y="24"/>
                      <a:pt x="9" y="25"/>
                      <a:pt x="10" y="25"/>
                    </a:cubicBezTo>
                    <a:cubicBezTo>
                      <a:pt x="11" y="26"/>
                      <a:pt x="12" y="25"/>
                      <a:pt x="12" y="24"/>
                    </a:cubicBezTo>
                    <a:cubicBezTo>
                      <a:pt x="12" y="24"/>
                      <a:pt x="13" y="23"/>
                      <a:pt x="13" y="23"/>
                    </a:cubicBezTo>
                    <a:cubicBezTo>
                      <a:pt x="14" y="23"/>
                      <a:pt x="14" y="24"/>
                      <a:pt x="15" y="24"/>
                    </a:cubicBezTo>
                    <a:cubicBezTo>
                      <a:pt x="15" y="25"/>
                      <a:pt x="16" y="25"/>
                      <a:pt x="17" y="25"/>
                    </a:cubicBezTo>
                    <a:cubicBezTo>
                      <a:pt x="17" y="25"/>
                      <a:pt x="18" y="24"/>
                      <a:pt x="18" y="23"/>
                    </a:cubicBezTo>
                    <a:cubicBezTo>
                      <a:pt x="18" y="23"/>
                      <a:pt x="18" y="22"/>
                      <a:pt x="19" y="21"/>
                    </a:cubicBezTo>
                    <a:cubicBezTo>
                      <a:pt x="19" y="21"/>
                      <a:pt x="20" y="21"/>
                      <a:pt x="20" y="22"/>
                    </a:cubicBezTo>
                    <a:cubicBezTo>
                      <a:pt x="21" y="22"/>
                      <a:pt x="21" y="22"/>
                      <a:pt x="22" y="21"/>
                    </a:cubicBezTo>
                    <a:cubicBezTo>
                      <a:pt x="23" y="21"/>
                      <a:pt x="23" y="20"/>
                      <a:pt x="22" y="19"/>
                    </a:cubicBezTo>
                    <a:cubicBezTo>
                      <a:pt x="22" y="19"/>
                      <a:pt x="22" y="18"/>
                      <a:pt x="22" y="17"/>
                    </a:cubicBezTo>
                    <a:cubicBezTo>
                      <a:pt x="22" y="17"/>
                      <a:pt x="23" y="17"/>
                      <a:pt x="24" y="17"/>
                    </a:cubicBezTo>
                    <a:cubicBezTo>
                      <a:pt x="24" y="17"/>
                      <a:pt x="25" y="16"/>
                      <a:pt x="25" y="16"/>
                    </a:cubicBezTo>
                    <a:cubicBezTo>
                      <a:pt x="25" y="15"/>
                      <a:pt x="25" y="14"/>
                      <a:pt x="24" y="14"/>
                    </a:cubicBezTo>
                    <a:cubicBezTo>
                      <a:pt x="24" y="14"/>
                      <a:pt x="23" y="12"/>
                      <a:pt x="23" y="12"/>
                    </a:cubicBezTo>
                    <a:cubicBezTo>
                      <a:pt x="23" y="12"/>
                      <a:pt x="23" y="11"/>
                      <a:pt x="24" y="11"/>
                    </a:cubicBezTo>
                    <a:cubicBezTo>
                      <a:pt x="25" y="11"/>
                      <a:pt x="25" y="10"/>
                      <a:pt x="25" y="9"/>
                    </a:cubicBezTo>
                    <a:cubicBezTo>
                      <a:pt x="24" y="8"/>
                      <a:pt x="24" y="8"/>
                      <a:pt x="23" y="8"/>
                    </a:cubicBezTo>
                    <a:cubicBezTo>
                      <a:pt x="22" y="8"/>
                      <a:pt x="21" y="7"/>
                      <a:pt x="21" y="7"/>
                    </a:cubicBezTo>
                    <a:cubicBezTo>
                      <a:pt x="21" y="7"/>
                      <a:pt x="21" y="6"/>
                      <a:pt x="22" y="5"/>
                    </a:cubicBezTo>
                    <a:cubicBezTo>
                      <a:pt x="22" y="5"/>
                      <a:pt x="22" y="4"/>
                      <a:pt x="21" y="3"/>
                    </a:cubicBezTo>
                    <a:cubicBezTo>
                      <a:pt x="20" y="3"/>
                      <a:pt x="20" y="3"/>
                      <a:pt x="19" y="3"/>
                    </a:cubicBezTo>
                    <a:cubicBezTo>
                      <a:pt x="19" y="4"/>
                      <a:pt x="17" y="4"/>
                      <a:pt x="17" y="3"/>
                    </a:cubicBezTo>
                    <a:cubicBezTo>
                      <a:pt x="17" y="3"/>
                      <a:pt x="17" y="3"/>
                      <a:pt x="17" y="2"/>
                    </a:cubicBezTo>
                    <a:cubicBezTo>
                      <a:pt x="17" y="1"/>
                      <a:pt x="16" y="1"/>
                      <a:pt x="15" y="0"/>
                    </a:cubicBezTo>
                    <a:cubicBezTo>
                      <a:pt x="14" y="0"/>
                      <a:pt x="14" y="1"/>
                      <a:pt x="13" y="1"/>
                    </a:cubicBezTo>
                    <a:cubicBezTo>
                      <a:pt x="13" y="2"/>
                      <a:pt x="12" y="2"/>
                      <a:pt x="12" y="2"/>
                    </a:cubicBezTo>
                    <a:cubicBezTo>
                      <a:pt x="11" y="3"/>
                      <a:pt x="11" y="2"/>
                      <a:pt x="11" y="1"/>
                    </a:cubicBezTo>
                    <a:cubicBezTo>
                      <a:pt x="10" y="1"/>
                      <a:pt x="10" y="0"/>
                      <a:pt x="9" y="1"/>
                    </a:cubicBezTo>
                    <a:cubicBezTo>
                      <a:pt x="8" y="1"/>
                      <a:pt x="7" y="2"/>
                      <a:pt x="7" y="2"/>
                    </a:cubicBezTo>
                    <a:cubicBezTo>
                      <a:pt x="8" y="3"/>
                      <a:pt x="7" y="4"/>
                      <a:pt x="7" y="4"/>
                    </a:cubicBezTo>
                    <a:cubicBezTo>
                      <a:pt x="6" y="5"/>
                      <a:pt x="6" y="4"/>
                      <a:pt x="5" y="4"/>
                    </a:cubicBezTo>
                    <a:cubicBezTo>
                      <a:pt x="5" y="3"/>
                      <a:pt x="4" y="4"/>
                      <a:pt x="3" y="4"/>
                    </a:cubicBezTo>
                    <a:cubicBezTo>
                      <a:pt x="3" y="5"/>
                      <a:pt x="2" y="6"/>
                      <a:pt x="3" y="6"/>
                    </a:cubicBezTo>
                    <a:close/>
                    <a:moveTo>
                      <a:pt x="10" y="6"/>
                    </a:moveTo>
                    <a:cubicBezTo>
                      <a:pt x="14" y="5"/>
                      <a:pt x="18" y="7"/>
                      <a:pt x="20" y="11"/>
                    </a:cubicBezTo>
                    <a:cubicBezTo>
                      <a:pt x="21" y="14"/>
                      <a:pt x="19" y="19"/>
                      <a:pt x="15" y="20"/>
                    </a:cubicBezTo>
                    <a:cubicBezTo>
                      <a:pt x="11" y="21"/>
                      <a:pt x="7" y="19"/>
                      <a:pt x="6" y="15"/>
                    </a:cubicBezTo>
                    <a:cubicBezTo>
                      <a:pt x="4" y="11"/>
                      <a:pt x="7" y="7"/>
                      <a:pt x="10" y="6"/>
                    </a:cubicBezTo>
                    <a:close/>
                  </a:path>
                </a:pathLst>
              </a:custGeom>
              <a:solidFill>
                <a:schemeClr val="bg1"/>
              </a:solidFill>
              <a:ln>
                <a:noFill/>
              </a:ln>
            </p:spPr>
            <p:txBody>
              <a:bodyPr/>
              <a:lstStyle/>
              <a:p>
                <a:pPr fontAlgn="auto">
                  <a:spcBef>
                    <a:spcPts val="0"/>
                  </a:spcBef>
                  <a:spcAft>
                    <a:spcPts val="0"/>
                  </a:spcAft>
                  <a:defRPr/>
                </a:pPr>
                <a:endParaRPr lang="zh-CN" altLang="en-US">
                  <a:solidFill>
                    <a:prstClr val="black"/>
                  </a:solidFill>
                  <a:latin typeface="+mn-lt"/>
                  <a:ea typeface="+mn-ea"/>
                </a:endParaRPr>
              </a:p>
            </p:txBody>
          </p:sp>
        </p:grpSp>
      </p:grpSp>
      <p:sp>
        <p:nvSpPr>
          <p:cNvPr id="74" name="矩形 73">
            <a:extLst>
              <a:ext uri="{FF2B5EF4-FFF2-40B4-BE49-F238E27FC236}">
                <a16:creationId xmlns:a16="http://schemas.microsoft.com/office/drawing/2014/main" id="{73892640-3A67-C5FF-32AD-B8E4A02D7F58}"/>
              </a:ext>
            </a:extLst>
          </p:cNvPr>
          <p:cNvSpPr/>
          <p:nvPr/>
        </p:nvSpPr>
        <p:spPr>
          <a:xfrm>
            <a:off x="2226246" y="1337549"/>
            <a:ext cx="945358"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b="1" dirty="0">
                <a:solidFill>
                  <a:srgbClr val="333333"/>
                </a:solidFill>
                <a:latin typeface="Helvetica Neue"/>
              </a:rPr>
              <a:t>左凯强</a:t>
            </a:r>
            <a:endParaRPr lang="zh-CN" altLang="en-US" b="1" i="0" dirty="0">
              <a:solidFill>
                <a:srgbClr val="333333"/>
              </a:solidFill>
              <a:effectLst/>
              <a:latin typeface="Helvetica Neue"/>
            </a:endParaRPr>
          </a:p>
        </p:txBody>
      </p:sp>
      <p:sp>
        <p:nvSpPr>
          <p:cNvPr id="75" name="矩形 74">
            <a:extLst>
              <a:ext uri="{FF2B5EF4-FFF2-40B4-BE49-F238E27FC236}">
                <a16:creationId xmlns:a16="http://schemas.microsoft.com/office/drawing/2014/main" id="{25BFA397-D069-0759-8A21-036A493A8FC2}"/>
              </a:ext>
            </a:extLst>
          </p:cNvPr>
          <p:cNvSpPr/>
          <p:nvPr/>
        </p:nvSpPr>
        <p:spPr>
          <a:xfrm>
            <a:off x="5788802" y="1331461"/>
            <a:ext cx="945358"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b="1" i="0" dirty="0">
                <a:solidFill>
                  <a:srgbClr val="333333"/>
                </a:solidFill>
                <a:effectLst/>
                <a:latin typeface="Helvetica Neue"/>
              </a:rPr>
              <a:t>国成果</a:t>
            </a:r>
          </a:p>
        </p:txBody>
      </p:sp>
      <p:sp>
        <p:nvSpPr>
          <p:cNvPr id="76" name="矩形 75">
            <a:extLst>
              <a:ext uri="{FF2B5EF4-FFF2-40B4-BE49-F238E27FC236}">
                <a16:creationId xmlns:a16="http://schemas.microsoft.com/office/drawing/2014/main" id="{9C44893E-224D-215E-E2E5-EC27B4D4A259}"/>
              </a:ext>
            </a:extLst>
          </p:cNvPr>
          <p:cNvSpPr/>
          <p:nvPr/>
        </p:nvSpPr>
        <p:spPr>
          <a:xfrm>
            <a:off x="1786741" y="2354210"/>
            <a:ext cx="945358"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b="1" dirty="0">
                <a:solidFill>
                  <a:srgbClr val="333333"/>
                </a:solidFill>
                <a:latin typeface="Helvetica Neue"/>
              </a:rPr>
              <a:t>张文科</a:t>
            </a:r>
            <a:endParaRPr lang="zh-CN" altLang="en-US" b="1" i="0" dirty="0">
              <a:solidFill>
                <a:srgbClr val="333333"/>
              </a:solidFill>
              <a:effectLst/>
              <a:latin typeface="Helvetica Neue"/>
            </a:endParaRPr>
          </a:p>
        </p:txBody>
      </p:sp>
      <p:sp>
        <p:nvSpPr>
          <p:cNvPr id="77" name="矩形 76">
            <a:extLst>
              <a:ext uri="{FF2B5EF4-FFF2-40B4-BE49-F238E27FC236}">
                <a16:creationId xmlns:a16="http://schemas.microsoft.com/office/drawing/2014/main" id="{41F885D6-0177-4EED-7859-C998193C25A7}"/>
              </a:ext>
            </a:extLst>
          </p:cNvPr>
          <p:cNvSpPr/>
          <p:nvPr/>
        </p:nvSpPr>
        <p:spPr>
          <a:xfrm>
            <a:off x="6287100" y="2379958"/>
            <a:ext cx="945358"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b="1" i="0" dirty="0">
                <a:solidFill>
                  <a:srgbClr val="333333"/>
                </a:solidFill>
                <a:effectLst/>
                <a:latin typeface="Helvetica Neue"/>
              </a:rPr>
              <a:t>江  畅</a:t>
            </a:r>
          </a:p>
        </p:txBody>
      </p:sp>
      <p:sp>
        <p:nvSpPr>
          <p:cNvPr id="79" name="矩形 78">
            <a:extLst>
              <a:ext uri="{FF2B5EF4-FFF2-40B4-BE49-F238E27FC236}">
                <a16:creationId xmlns:a16="http://schemas.microsoft.com/office/drawing/2014/main" id="{4F195F55-3E44-0D51-F8C1-5AA7A01A1202}"/>
              </a:ext>
            </a:extLst>
          </p:cNvPr>
          <p:cNvSpPr/>
          <p:nvPr/>
        </p:nvSpPr>
        <p:spPr>
          <a:xfrm>
            <a:off x="2137748" y="3416346"/>
            <a:ext cx="945358"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b="1" dirty="0">
                <a:solidFill>
                  <a:srgbClr val="333333"/>
                </a:solidFill>
                <a:latin typeface="Helvetica Neue"/>
              </a:rPr>
              <a:t>殷家豪</a:t>
            </a:r>
            <a:endParaRPr lang="zh-CN" altLang="en-US" b="1" i="0" dirty="0">
              <a:solidFill>
                <a:srgbClr val="333333"/>
              </a:solidFill>
              <a:effectLst/>
              <a:latin typeface="Helvetica Neue"/>
            </a:endParaRPr>
          </a:p>
        </p:txBody>
      </p:sp>
      <p:sp>
        <p:nvSpPr>
          <p:cNvPr id="80" name="矩形 79">
            <a:extLst>
              <a:ext uri="{FF2B5EF4-FFF2-40B4-BE49-F238E27FC236}">
                <a16:creationId xmlns:a16="http://schemas.microsoft.com/office/drawing/2014/main" id="{B07B1646-B9DB-7C45-C638-A89A96E55A4F}"/>
              </a:ext>
            </a:extLst>
          </p:cNvPr>
          <p:cNvSpPr/>
          <p:nvPr/>
        </p:nvSpPr>
        <p:spPr>
          <a:xfrm>
            <a:off x="5910439" y="3420536"/>
            <a:ext cx="945358"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b="1" dirty="0">
                <a:solidFill>
                  <a:srgbClr val="333333"/>
                </a:solidFill>
                <a:latin typeface="Helvetica Neue"/>
              </a:rPr>
              <a:t>张国威</a:t>
            </a:r>
            <a:endParaRPr lang="zh-CN" altLang="en-US" b="1" i="0" dirty="0">
              <a:solidFill>
                <a:srgbClr val="333333"/>
              </a:solidFill>
              <a:effectLst/>
              <a:latin typeface="Helvetica Neue"/>
            </a:endParaRPr>
          </a:p>
        </p:txBody>
      </p:sp>
      <p:sp>
        <p:nvSpPr>
          <p:cNvPr id="82" name="矩形 81">
            <a:extLst>
              <a:ext uri="{FF2B5EF4-FFF2-40B4-BE49-F238E27FC236}">
                <a16:creationId xmlns:a16="http://schemas.microsoft.com/office/drawing/2014/main" id="{5733078D-97DB-9A17-356D-8CA307751B50}"/>
              </a:ext>
            </a:extLst>
          </p:cNvPr>
          <p:cNvSpPr/>
          <p:nvPr/>
        </p:nvSpPr>
        <p:spPr>
          <a:xfrm>
            <a:off x="513351" y="1347911"/>
            <a:ext cx="157672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b="1" i="0" dirty="0">
                <a:solidFill>
                  <a:srgbClr val="333333"/>
                </a:solidFill>
                <a:effectLst/>
                <a:latin typeface="Helvetica Neue"/>
              </a:rPr>
              <a:t>后端设计开发</a:t>
            </a:r>
          </a:p>
        </p:txBody>
      </p:sp>
      <p:sp>
        <p:nvSpPr>
          <p:cNvPr id="83" name="矩形 82">
            <a:extLst>
              <a:ext uri="{FF2B5EF4-FFF2-40B4-BE49-F238E27FC236}">
                <a16:creationId xmlns:a16="http://schemas.microsoft.com/office/drawing/2014/main" id="{A1EE7DCC-F784-5869-BAF2-DB20F3E040AF}"/>
              </a:ext>
            </a:extLst>
          </p:cNvPr>
          <p:cNvSpPr/>
          <p:nvPr/>
        </p:nvSpPr>
        <p:spPr>
          <a:xfrm>
            <a:off x="6759779" y="1350718"/>
            <a:ext cx="157672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b="1" i="0" dirty="0">
                <a:solidFill>
                  <a:srgbClr val="333333"/>
                </a:solidFill>
                <a:effectLst/>
                <a:latin typeface="Helvetica Neue"/>
              </a:rPr>
              <a:t>后端设计开发</a:t>
            </a:r>
          </a:p>
        </p:txBody>
      </p:sp>
      <p:sp>
        <p:nvSpPr>
          <p:cNvPr id="84" name="矩形 83">
            <a:extLst>
              <a:ext uri="{FF2B5EF4-FFF2-40B4-BE49-F238E27FC236}">
                <a16:creationId xmlns:a16="http://schemas.microsoft.com/office/drawing/2014/main" id="{9853256D-2834-664D-A1B9-C186B9AEA5A1}"/>
              </a:ext>
            </a:extLst>
          </p:cNvPr>
          <p:cNvSpPr/>
          <p:nvPr/>
        </p:nvSpPr>
        <p:spPr>
          <a:xfrm>
            <a:off x="6772978" y="3409198"/>
            <a:ext cx="157672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b="1" i="0" dirty="0">
                <a:solidFill>
                  <a:srgbClr val="333333"/>
                </a:solidFill>
                <a:effectLst/>
                <a:latin typeface="Helvetica Neue"/>
              </a:rPr>
              <a:t>后端设计开发</a:t>
            </a:r>
          </a:p>
        </p:txBody>
      </p:sp>
      <p:sp>
        <p:nvSpPr>
          <p:cNvPr id="85" name="矩形 84">
            <a:extLst>
              <a:ext uri="{FF2B5EF4-FFF2-40B4-BE49-F238E27FC236}">
                <a16:creationId xmlns:a16="http://schemas.microsoft.com/office/drawing/2014/main" id="{6D69D070-70E3-D9BC-4CC2-873D49B929F8}"/>
              </a:ext>
            </a:extLst>
          </p:cNvPr>
          <p:cNvSpPr/>
          <p:nvPr/>
        </p:nvSpPr>
        <p:spPr>
          <a:xfrm>
            <a:off x="7055644" y="2355080"/>
            <a:ext cx="1687759"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b="1" i="0" dirty="0">
                <a:solidFill>
                  <a:srgbClr val="333333"/>
                </a:solidFill>
                <a:effectLst/>
                <a:latin typeface="Helvetica Neue"/>
              </a:rPr>
              <a:t>前端和数据库设计</a:t>
            </a:r>
          </a:p>
        </p:txBody>
      </p:sp>
      <p:sp>
        <p:nvSpPr>
          <p:cNvPr id="86" name="矩形 85">
            <a:extLst>
              <a:ext uri="{FF2B5EF4-FFF2-40B4-BE49-F238E27FC236}">
                <a16:creationId xmlns:a16="http://schemas.microsoft.com/office/drawing/2014/main" id="{ACBA4F52-B4CB-7619-32D3-1F19391C4B3F}"/>
              </a:ext>
            </a:extLst>
          </p:cNvPr>
          <p:cNvSpPr/>
          <p:nvPr/>
        </p:nvSpPr>
        <p:spPr>
          <a:xfrm>
            <a:off x="228359" y="2408388"/>
            <a:ext cx="157672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b="1" i="0" dirty="0">
                <a:solidFill>
                  <a:srgbClr val="333333"/>
                </a:solidFill>
                <a:effectLst/>
                <a:latin typeface="Helvetica Neue"/>
              </a:rPr>
              <a:t>前端和数据库设计</a:t>
            </a:r>
          </a:p>
        </p:txBody>
      </p:sp>
      <p:sp>
        <p:nvSpPr>
          <p:cNvPr id="87" name="矩形 86">
            <a:extLst>
              <a:ext uri="{FF2B5EF4-FFF2-40B4-BE49-F238E27FC236}">
                <a16:creationId xmlns:a16="http://schemas.microsoft.com/office/drawing/2014/main" id="{38900E03-B5DB-8BBB-0A3C-773202EDDAE7}"/>
              </a:ext>
            </a:extLst>
          </p:cNvPr>
          <p:cNvSpPr/>
          <p:nvPr/>
        </p:nvSpPr>
        <p:spPr>
          <a:xfrm>
            <a:off x="390481" y="3448731"/>
            <a:ext cx="1576720"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b="1" i="0" dirty="0">
                <a:solidFill>
                  <a:srgbClr val="333333"/>
                </a:solidFill>
                <a:effectLst/>
                <a:latin typeface="Helvetica Neue"/>
              </a:rPr>
              <a:t>整合项目及部分后端开发</a:t>
            </a:r>
          </a:p>
        </p:txBody>
      </p:sp>
      <p:sp>
        <p:nvSpPr>
          <p:cNvPr id="88" name="任意多边形 3">
            <a:extLst>
              <a:ext uri="{FF2B5EF4-FFF2-40B4-BE49-F238E27FC236}">
                <a16:creationId xmlns:a16="http://schemas.microsoft.com/office/drawing/2014/main" id="{C4E69F9E-A16E-CDC6-C242-8824753C86A4}"/>
              </a:ext>
            </a:extLst>
          </p:cNvPr>
          <p:cNvSpPr/>
          <p:nvPr/>
        </p:nvSpPr>
        <p:spPr>
          <a:xfrm>
            <a:off x="75" y="4403968"/>
            <a:ext cx="9180437" cy="533654"/>
          </a:xfrm>
          <a:custGeom>
            <a:avLst/>
            <a:gdLst>
              <a:gd name="connsiteX0" fmla="*/ 0 w 17025"/>
              <a:gd name="connsiteY0" fmla="*/ 1126 h 1390"/>
              <a:gd name="connsiteX1" fmla="*/ 4260 w 17025"/>
              <a:gd name="connsiteY1" fmla="*/ 752 h 1390"/>
              <a:gd name="connsiteX2" fmla="*/ 8790 w 17025"/>
              <a:gd name="connsiteY2" fmla="*/ 752 h 1390"/>
              <a:gd name="connsiteX3" fmla="*/ 13200 w 17025"/>
              <a:gd name="connsiteY3" fmla="*/ 782 h 1390"/>
              <a:gd name="connsiteX4" fmla="*/ 17025 w 17025"/>
              <a:gd name="connsiteY4" fmla="*/ 526 h 1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25" h="1391">
                <a:moveTo>
                  <a:pt x="0" y="1126"/>
                </a:moveTo>
                <a:cubicBezTo>
                  <a:pt x="405" y="62"/>
                  <a:pt x="2745" y="-583"/>
                  <a:pt x="4260" y="752"/>
                </a:cubicBezTo>
                <a:cubicBezTo>
                  <a:pt x="5520" y="1727"/>
                  <a:pt x="7710" y="1472"/>
                  <a:pt x="8790" y="752"/>
                </a:cubicBezTo>
                <a:cubicBezTo>
                  <a:pt x="10245" y="-388"/>
                  <a:pt x="12075" y="-43"/>
                  <a:pt x="13200" y="782"/>
                </a:cubicBezTo>
                <a:cubicBezTo>
                  <a:pt x="14700" y="1756"/>
                  <a:pt x="16350" y="1260"/>
                  <a:pt x="17025" y="526"/>
                </a:cubicBezTo>
              </a:path>
            </a:pathLst>
          </a:custGeom>
          <a:noFill/>
          <a:ln w="63500">
            <a:solidFill>
              <a:srgbClr val="B97A2D"/>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776587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350" fill="hold"/>
                                        <p:tgtEl>
                                          <p:spTgt spid="15"/>
                                        </p:tgtEl>
                                        <p:attrNameLst>
                                          <p:attrName>ppt_w</p:attrName>
                                        </p:attrNameLst>
                                      </p:cBhvr>
                                      <p:tavLst>
                                        <p:tav tm="0">
                                          <p:val>
                                            <p:fltVal val="0"/>
                                          </p:val>
                                        </p:tav>
                                        <p:tav tm="100000">
                                          <p:val>
                                            <p:strVal val="#ppt_w"/>
                                          </p:val>
                                        </p:tav>
                                      </p:tavLst>
                                    </p:anim>
                                    <p:anim calcmode="lin" valueType="num">
                                      <p:cBhvr>
                                        <p:cTn id="8" dur="350" fill="hold"/>
                                        <p:tgtEl>
                                          <p:spTgt spid="15"/>
                                        </p:tgtEl>
                                        <p:attrNameLst>
                                          <p:attrName>ppt_h</p:attrName>
                                        </p:attrNameLst>
                                      </p:cBhvr>
                                      <p:tavLst>
                                        <p:tav tm="0">
                                          <p:val>
                                            <p:fltVal val="0"/>
                                          </p:val>
                                        </p:tav>
                                        <p:tav tm="100000">
                                          <p:val>
                                            <p:strVal val="#ppt_h"/>
                                          </p:val>
                                        </p:tav>
                                      </p:tavLst>
                                    </p:anim>
                                  </p:childTnLst>
                                </p:cTn>
                              </p:par>
                            </p:childTnLst>
                          </p:cTn>
                        </p:par>
                        <p:par>
                          <p:cTn id="9" fill="hold">
                            <p:stCondLst>
                              <p:cond delay="350"/>
                            </p:stCondLst>
                            <p:childTnLst>
                              <p:par>
                                <p:cTn id="10" presetID="41" presetClass="entr" presetSubtype="0" fill="hold" grpId="0" nodeType="afterEffect">
                                  <p:stCondLst>
                                    <p:cond delay="0"/>
                                  </p:stCondLst>
                                  <p:iterate type="lt">
                                    <p:tmPct val="10000"/>
                                  </p:iterate>
                                  <p:childTnLst>
                                    <p:set>
                                      <p:cBhvr>
                                        <p:cTn id="11" dur="1" fill="hold">
                                          <p:stCondLst>
                                            <p:cond delay="0"/>
                                          </p:stCondLst>
                                        </p:cTn>
                                        <p:tgtEl>
                                          <p:spTgt spid="14"/>
                                        </p:tgtEl>
                                        <p:attrNameLst>
                                          <p:attrName>style.visibility</p:attrName>
                                        </p:attrNameLst>
                                      </p:cBhvr>
                                      <p:to>
                                        <p:strVal val="visible"/>
                                      </p:to>
                                    </p:set>
                                    <p:anim calcmode="lin" valueType="num">
                                      <p:cBhvr>
                                        <p:cTn id="12" dur="4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13" dur="400" fill="hold"/>
                                        <p:tgtEl>
                                          <p:spTgt spid="14"/>
                                        </p:tgtEl>
                                        <p:attrNameLst>
                                          <p:attrName>ppt_y</p:attrName>
                                        </p:attrNameLst>
                                      </p:cBhvr>
                                      <p:tavLst>
                                        <p:tav tm="0">
                                          <p:val>
                                            <p:strVal val="#ppt_y"/>
                                          </p:val>
                                        </p:tav>
                                        <p:tav tm="100000">
                                          <p:val>
                                            <p:strVal val="#ppt_y"/>
                                          </p:val>
                                        </p:tav>
                                      </p:tavLst>
                                    </p:anim>
                                    <p:anim calcmode="lin" valueType="num">
                                      <p:cBhvr>
                                        <p:cTn id="14" dur="4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15" dur="400" fill="hold"/>
                                        <p:tgtEl>
                                          <p:spTgt spid="14"/>
                                        </p:tgtEl>
                                        <p:attrNameLst>
                                          <p:attrName>ppt_w</p:attrName>
                                        </p:attrNameLst>
                                      </p:cBhvr>
                                      <p:tavLst>
                                        <p:tav tm="0">
                                          <p:val>
                                            <p:strVal val="#ppt_w/10"/>
                                          </p:val>
                                        </p:tav>
                                        <p:tav tm="50000">
                                          <p:val>
                                            <p:strVal val="#ppt_w+.01"/>
                                          </p:val>
                                        </p:tav>
                                        <p:tav tm="100000">
                                          <p:val>
                                            <p:strVal val="#ppt_w"/>
                                          </p:val>
                                        </p:tav>
                                      </p:tavLst>
                                    </p:anim>
                                    <p:animEffect transition="in" filter="fade">
                                      <p:cBhvr>
                                        <p:cTn id="16" dur="400" tmFilter="0,0; .5, 1; 1, 1"/>
                                        <p:tgtEl>
                                          <p:spTgt spid="14"/>
                                        </p:tgtEl>
                                      </p:cBhvr>
                                    </p:animEffect>
                                  </p:childTnLst>
                                </p:cTn>
                              </p:par>
                            </p:childTnLst>
                          </p:cTn>
                        </p:par>
                        <p:par>
                          <p:cTn id="17" fill="hold">
                            <p:stCondLst>
                              <p:cond delay="870"/>
                            </p:stCondLst>
                            <p:childTnLst>
                              <p:par>
                                <p:cTn id="18" presetID="53" presetClass="entr" presetSubtype="16"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p:cTn id="20" dur="500" fill="hold"/>
                                        <p:tgtEl>
                                          <p:spTgt spid="2"/>
                                        </p:tgtEl>
                                        <p:attrNameLst>
                                          <p:attrName>ppt_w</p:attrName>
                                        </p:attrNameLst>
                                      </p:cBhvr>
                                      <p:tavLst>
                                        <p:tav tm="0">
                                          <p:val>
                                            <p:fltVal val="0"/>
                                          </p:val>
                                        </p:tav>
                                        <p:tav tm="100000">
                                          <p:val>
                                            <p:strVal val="#ppt_w"/>
                                          </p:val>
                                        </p:tav>
                                      </p:tavLst>
                                    </p:anim>
                                    <p:anim calcmode="lin" valueType="num">
                                      <p:cBhvr>
                                        <p:cTn id="21" dur="500" fill="hold"/>
                                        <p:tgtEl>
                                          <p:spTgt spid="2"/>
                                        </p:tgtEl>
                                        <p:attrNameLst>
                                          <p:attrName>ppt_h</p:attrName>
                                        </p:attrNameLst>
                                      </p:cBhvr>
                                      <p:tavLst>
                                        <p:tav tm="0">
                                          <p:val>
                                            <p:fltVal val="0"/>
                                          </p:val>
                                        </p:tav>
                                        <p:tav tm="100000">
                                          <p:val>
                                            <p:strVal val="#ppt_h"/>
                                          </p:val>
                                        </p:tav>
                                      </p:tavLst>
                                    </p:anim>
                                    <p:animEffect transition="in" filter="fade">
                                      <p:cBhvr>
                                        <p:cTn id="22" dur="500"/>
                                        <p:tgtEl>
                                          <p:spTgt spid="2"/>
                                        </p:tgtEl>
                                      </p:cBhvr>
                                    </p:animEffect>
                                  </p:childTnLst>
                                </p:cTn>
                              </p:par>
                              <p:par>
                                <p:cTn id="23" presetID="53" presetClass="entr" presetSubtype="16" fill="hold" nodeType="withEffect">
                                  <p:stCondLst>
                                    <p:cond delay="100"/>
                                  </p:stCondLst>
                                  <p:childTnLst>
                                    <p:set>
                                      <p:cBhvr>
                                        <p:cTn id="24" dur="1" fill="hold">
                                          <p:stCondLst>
                                            <p:cond delay="0"/>
                                          </p:stCondLst>
                                        </p:cTn>
                                        <p:tgtEl>
                                          <p:spTgt spid="20"/>
                                        </p:tgtEl>
                                        <p:attrNameLst>
                                          <p:attrName>style.visibility</p:attrName>
                                        </p:attrNameLst>
                                      </p:cBhvr>
                                      <p:to>
                                        <p:strVal val="visible"/>
                                      </p:to>
                                    </p:set>
                                    <p:anim calcmode="lin" valueType="num">
                                      <p:cBhvr>
                                        <p:cTn id="25" dur="500" fill="hold"/>
                                        <p:tgtEl>
                                          <p:spTgt spid="20"/>
                                        </p:tgtEl>
                                        <p:attrNameLst>
                                          <p:attrName>ppt_w</p:attrName>
                                        </p:attrNameLst>
                                      </p:cBhvr>
                                      <p:tavLst>
                                        <p:tav tm="0">
                                          <p:val>
                                            <p:fltVal val="0"/>
                                          </p:val>
                                        </p:tav>
                                        <p:tav tm="100000">
                                          <p:val>
                                            <p:strVal val="#ppt_w"/>
                                          </p:val>
                                        </p:tav>
                                      </p:tavLst>
                                    </p:anim>
                                    <p:anim calcmode="lin" valueType="num">
                                      <p:cBhvr>
                                        <p:cTn id="26" dur="500" fill="hold"/>
                                        <p:tgtEl>
                                          <p:spTgt spid="20"/>
                                        </p:tgtEl>
                                        <p:attrNameLst>
                                          <p:attrName>ppt_h</p:attrName>
                                        </p:attrNameLst>
                                      </p:cBhvr>
                                      <p:tavLst>
                                        <p:tav tm="0">
                                          <p:val>
                                            <p:fltVal val="0"/>
                                          </p:val>
                                        </p:tav>
                                        <p:tav tm="100000">
                                          <p:val>
                                            <p:strVal val="#ppt_h"/>
                                          </p:val>
                                        </p:tav>
                                      </p:tavLst>
                                    </p:anim>
                                    <p:animEffect transition="in" filter="fade">
                                      <p:cBhvr>
                                        <p:cTn id="27" dur="500"/>
                                        <p:tgtEl>
                                          <p:spTgt spid="20"/>
                                        </p:tgtEl>
                                      </p:cBhvr>
                                    </p:animEffect>
                                  </p:childTnLst>
                                </p:cTn>
                              </p:par>
                              <p:par>
                                <p:cTn id="28" presetID="53" presetClass="entr" presetSubtype="16" fill="hold" nodeType="withEffect">
                                  <p:stCondLst>
                                    <p:cond delay="200"/>
                                  </p:stCondLst>
                                  <p:childTnLst>
                                    <p:set>
                                      <p:cBhvr>
                                        <p:cTn id="29" dur="1" fill="hold">
                                          <p:stCondLst>
                                            <p:cond delay="0"/>
                                          </p:stCondLst>
                                        </p:cTn>
                                        <p:tgtEl>
                                          <p:spTgt spid="30"/>
                                        </p:tgtEl>
                                        <p:attrNameLst>
                                          <p:attrName>style.visibility</p:attrName>
                                        </p:attrNameLst>
                                      </p:cBhvr>
                                      <p:to>
                                        <p:strVal val="visible"/>
                                      </p:to>
                                    </p:set>
                                    <p:anim calcmode="lin" valueType="num">
                                      <p:cBhvr>
                                        <p:cTn id="30" dur="500" fill="hold"/>
                                        <p:tgtEl>
                                          <p:spTgt spid="30"/>
                                        </p:tgtEl>
                                        <p:attrNameLst>
                                          <p:attrName>ppt_w</p:attrName>
                                        </p:attrNameLst>
                                      </p:cBhvr>
                                      <p:tavLst>
                                        <p:tav tm="0">
                                          <p:val>
                                            <p:fltVal val="0"/>
                                          </p:val>
                                        </p:tav>
                                        <p:tav tm="100000">
                                          <p:val>
                                            <p:strVal val="#ppt_w"/>
                                          </p:val>
                                        </p:tav>
                                      </p:tavLst>
                                    </p:anim>
                                    <p:anim calcmode="lin" valueType="num">
                                      <p:cBhvr>
                                        <p:cTn id="31" dur="500" fill="hold"/>
                                        <p:tgtEl>
                                          <p:spTgt spid="30"/>
                                        </p:tgtEl>
                                        <p:attrNameLst>
                                          <p:attrName>ppt_h</p:attrName>
                                        </p:attrNameLst>
                                      </p:cBhvr>
                                      <p:tavLst>
                                        <p:tav tm="0">
                                          <p:val>
                                            <p:fltVal val="0"/>
                                          </p:val>
                                        </p:tav>
                                        <p:tav tm="100000">
                                          <p:val>
                                            <p:strVal val="#ppt_h"/>
                                          </p:val>
                                        </p:tav>
                                      </p:tavLst>
                                    </p:anim>
                                    <p:animEffect transition="in" filter="fade">
                                      <p:cBhvr>
                                        <p:cTn id="32" dur="500"/>
                                        <p:tgtEl>
                                          <p:spTgt spid="30"/>
                                        </p:tgtEl>
                                      </p:cBhvr>
                                    </p:animEffect>
                                  </p:childTnLst>
                                </p:cTn>
                              </p:par>
                              <p:par>
                                <p:cTn id="33" presetID="53" presetClass="entr" presetSubtype="16" fill="hold" nodeType="withEffect">
                                  <p:stCondLst>
                                    <p:cond delay="300"/>
                                  </p:stCondLst>
                                  <p:childTnLst>
                                    <p:set>
                                      <p:cBhvr>
                                        <p:cTn id="34" dur="1" fill="hold">
                                          <p:stCondLst>
                                            <p:cond delay="0"/>
                                          </p:stCondLst>
                                        </p:cTn>
                                        <p:tgtEl>
                                          <p:spTgt spid="11"/>
                                        </p:tgtEl>
                                        <p:attrNameLst>
                                          <p:attrName>style.visibility</p:attrName>
                                        </p:attrNameLst>
                                      </p:cBhvr>
                                      <p:to>
                                        <p:strVal val="visible"/>
                                      </p:to>
                                    </p:set>
                                    <p:anim calcmode="lin" valueType="num">
                                      <p:cBhvr>
                                        <p:cTn id="35" dur="500" fill="hold"/>
                                        <p:tgtEl>
                                          <p:spTgt spid="11"/>
                                        </p:tgtEl>
                                        <p:attrNameLst>
                                          <p:attrName>ppt_w</p:attrName>
                                        </p:attrNameLst>
                                      </p:cBhvr>
                                      <p:tavLst>
                                        <p:tav tm="0">
                                          <p:val>
                                            <p:fltVal val="0"/>
                                          </p:val>
                                        </p:tav>
                                        <p:tav tm="100000">
                                          <p:val>
                                            <p:strVal val="#ppt_w"/>
                                          </p:val>
                                        </p:tav>
                                      </p:tavLst>
                                    </p:anim>
                                    <p:anim calcmode="lin" valueType="num">
                                      <p:cBhvr>
                                        <p:cTn id="36" dur="500" fill="hold"/>
                                        <p:tgtEl>
                                          <p:spTgt spid="11"/>
                                        </p:tgtEl>
                                        <p:attrNameLst>
                                          <p:attrName>ppt_h</p:attrName>
                                        </p:attrNameLst>
                                      </p:cBhvr>
                                      <p:tavLst>
                                        <p:tav tm="0">
                                          <p:val>
                                            <p:fltVal val="0"/>
                                          </p:val>
                                        </p:tav>
                                        <p:tav tm="100000">
                                          <p:val>
                                            <p:strVal val="#ppt_h"/>
                                          </p:val>
                                        </p:tav>
                                      </p:tavLst>
                                    </p:anim>
                                    <p:animEffect transition="in" filter="fade">
                                      <p:cBhvr>
                                        <p:cTn id="37" dur="500"/>
                                        <p:tgtEl>
                                          <p:spTgt spid="11"/>
                                        </p:tgtEl>
                                      </p:cBhvr>
                                    </p:animEffect>
                                  </p:childTnLst>
                                </p:cTn>
                              </p:par>
                              <p:par>
                                <p:cTn id="38" presetID="53" presetClass="entr" presetSubtype="16" fill="hold" nodeType="withEffect">
                                  <p:stCondLst>
                                    <p:cond delay="400"/>
                                  </p:stCondLst>
                                  <p:childTnLst>
                                    <p:set>
                                      <p:cBhvr>
                                        <p:cTn id="39" dur="1" fill="hold">
                                          <p:stCondLst>
                                            <p:cond delay="0"/>
                                          </p:stCondLst>
                                        </p:cTn>
                                        <p:tgtEl>
                                          <p:spTgt spid="25"/>
                                        </p:tgtEl>
                                        <p:attrNameLst>
                                          <p:attrName>style.visibility</p:attrName>
                                        </p:attrNameLst>
                                      </p:cBhvr>
                                      <p:to>
                                        <p:strVal val="visible"/>
                                      </p:to>
                                    </p:set>
                                    <p:anim calcmode="lin" valueType="num">
                                      <p:cBhvr>
                                        <p:cTn id="40" dur="500" fill="hold"/>
                                        <p:tgtEl>
                                          <p:spTgt spid="25"/>
                                        </p:tgtEl>
                                        <p:attrNameLst>
                                          <p:attrName>ppt_w</p:attrName>
                                        </p:attrNameLst>
                                      </p:cBhvr>
                                      <p:tavLst>
                                        <p:tav tm="0">
                                          <p:val>
                                            <p:fltVal val="0"/>
                                          </p:val>
                                        </p:tav>
                                        <p:tav tm="100000">
                                          <p:val>
                                            <p:strVal val="#ppt_w"/>
                                          </p:val>
                                        </p:tav>
                                      </p:tavLst>
                                    </p:anim>
                                    <p:anim calcmode="lin" valueType="num">
                                      <p:cBhvr>
                                        <p:cTn id="41" dur="500" fill="hold"/>
                                        <p:tgtEl>
                                          <p:spTgt spid="25"/>
                                        </p:tgtEl>
                                        <p:attrNameLst>
                                          <p:attrName>ppt_h</p:attrName>
                                        </p:attrNameLst>
                                      </p:cBhvr>
                                      <p:tavLst>
                                        <p:tav tm="0">
                                          <p:val>
                                            <p:fltVal val="0"/>
                                          </p:val>
                                        </p:tav>
                                        <p:tav tm="100000">
                                          <p:val>
                                            <p:strVal val="#ppt_h"/>
                                          </p:val>
                                        </p:tav>
                                      </p:tavLst>
                                    </p:anim>
                                    <p:animEffect transition="in" filter="fade">
                                      <p:cBhvr>
                                        <p:cTn id="42" dur="500"/>
                                        <p:tgtEl>
                                          <p:spTgt spid="25"/>
                                        </p:tgtEl>
                                      </p:cBhvr>
                                    </p:animEffect>
                                  </p:childTnLst>
                                </p:cTn>
                              </p:par>
                              <p:par>
                                <p:cTn id="43" presetID="53" presetClass="entr" presetSubtype="16" fill="hold" nodeType="withEffect">
                                  <p:stCondLst>
                                    <p:cond delay="500"/>
                                  </p:stCondLst>
                                  <p:childTnLst>
                                    <p:set>
                                      <p:cBhvr>
                                        <p:cTn id="44" dur="1" fill="hold">
                                          <p:stCondLst>
                                            <p:cond delay="0"/>
                                          </p:stCondLst>
                                        </p:cTn>
                                        <p:tgtEl>
                                          <p:spTgt spid="35"/>
                                        </p:tgtEl>
                                        <p:attrNameLst>
                                          <p:attrName>style.visibility</p:attrName>
                                        </p:attrNameLst>
                                      </p:cBhvr>
                                      <p:to>
                                        <p:strVal val="visible"/>
                                      </p:to>
                                    </p:set>
                                    <p:anim calcmode="lin" valueType="num">
                                      <p:cBhvr>
                                        <p:cTn id="45" dur="500" fill="hold"/>
                                        <p:tgtEl>
                                          <p:spTgt spid="35"/>
                                        </p:tgtEl>
                                        <p:attrNameLst>
                                          <p:attrName>ppt_w</p:attrName>
                                        </p:attrNameLst>
                                      </p:cBhvr>
                                      <p:tavLst>
                                        <p:tav tm="0">
                                          <p:val>
                                            <p:fltVal val="0"/>
                                          </p:val>
                                        </p:tav>
                                        <p:tav tm="100000">
                                          <p:val>
                                            <p:strVal val="#ppt_w"/>
                                          </p:val>
                                        </p:tav>
                                      </p:tavLst>
                                    </p:anim>
                                    <p:anim calcmode="lin" valueType="num">
                                      <p:cBhvr>
                                        <p:cTn id="46" dur="500" fill="hold"/>
                                        <p:tgtEl>
                                          <p:spTgt spid="35"/>
                                        </p:tgtEl>
                                        <p:attrNameLst>
                                          <p:attrName>ppt_h</p:attrName>
                                        </p:attrNameLst>
                                      </p:cBhvr>
                                      <p:tavLst>
                                        <p:tav tm="0">
                                          <p:val>
                                            <p:fltVal val="0"/>
                                          </p:val>
                                        </p:tav>
                                        <p:tav tm="100000">
                                          <p:val>
                                            <p:strVal val="#ppt_h"/>
                                          </p:val>
                                        </p:tav>
                                      </p:tavLst>
                                    </p:anim>
                                    <p:animEffect transition="in" filter="fade">
                                      <p:cBhvr>
                                        <p:cTn id="47" dur="500"/>
                                        <p:tgtEl>
                                          <p:spTgt spid="35"/>
                                        </p:tgtEl>
                                      </p:cBhvr>
                                    </p:animEffect>
                                  </p:childTnLst>
                                </p:cTn>
                              </p:par>
                              <p:par>
                                <p:cTn id="48" presetID="10" presetClass="entr" presetSubtype="0" fill="hold" nodeType="withEffect">
                                  <p:stCondLst>
                                    <p:cond delay="0"/>
                                  </p:stCondLst>
                                  <p:childTnLst>
                                    <p:set>
                                      <p:cBhvr>
                                        <p:cTn id="49" dur="1" fill="hold">
                                          <p:stCondLst>
                                            <p:cond delay="0"/>
                                          </p:stCondLst>
                                        </p:cTn>
                                        <p:tgtEl>
                                          <p:spTgt spid="68"/>
                                        </p:tgtEl>
                                        <p:attrNameLst>
                                          <p:attrName>style.visibility</p:attrName>
                                        </p:attrNameLst>
                                      </p:cBhvr>
                                      <p:to>
                                        <p:strVal val="visible"/>
                                      </p:to>
                                    </p:set>
                                    <p:animEffect transition="in" filter="fade">
                                      <p:cBhvr>
                                        <p:cTn id="50" dur="500"/>
                                        <p:tgtEl>
                                          <p:spTgt spid="68"/>
                                        </p:tgtEl>
                                      </p:cBhvr>
                                    </p:animEffect>
                                  </p:childTnLst>
                                </p:cTn>
                              </p:par>
                            </p:childTnLst>
                          </p:cTn>
                        </p:par>
                      </p:childTnLst>
                    </p:cTn>
                  </p:par>
                  <p:par>
                    <p:cTn id="51" fill="hold">
                      <p:stCondLst>
                        <p:cond delay="indefinite"/>
                      </p:stCondLst>
                      <p:childTnLst>
                        <p:par>
                          <p:cTn id="52" fill="hold">
                            <p:stCondLst>
                              <p:cond delay="0"/>
                            </p:stCondLst>
                            <p:childTnLst>
                              <p:par>
                                <p:cTn id="53" presetID="55" presetClass="entr" presetSubtype="0" fill="hold" grpId="0" nodeType="clickEffect">
                                  <p:stCondLst>
                                    <p:cond delay="0"/>
                                  </p:stCondLst>
                                  <p:childTnLst>
                                    <p:set>
                                      <p:cBhvr>
                                        <p:cTn id="54" dur="1" fill="hold">
                                          <p:stCondLst>
                                            <p:cond delay="0"/>
                                          </p:stCondLst>
                                        </p:cTn>
                                        <p:tgtEl>
                                          <p:spTgt spid="88"/>
                                        </p:tgtEl>
                                        <p:attrNameLst>
                                          <p:attrName>style.visibility</p:attrName>
                                        </p:attrNameLst>
                                      </p:cBhvr>
                                      <p:to>
                                        <p:strVal val="visible"/>
                                      </p:to>
                                    </p:set>
                                    <p:anim calcmode="lin" valueType="num">
                                      <p:cBhvr>
                                        <p:cTn id="55" dur="1000" fill="hold"/>
                                        <p:tgtEl>
                                          <p:spTgt spid="88"/>
                                        </p:tgtEl>
                                        <p:attrNameLst>
                                          <p:attrName>ppt_w</p:attrName>
                                        </p:attrNameLst>
                                      </p:cBhvr>
                                      <p:tavLst>
                                        <p:tav tm="0">
                                          <p:val>
                                            <p:strVal val="#ppt_w*0.70"/>
                                          </p:val>
                                        </p:tav>
                                        <p:tav tm="100000">
                                          <p:val>
                                            <p:strVal val="#ppt_w"/>
                                          </p:val>
                                        </p:tav>
                                      </p:tavLst>
                                    </p:anim>
                                    <p:anim calcmode="lin" valueType="num">
                                      <p:cBhvr>
                                        <p:cTn id="56" dur="1000" fill="hold"/>
                                        <p:tgtEl>
                                          <p:spTgt spid="88"/>
                                        </p:tgtEl>
                                        <p:attrNameLst>
                                          <p:attrName>ppt_h</p:attrName>
                                        </p:attrNameLst>
                                      </p:cBhvr>
                                      <p:tavLst>
                                        <p:tav tm="0">
                                          <p:val>
                                            <p:strVal val="#ppt_h"/>
                                          </p:val>
                                        </p:tav>
                                        <p:tav tm="100000">
                                          <p:val>
                                            <p:strVal val="#ppt_h"/>
                                          </p:val>
                                        </p:tav>
                                      </p:tavLst>
                                    </p:anim>
                                    <p:animEffect transition="in" filter="fade">
                                      <p:cBhvr>
                                        <p:cTn id="57" dur="10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8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50498"/>
            <a:ext cx="3228536" cy="1188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p>
        </p:txBody>
      </p:sp>
      <p:sp>
        <p:nvSpPr>
          <p:cNvPr id="3" name="文本框 2"/>
          <p:cNvSpPr txBox="1"/>
          <p:nvPr/>
        </p:nvSpPr>
        <p:spPr>
          <a:xfrm>
            <a:off x="1352697" y="1663625"/>
            <a:ext cx="1677382" cy="530915"/>
          </a:xfrm>
          <a:prstGeom prst="rect">
            <a:avLst/>
          </a:prstGeom>
          <a:noFill/>
        </p:spPr>
        <p:txBody>
          <a:bodyPr wrap="none" lIns="68580" tIns="34290" rIns="68580" bIns="34290"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第二部分</a:t>
            </a:r>
          </a:p>
        </p:txBody>
      </p:sp>
      <p:sp>
        <p:nvSpPr>
          <p:cNvPr id="5" name="TextBox 23"/>
          <p:cNvSpPr txBox="1"/>
          <p:nvPr/>
        </p:nvSpPr>
        <p:spPr>
          <a:xfrm>
            <a:off x="4211960" y="2724591"/>
            <a:ext cx="1073371" cy="284693"/>
          </a:xfrm>
          <a:prstGeom prst="rect">
            <a:avLst/>
          </a:prstGeom>
          <a:noFill/>
        </p:spPr>
        <p:txBody>
          <a:bodyPr wrap="none" lIns="68580" tIns="34290" rIns="68580" bIns="34290" rtlCol="0">
            <a:spAutoFit/>
          </a:bodyPr>
          <a:lstStyle/>
          <a:p>
            <a:pPr marL="214313" indent="-214313">
              <a:buFont typeface="Wingdings" pitchFamily="2" charset="2"/>
              <a:buChar char="p"/>
            </a:pPr>
            <a:r>
              <a:rPr lang="zh-CN" altLang="en-US" sz="1400" dirty="0">
                <a:solidFill>
                  <a:schemeClr val="tx1">
                    <a:lumMod val="85000"/>
                    <a:lumOff val="15000"/>
                  </a:schemeClr>
                </a:solidFill>
                <a:latin typeface="微软雅黑" pitchFamily="34" charset="-122"/>
                <a:ea typeface="微软雅黑" pitchFamily="34" charset="-122"/>
              </a:rPr>
              <a:t>需求分析</a:t>
            </a:r>
          </a:p>
        </p:txBody>
      </p:sp>
      <p:sp>
        <p:nvSpPr>
          <p:cNvPr id="6" name="TextBox 24"/>
          <p:cNvSpPr txBox="1"/>
          <p:nvPr/>
        </p:nvSpPr>
        <p:spPr>
          <a:xfrm>
            <a:off x="4211960" y="3052007"/>
            <a:ext cx="1603772" cy="284693"/>
          </a:xfrm>
          <a:prstGeom prst="rect">
            <a:avLst/>
          </a:prstGeom>
          <a:noFill/>
        </p:spPr>
        <p:txBody>
          <a:bodyPr wrap="none" lIns="68580" tIns="34290" rIns="68580" bIns="34290" rtlCol="0">
            <a:spAutoFit/>
          </a:bodyPr>
          <a:lstStyle/>
          <a:p>
            <a:pPr marL="214313" indent="-214313">
              <a:buFont typeface="Wingdings" pitchFamily="2" charset="2"/>
              <a:buChar char="p"/>
            </a:pPr>
            <a:r>
              <a:rPr lang="zh-CN" altLang="en-US" sz="1400" dirty="0">
                <a:solidFill>
                  <a:schemeClr val="tx1">
                    <a:lumMod val="85000"/>
                    <a:lumOff val="15000"/>
                  </a:schemeClr>
                </a:solidFill>
                <a:latin typeface="微软雅黑" pitchFamily="34" charset="-122"/>
                <a:ea typeface="微软雅黑" pitchFamily="34" charset="-122"/>
              </a:rPr>
              <a:t>前后端主要结构</a:t>
            </a:r>
          </a:p>
        </p:txBody>
      </p:sp>
      <p:sp>
        <p:nvSpPr>
          <p:cNvPr id="7" name="TextBox 25"/>
          <p:cNvSpPr txBox="1"/>
          <p:nvPr/>
        </p:nvSpPr>
        <p:spPr>
          <a:xfrm>
            <a:off x="4211961" y="3402149"/>
            <a:ext cx="1971052" cy="284693"/>
          </a:xfrm>
          <a:prstGeom prst="rect">
            <a:avLst/>
          </a:prstGeom>
          <a:noFill/>
        </p:spPr>
        <p:txBody>
          <a:bodyPr wrap="none" lIns="68580" tIns="34290" rIns="68580" bIns="34290" rtlCol="0">
            <a:spAutoFit/>
          </a:bodyPr>
          <a:lstStyle/>
          <a:p>
            <a:pPr marL="214313" indent="-214313">
              <a:buFont typeface="Wingdings" pitchFamily="2" charset="2"/>
              <a:buChar char="p"/>
            </a:pPr>
            <a:r>
              <a:rPr lang="zh-CN" altLang="en-US" sz="1400" dirty="0">
                <a:solidFill>
                  <a:schemeClr val="tx1">
                    <a:lumMod val="85000"/>
                    <a:lumOff val="15000"/>
                  </a:schemeClr>
                </a:solidFill>
                <a:latin typeface="微软雅黑" pitchFamily="34" charset="-122"/>
                <a:ea typeface="微软雅黑" pitchFamily="34" charset="-122"/>
              </a:rPr>
              <a:t>不同用户的不同业务</a:t>
            </a:r>
          </a:p>
        </p:txBody>
      </p:sp>
      <p:sp>
        <p:nvSpPr>
          <p:cNvPr id="10" name="矩形 9"/>
          <p:cNvSpPr/>
          <p:nvPr/>
        </p:nvSpPr>
        <p:spPr>
          <a:xfrm>
            <a:off x="3869589" y="3886505"/>
            <a:ext cx="5319000" cy="200465"/>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1" name="矩形 10"/>
          <p:cNvSpPr/>
          <p:nvPr/>
        </p:nvSpPr>
        <p:spPr>
          <a:xfrm>
            <a:off x="3302392" y="1350498"/>
            <a:ext cx="305972" cy="1188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dirty="0"/>
          </a:p>
        </p:txBody>
      </p:sp>
      <p:grpSp>
        <p:nvGrpSpPr>
          <p:cNvPr id="8" name="组合 7">
            <a:extLst>
              <a:ext uri="{FF2B5EF4-FFF2-40B4-BE49-F238E27FC236}">
                <a16:creationId xmlns:a16="http://schemas.microsoft.com/office/drawing/2014/main" id="{034B30FC-763F-B9C0-4BAA-21F20038AC03}"/>
              </a:ext>
            </a:extLst>
          </p:cNvPr>
          <p:cNvGrpSpPr/>
          <p:nvPr/>
        </p:nvGrpSpPr>
        <p:grpSpPr>
          <a:xfrm>
            <a:off x="4095195" y="1350498"/>
            <a:ext cx="4351190" cy="1151704"/>
            <a:chOff x="3975103" y="922819"/>
            <a:chExt cx="3461838" cy="1151704"/>
          </a:xfrm>
        </p:grpSpPr>
        <p:sp>
          <p:nvSpPr>
            <p:cNvPr id="16" name="TextBox 4">
              <a:extLst>
                <a:ext uri="{FF2B5EF4-FFF2-40B4-BE49-F238E27FC236}">
                  <a16:creationId xmlns:a16="http://schemas.microsoft.com/office/drawing/2014/main" id="{46850AB2-00BF-B88E-899C-BD103F4CB382}"/>
                </a:ext>
              </a:extLst>
            </p:cNvPr>
            <p:cNvSpPr txBox="1"/>
            <p:nvPr/>
          </p:nvSpPr>
          <p:spPr>
            <a:xfrm>
              <a:off x="3975103" y="1543608"/>
              <a:ext cx="3461838" cy="530915"/>
            </a:xfrm>
            <a:prstGeom prst="rect">
              <a:avLst/>
            </a:prstGeom>
            <a:noFill/>
          </p:spPr>
          <p:txBody>
            <a:bodyPr wrap="none" lIns="68580" tIns="34290" rIns="68580" bIns="34290" rtlCol="0">
              <a:spAutoFit/>
            </a:bodyPr>
            <a:lstStyle/>
            <a:p>
              <a:pPr algn="ctr"/>
              <a:r>
                <a:rPr lang="en-US" altLang="zh-CN" sz="3000" b="1" dirty="0">
                  <a:solidFill>
                    <a:srgbClr val="0E90BE"/>
                  </a:solidFill>
                  <a:latin typeface="Impact" pitchFamily="34" charset="0"/>
                </a:rPr>
                <a:t>Project  Business  Analysis</a:t>
              </a:r>
              <a:endParaRPr lang="zh-CN" altLang="en-US" sz="3000" b="1" dirty="0">
                <a:solidFill>
                  <a:srgbClr val="0E90BE"/>
                </a:solidFill>
                <a:latin typeface="Impact" pitchFamily="34" charset="0"/>
              </a:endParaRPr>
            </a:p>
          </p:txBody>
        </p:sp>
        <p:sp>
          <p:nvSpPr>
            <p:cNvPr id="17" name="文本框 16">
              <a:extLst>
                <a:ext uri="{FF2B5EF4-FFF2-40B4-BE49-F238E27FC236}">
                  <a16:creationId xmlns:a16="http://schemas.microsoft.com/office/drawing/2014/main" id="{AB8138CC-3446-10DF-D95B-68B60E7FC4A3}"/>
                </a:ext>
              </a:extLst>
            </p:cNvPr>
            <p:cNvSpPr txBox="1"/>
            <p:nvPr/>
          </p:nvSpPr>
          <p:spPr>
            <a:xfrm>
              <a:off x="4671450" y="922819"/>
              <a:ext cx="2069144" cy="561692"/>
            </a:xfrm>
            <a:prstGeom prst="rect">
              <a:avLst/>
            </a:prstGeom>
            <a:noFill/>
          </p:spPr>
          <p:txBody>
            <a:bodyPr wrap="none" lIns="68580" tIns="34290" rIns="68580" bIns="34290" rtlCol="0">
              <a:spAutoFit/>
            </a:bodyPr>
            <a:lstStyle/>
            <a:p>
              <a:pPr algn="ct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项目业务分析</a:t>
              </a:r>
            </a:p>
          </p:txBody>
        </p:sp>
      </p:grpSp>
    </p:spTree>
    <p:extLst>
      <p:ext uri="{BB962C8B-B14F-4D97-AF65-F5344CB8AC3E}">
        <p14:creationId xmlns:p14="http://schemas.microsoft.com/office/powerpoint/2010/main" val="153101630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 presetClass="entr" presetSubtype="1" fill="hold" grpId="0" nodeType="withEffect">
                                  <p:stCondLst>
                                    <p:cond delay="30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400" fill="hold"/>
                                        <p:tgtEl>
                                          <p:spTgt spid="11"/>
                                        </p:tgtEl>
                                        <p:attrNameLst>
                                          <p:attrName>ppt_x</p:attrName>
                                        </p:attrNameLst>
                                      </p:cBhvr>
                                      <p:tavLst>
                                        <p:tav tm="0">
                                          <p:val>
                                            <p:strVal val="#ppt_x"/>
                                          </p:val>
                                        </p:tav>
                                        <p:tav tm="100000">
                                          <p:val>
                                            <p:strVal val="#ppt_x"/>
                                          </p:val>
                                        </p:tav>
                                      </p:tavLst>
                                    </p:anim>
                                    <p:anim calcmode="lin" valueType="num">
                                      <p:cBhvr additive="base">
                                        <p:cTn id="11" dur="400" fill="hold"/>
                                        <p:tgtEl>
                                          <p:spTgt spid="11"/>
                                        </p:tgtEl>
                                        <p:attrNameLst>
                                          <p:attrName>ppt_y</p:attrName>
                                        </p:attrNameLst>
                                      </p:cBhvr>
                                      <p:tavLst>
                                        <p:tav tm="0">
                                          <p:val>
                                            <p:strVal val="0-#ppt_h/2"/>
                                          </p:val>
                                        </p:tav>
                                        <p:tav tm="100000">
                                          <p:val>
                                            <p:strVal val="#ppt_y"/>
                                          </p:val>
                                        </p:tav>
                                      </p:tavLst>
                                    </p:anim>
                                  </p:childTnLst>
                                </p:cTn>
                              </p:par>
                            </p:childTnLst>
                          </p:cTn>
                        </p:par>
                        <p:par>
                          <p:cTn id="12" fill="hold">
                            <p:stCondLst>
                              <p:cond delay="700"/>
                            </p:stCondLst>
                            <p:childTnLst>
                              <p:par>
                                <p:cTn id="13" presetID="2" presetClass="entr" presetSubtype="12"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0-#ppt_w/2"/>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12" fill="hold" grpId="0" nodeType="withEffect">
                                  <p:stCondLst>
                                    <p:cond delay="10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12" fill="hold" grpId="0" nodeType="withEffect">
                                  <p:stCondLst>
                                    <p:cond delay="2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0-#ppt_w/2"/>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par>
                          <p:cTn id="25" fill="hold">
                            <p:stCondLst>
                              <p:cond delay="1400"/>
                            </p:stCondLst>
                            <p:childTnLst>
                              <p:par>
                                <p:cTn id="26" presetID="22" presetClass="entr" presetSubtype="8"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childTnLst>
                          </p:cTn>
                        </p:par>
                        <p:par>
                          <p:cTn id="29" fill="hold">
                            <p:stCondLst>
                              <p:cond delay="1900"/>
                            </p:stCondLst>
                            <p:childTnLst>
                              <p:par>
                                <p:cTn id="30" presetID="22" presetClass="entr" presetSubtype="8" fill="hold" nodeType="after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6" grpId="0"/>
      <p:bldP spid="7" grpId="0"/>
      <p:bldP spid="10" grpId="0" animBg="1"/>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108"/>
          <p:cNvSpPr txBox="1">
            <a:spLocks noChangeArrowheads="1"/>
          </p:cNvSpPr>
          <p:nvPr/>
        </p:nvSpPr>
        <p:spPr bwMode="auto">
          <a:xfrm>
            <a:off x="539552" y="267494"/>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r>
              <a:rPr lang="zh-CN" altLang="en-US" dirty="0">
                <a:solidFill>
                  <a:prstClr val="black"/>
                </a:solidFill>
                <a:latin typeface="微软雅黑" panose="020B0503020204020204" pitchFamily="34" charset="-122"/>
                <a:ea typeface="微软雅黑" panose="020B0503020204020204" pitchFamily="34" charset="-122"/>
              </a:rPr>
              <a:t>需求分析</a:t>
            </a:r>
            <a:endParaRPr lang="en-US" altLang="zh-CN" dirty="0">
              <a:solidFill>
                <a:prstClr val="black"/>
              </a:solidFill>
              <a:latin typeface="微软雅黑" panose="020B0503020204020204" pitchFamily="34" charset="-122"/>
              <a:ea typeface="微软雅黑" panose="020B0503020204020204" pitchFamily="34" charset="-122"/>
            </a:endParaRPr>
          </a:p>
        </p:txBody>
      </p:sp>
      <p:grpSp>
        <p:nvGrpSpPr>
          <p:cNvPr id="43" name="组合 42"/>
          <p:cNvGrpSpPr/>
          <p:nvPr/>
        </p:nvGrpSpPr>
        <p:grpSpPr>
          <a:xfrm>
            <a:off x="107544" y="245001"/>
            <a:ext cx="360000" cy="360000"/>
            <a:chOff x="1965186" y="1419622"/>
            <a:chExt cx="302558" cy="314067"/>
          </a:xfrm>
        </p:grpSpPr>
        <p:sp>
          <p:nvSpPr>
            <p:cNvPr id="44" name="矩形 43"/>
            <p:cNvSpPr/>
            <p:nvPr/>
          </p:nvSpPr>
          <p:spPr>
            <a:xfrm>
              <a:off x="1965186" y="1419622"/>
              <a:ext cx="252000" cy="252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2087744" y="1553689"/>
              <a:ext cx="180000" cy="180000"/>
            </a:xfrm>
            <a:prstGeom prst="rect">
              <a:avLst/>
            </a:prstGeom>
            <a:solidFill>
              <a:srgbClr val="0E90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Group 49">
            <a:extLst>
              <a:ext uri="{FF2B5EF4-FFF2-40B4-BE49-F238E27FC236}">
                <a16:creationId xmlns:a16="http://schemas.microsoft.com/office/drawing/2014/main" id="{93942CE5-D476-5C35-C463-0988F641EAFB}"/>
              </a:ext>
            </a:extLst>
          </p:cNvPr>
          <p:cNvGrpSpPr>
            <a:grpSpLocks/>
          </p:cNvGrpSpPr>
          <p:nvPr/>
        </p:nvGrpSpPr>
        <p:grpSpPr bwMode="auto">
          <a:xfrm>
            <a:off x="3025561" y="1541158"/>
            <a:ext cx="2947000" cy="2920787"/>
            <a:chOff x="1727" y="1189"/>
            <a:chExt cx="2358" cy="2358"/>
          </a:xfrm>
        </p:grpSpPr>
        <p:sp>
          <p:nvSpPr>
            <p:cNvPr id="3" name="Oval 4">
              <a:extLst>
                <a:ext uri="{FF2B5EF4-FFF2-40B4-BE49-F238E27FC236}">
                  <a16:creationId xmlns:a16="http://schemas.microsoft.com/office/drawing/2014/main" id="{C5411F23-B358-95B5-42ED-4F5F7C51DDE8}"/>
                </a:ext>
              </a:extLst>
            </p:cNvPr>
            <p:cNvSpPr>
              <a:spLocks noChangeArrowheads="1"/>
            </p:cNvSpPr>
            <p:nvPr/>
          </p:nvSpPr>
          <p:spPr bwMode="auto">
            <a:xfrm>
              <a:off x="1727" y="1189"/>
              <a:ext cx="2358" cy="2358"/>
            </a:xfrm>
            <a:prstGeom prst="ellipse">
              <a:avLst/>
            </a:prstGeom>
            <a:gradFill rotWithShape="1">
              <a:gsLst>
                <a:gs pos="0">
                  <a:srgbClr val="E6E6E6"/>
                </a:gs>
                <a:gs pos="14999">
                  <a:srgbClr val="7D8496"/>
                </a:gs>
                <a:gs pos="53000">
                  <a:srgbClr val="E6E6E6"/>
                </a:gs>
                <a:gs pos="67999">
                  <a:srgbClr val="7D8496"/>
                </a:gs>
                <a:gs pos="92999">
                  <a:srgbClr val="E6E6E6"/>
                </a:gs>
                <a:gs pos="100000">
                  <a:srgbClr val="FFFFFF"/>
                </a:gs>
              </a:gsLst>
              <a:lin ang="18900000" scaled="1"/>
            </a:gra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sp>
          <p:nvSpPr>
            <p:cNvPr id="4" name="Oval 5">
              <a:extLst>
                <a:ext uri="{FF2B5EF4-FFF2-40B4-BE49-F238E27FC236}">
                  <a16:creationId xmlns:a16="http://schemas.microsoft.com/office/drawing/2014/main" id="{408B493C-15DF-702A-9A34-2EEA1753D812}"/>
                </a:ext>
              </a:extLst>
            </p:cNvPr>
            <p:cNvSpPr>
              <a:spLocks noChangeArrowheads="1"/>
            </p:cNvSpPr>
            <p:nvPr/>
          </p:nvSpPr>
          <p:spPr bwMode="auto">
            <a:xfrm>
              <a:off x="2038" y="1491"/>
              <a:ext cx="1732" cy="1730"/>
            </a:xfrm>
            <a:prstGeom prst="ellipse">
              <a:avLst/>
            </a:prstGeom>
            <a:gradFill rotWithShape="1">
              <a:gsLst>
                <a:gs pos="0">
                  <a:srgbClr val="FFFFFF"/>
                </a:gs>
                <a:gs pos="50000">
                  <a:srgbClr val="A1A1A1"/>
                </a:gs>
                <a:gs pos="100000">
                  <a:srgbClr val="FFFFFF"/>
                </a:gs>
              </a:gsLst>
              <a:lin ang="18900000" scaled="1"/>
            </a:gradFill>
            <a:ln w="9525">
              <a:noFill/>
              <a:round/>
              <a:headEnd/>
              <a:tailEnd/>
            </a:ln>
            <a:effectLst>
              <a:prstShdw prst="shdw17" dist="17961" dir="2700000">
                <a:srgbClr val="999999"/>
              </a:prst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endParaRPr>
            </a:p>
          </p:txBody>
        </p:sp>
      </p:grpSp>
      <p:sp>
        <p:nvSpPr>
          <p:cNvPr id="5" name="Text Box 7">
            <a:extLst>
              <a:ext uri="{FF2B5EF4-FFF2-40B4-BE49-F238E27FC236}">
                <a16:creationId xmlns:a16="http://schemas.microsoft.com/office/drawing/2014/main" id="{25D61A63-CC8B-3919-E1BE-1D668419E9DC}"/>
              </a:ext>
            </a:extLst>
          </p:cNvPr>
          <p:cNvSpPr txBox="1">
            <a:spLocks noChangeArrowheads="1"/>
          </p:cNvSpPr>
          <p:nvPr/>
        </p:nvSpPr>
        <p:spPr bwMode="auto">
          <a:xfrm>
            <a:off x="5337412" y="1171826"/>
            <a:ext cx="2675700" cy="738664"/>
          </a:xfrm>
          <a:prstGeom prst="rect">
            <a:avLst/>
          </a:prstGeom>
          <a:noFill/>
          <a:ln w="9525">
            <a:noFill/>
            <a:miter lim="800000"/>
            <a:headEnd/>
            <a:tailEnd/>
          </a:ln>
          <a:effectLst/>
        </p:spPr>
        <p:txBody>
          <a:bodyPr wrap="square">
            <a:spAutoFit/>
          </a:bodyPr>
          <a:lstStyle/>
          <a:p>
            <a:pPr lvl="0">
              <a:defRPr/>
            </a:pPr>
            <a:r>
              <a:rPr lang="zh-CN" altLang="en-US" sz="1400" kern="0" dirty="0">
                <a:solidFill>
                  <a:prstClr val="black"/>
                </a:solidFill>
              </a:rPr>
              <a:t>患者希望能够足不出户，就能够方便快捷地完成挂号、候诊、缴费等所有就诊事宜。</a:t>
            </a:r>
            <a:endParaRPr kumimoji="0" lang="zh-CN" altLang="en-US" sz="1400" b="0" i="0" u="none" strike="noStrike" kern="0" cap="none" spc="0" normalizeH="0" baseline="0" noProof="0" dirty="0">
              <a:ln>
                <a:noFill/>
              </a:ln>
              <a:solidFill>
                <a:prstClr val="black"/>
              </a:solidFill>
              <a:effectLst/>
              <a:uLnTx/>
              <a:uFillTx/>
            </a:endParaRPr>
          </a:p>
        </p:txBody>
      </p:sp>
      <p:grpSp>
        <p:nvGrpSpPr>
          <p:cNvPr id="6" name="Group 46">
            <a:extLst>
              <a:ext uri="{FF2B5EF4-FFF2-40B4-BE49-F238E27FC236}">
                <a16:creationId xmlns:a16="http://schemas.microsoft.com/office/drawing/2014/main" id="{52E7948D-2687-823E-6C33-1B1F76172D28}"/>
              </a:ext>
            </a:extLst>
          </p:cNvPr>
          <p:cNvGrpSpPr>
            <a:grpSpLocks/>
          </p:cNvGrpSpPr>
          <p:nvPr/>
        </p:nvGrpSpPr>
        <p:grpSpPr bwMode="auto">
          <a:xfrm>
            <a:off x="3837616" y="1147063"/>
            <a:ext cx="1284782" cy="1258490"/>
            <a:chOff x="2380" y="858"/>
            <a:chExt cx="1028" cy="1016"/>
          </a:xfrm>
        </p:grpSpPr>
        <p:grpSp>
          <p:nvGrpSpPr>
            <p:cNvPr id="7" name="Group 7">
              <a:extLst>
                <a:ext uri="{FF2B5EF4-FFF2-40B4-BE49-F238E27FC236}">
                  <a16:creationId xmlns:a16="http://schemas.microsoft.com/office/drawing/2014/main" id="{376993A2-AA1A-2BDE-EC57-AF7A85BC8DD4}"/>
                </a:ext>
              </a:extLst>
            </p:cNvPr>
            <p:cNvGrpSpPr>
              <a:grpSpLocks/>
            </p:cNvGrpSpPr>
            <p:nvPr/>
          </p:nvGrpSpPr>
          <p:grpSpPr bwMode="auto">
            <a:xfrm>
              <a:off x="2380" y="858"/>
              <a:ext cx="1028" cy="1016"/>
              <a:chOff x="0" y="0"/>
              <a:chExt cx="1110" cy="1096"/>
            </a:xfrm>
          </p:grpSpPr>
          <p:grpSp>
            <p:nvGrpSpPr>
              <p:cNvPr id="12" name="Group 8">
                <a:extLst>
                  <a:ext uri="{FF2B5EF4-FFF2-40B4-BE49-F238E27FC236}">
                    <a16:creationId xmlns:a16="http://schemas.microsoft.com/office/drawing/2014/main" id="{03A2C285-E963-CC9B-AB7A-1293CD18AFAA}"/>
                  </a:ext>
                </a:extLst>
              </p:cNvPr>
              <p:cNvGrpSpPr>
                <a:grpSpLocks/>
              </p:cNvGrpSpPr>
              <p:nvPr/>
            </p:nvGrpSpPr>
            <p:grpSpPr bwMode="auto">
              <a:xfrm>
                <a:off x="0" y="0"/>
                <a:ext cx="1110" cy="1096"/>
                <a:chOff x="0" y="0"/>
                <a:chExt cx="1110" cy="1096"/>
              </a:xfrm>
            </p:grpSpPr>
            <p:sp>
              <p:nvSpPr>
                <p:cNvPr id="24" name="Oval 12">
                  <a:extLst>
                    <a:ext uri="{FF2B5EF4-FFF2-40B4-BE49-F238E27FC236}">
                      <a16:creationId xmlns:a16="http://schemas.microsoft.com/office/drawing/2014/main" id="{BC26A3B4-2506-81AD-6AB6-B1DB6AB2F658}"/>
                    </a:ext>
                  </a:extLst>
                </p:cNvPr>
                <p:cNvSpPr>
                  <a:spLocks noChangeArrowheads="1"/>
                </p:cNvSpPr>
                <p:nvPr/>
              </p:nvSpPr>
              <p:spPr bwMode="auto">
                <a:xfrm>
                  <a:off x="0" y="0"/>
                  <a:ext cx="1110" cy="1096"/>
                </a:xfrm>
                <a:prstGeom prst="ellipse">
                  <a:avLst/>
                </a:prstGeom>
                <a:solidFill>
                  <a:srgbClr val="3333CC">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sp>
              <p:nvSpPr>
                <p:cNvPr id="46" name="Oval 13">
                  <a:extLst>
                    <a:ext uri="{FF2B5EF4-FFF2-40B4-BE49-F238E27FC236}">
                      <a16:creationId xmlns:a16="http://schemas.microsoft.com/office/drawing/2014/main" id="{7751BADD-2D9B-CA90-C03E-179DC07D1E36}"/>
                    </a:ext>
                  </a:extLst>
                </p:cNvPr>
                <p:cNvSpPr>
                  <a:spLocks noChangeArrowheads="1"/>
                </p:cNvSpPr>
                <p:nvPr/>
              </p:nvSpPr>
              <p:spPr bwMode="auto">
                <a:xfrm>
                  <a:off x="25" y="25"/>
                  <a:ext cx="1062" cy="1048"/>
                </a:xfrm>
                <a:prstGeom prst="ellipse">
                  <a:avLst/>
                </a:prstGeom>
                <a:solidFill>
                  <a:srgbClr val="4F81BD">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grpSp>
          <p:grpSp>
            <p:nvGrpSpPr>
              <p:cNvPr id="13" name="Group 11">
                <a:extLst>
                  <a:ext uri="{FF2B5EF4-FFF2-40B4-BE49-F238E27FC236}">
                    <a16:creationId xmlns:a16="http://schemas.microsoft.com/office/drawing/2014/main" id="{E72C5DC1-8633-455E-D6A0-181278336197}"/>
                  </a:ext>
                </a:extLst>
              </p:cNvPr>
              <p:cNvGrpSpPr>
                <a:grpSpLocks/>
              </p:cNvGrpSpPr>
              <p:nvPr/>
            </p:nvGrpSpPr>
            <p:grpSpPr bwMode="auto">
              <a:xfrm>
                <a:off x="49" y="48"/>
                <a:ext cx="1026" cy="1014"/>
                <a:chOff x="0" y="0"/>
                <a:chExt cx="1110" cy="1096"/>
              </a:xfrm>
            </p:grpSpPr>
            <p:sp>
              <p:nvSpPr>
                <p:cNvPr id="14" name="Oval 15">
                  <a:extLst>
                    <a:ext uri="{FF2B5EF4-FFF2-40B4-BE49-F238E27FC236}">
                      <a16:creationId xmlns:a16="http://schemas.microsoft.com/office/drawing/2014/main" id="{4AB81FD1-1E5C-8026-A54D-F1A808CAB393}"/>
                    </a:ext>
                  </a:extLst>
                </p:cNvPr>
                <p:cNvSpPr>
                  <a:spLocks noChangeArrowheads="1"/>
                </p:cNvSpPr>
                <p:nvPr/>
              </p:nvSpPr>
              <p:spPr bwMode="auto">
                <a:xfrm>
                  <a:off x="0" y="0"/>
                  <a:ext cx="1110" cy="1096"/>
                </a:xfrm>
                <a:prstGeom prst="ellipse">
                  <a:avLst/>
                </a:prstGeom>
                <a:solidFill>
                  <a:srgbClr val="4F81BD">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sp>
              <p:nvSpPr>
                <p:cNvPr id="20" name="Oval 16">
                  <a:extLst>
                    <a:ext uri="{FF2B5EF4-FFF2-40B4-BE49-F238E27FC236}">
                      <a16:creationId xmlns:a16="http://schemas.microsoft.com/office/drawing/2014/main" id="{A37B26F2-B8AF-5166-A2AC-E2573AAA7288}"/>
                    </a:ext>
                  </a:extLst>
                </p:cNvPr>
                <p:cNvSpPr>
                  <a:spLocks noChangeArrowheads="1"/>
                </p:cNvSpPr>
                <p:nvPr/>
              </p:nvSpPr>
              <p:spPr bwMode="auto">
                <a:xfrm>
                  <a:off x="25" y="25"/>
                  <a:ext cx="1062" cy="1048"/>
                </a:xfrm>
                <a:prstGeom prst="ellipse">
                  <a:avLst/>
                </a:prstGeom>
                <a:solidFill>
                  <a:srgbClr val="3333CC">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grpSp>
        </p:grpSp>
        <p:grpSp>
          <p:nvGrpSpPr>
            <p:cNvPr id="8" name="Group 28">
              <a:extLst>
                <a:ext uri="{FF2B5EF4-FFF2-40B4-BE49-F238E27FC236}">
                  <a16:creationId xmlns:a16="http://schemas.microsoft.com/office/drawing/2014/main" id="{05E90BA3-D0CD-BDA4-5513-2E7050B630DB}"/>
                </a:ext>
              </a:extLst>
            </p:cNvPr>
            <p:cNvGrpSpPr>
              <a:grpSpLocks/>
            </p:cNvGrpSpPr>
            <p:nvPr/>
          </p:nvGrpSpPr>
          <p:grpSpPr bwMode="auto">
            <a:xfrm>
              <a:off x="2427" y="890"/>
              <a:ext cx="924" cy="912"/>
              <a:chOff x="0" y="0"/>
              <a:chExt cx="751" cy="742"/>
            </a:xfrm>
          </p:grpSpPr>
          <p:sp>
            <p:nvSpPr>
              <p:cNvPr id="10" name="Oval 32">
                <a:extLst>
                  <a:ext uri="{FF2B5EF4-FFF2-40B4-BE49-F238E27FC236}">
                    <a16:creationId xmlns:a16="http://schemas.microsoft.com/office/drawing/2014/main" id="{731FCB5C-C498-0509-D25A-5FDB8316CDC4}"/>
                  </a:ext>
                </a:extLst>
              </p:cNvPr>
              <p:cNvSpPr>
                <a:spLocks noChangeArrowheads="1"/>
              </p:cNvSpPr>
              <p:nvPr/>
            </p:nvSpPr>
            <p:spPr bwMode="auto">
              <a:xfrm>
                <a:off x="20" y="32"/>
                <a:ext cx="716" cy="710"/>
              </a:xfrm>
              <a:prstGeom prst="ellipse">
                <a:avLst/>
              </a:prstGeom>
              <a:solidFill>
                <a:srgbClr val="054487"/>
              </a:solidFill>
              <a:ln w="38100">
                <a:solidFill>
                  <a:srgbClr val="F8F8F8">
                    <a:alpha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pic>
            <p:nvPicPr>
              <p:cNvPr id="11" name="Picture 33" descr="cir_lighteffect0">
                <a:extLst>
                  <a:ext uri="{FF2B5EF4-FFF2-40B4-BE49-F238E27FC236}">
                    <a16:creationId xmlns:a16="http://schemas.microsoft.com/office/drawing/2014/main" id="{BAB3ADA6-4F80-FFC6-23B2-3DA276EBA686}"/>
                  </a:ext>
                </a:extLst>
              </p:cNvPr>
              <p:cNvPicPr>
                <a:picLocks noChangeAspect="1" noChangeArrowheads="1"/>
              </p:cNvPicPr>
              <p:nvPr/>
            </p:nvPicPr>
            <p:blipFill>
              <a:blip r:embed="rId3">
                <a:lum bright="18000" contrast="-12000"/>
              </a:blip>
              <a:srcRect/>
              <a:stretch>
                <a:fillRect/>
              </a:stretch>
            </p:blipFill>
            <p:spPr bwMode="auto">
              <a:xfrm>
                <a:off x="0" y="0"/>
                <a:ext cx="751" cy="645"/>
              </a:xfrm>
              <a:prstGeom prst="rect">
                <a:avLst/>
              </a:prstGeom>
              <a:noFill/>
              <a:ln w="9525">
                <a:noFill/>
                <a:miter lim="800000"/>
                <a:headEnd/>
                <a:tailEnd/>
              </a:ln>
              <a:effectLst/>
            </p:spPr>
          </p:pic>
        </p:grpSp>
        <p:sp>
          <p:nvSpPr>
            <p:cNvPr id="9" name="Rectangle 34">
              <a:extLst>
                <a:ext uri="{FF2B5EF4-FFF2-40B4-BE49-F238E27FC236}">
                  <a16:creationId xmlns:a16="http://schemas.microsoft.com/office/drawing/2014/main" id="{EA14D8B7-E756-A979-D74C-F983C1F2465C}"/>
                </a:ext>
              </a:extLst>
            </p:cNvPr>
            <p:cNvSpPr>
              <a:spLocks noChangeArrowheads="1"/>
            </p:cNvSpPr>
            <p:nvPr/>
          </p:nvSpPr>
          <p:spPr bwMode="auto">
            <a:xfrm>
              <a:off x="2447" y="1078"/>
              <a:ext cx="879" cy="522"/>
            </a:xfrm>
            <a:prstGeom prst="rect">
              <a:avLst/>
            </a:prstGeom>
            <a:noFill/>
            <a:ln w="9525">
              <a:noFill/>
              <a:miter lim="800000"/>
              <a:headEnd/>
              <a:tailEnd/>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b="1" kern="0" dirty="0">
                  <a:solidFill>
                    <a:srgbClr val="FFFFFF"/>
                  </a:solidFill>
                  <a:latin typeface="微软雅黑" pitchFamily="34" charset="-122"/>
                  <a:ea typeface="微软雅黑" pitchFamily="34" charset="-122"/>
                </a:rPr>
                <a:t>患者</a:t>
              </a:r>
              <a:endParaRPr lang="en-US" altLang="zh-CN" b="1" kern="0" dirty="0">
                <a:solidFill>
                  <a:srgbClr val="FFFFFF"/>
                </a:solidFill>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b="1" kern="0" dirty="0">
                  <a:solidFill>
                    <a:srgbClr val="FFFFFF"/>
                  </a:solidFill>
                  <a:latin typeface="微软雅黑" pitchFamily="34" charset="-122"/>
                  <a:ea typeface="微软雅黑" pitchFamily="34" charset="-122"/>
                </a:rPr>
                <a:t>需求</a:t>
              </a:r>
              <a:endParaRPr kumimoji="0" lang="zh-CN" altLang="en-US" sz="1800" b="1" i="0" u="none" strike="noStrike" kern="0" cap="none" spc="0" normalizeH="0" baseline="0" noProof="0" dirty="0">
                <a:ln>
                  <a:noFill/>
                </a:ln>
                <a:solidFill>
                  <a:srgbClr val="FFFFFF"/>
                </a:solidFill>
                <a:effectLst/>
                <a:uLnTx/>
                <a:uFillTx/>
                <a:latin typeface="微软雅黑" pitchFamily="34" charset="-122"/>
                <a:ea typeface="微软雅黑" pitchFamily="34" charset="-122"/>
              </a:endParaRPr>
            </a:p>
          </p:txBody>
        </p:sp>
      </p:grpSp>
      <p:grpSp>
        <p:nvGrpSpPr>
          <p:cNvPr id="47" name="Group 47">
            <a:extLst>
              <a:ext uri="{FF2B5EF4-FFF2-40B4-BE49-F238E27FC236}">
                <a16:creationId xmlns:a16="http://schemas.microsoft.com/office/drawing/2014/main" id="{EE645202-7754-7BB0-3604-98D922C82149}"/>
              </a:ext>
            </a:extLst>
          </p:cNvPr>
          <p:cNvGrpSpPr>
            <a:grpSpLocks/>
          </p:cNvGrpSpPr>
          <p:nvPr/>
        </p:nvGrpSpPr>
        <p:grpSpPr bwMode="auto">
          <a:xfrm>
            <a:off x="2427916" y="2949669"/>
            <a:ext cx="1284782" cy="1258490"/>
            <a:chOff x="1492" y="2372"/>
            <a:chExt cx="1028" cy="1016"/>
          </a:xfrm>
        </p:grpSpPr>
        <p:grpSp>
          <p:nvGrpSpPr>
            <p:cNvPr id="48" name="Group 14">
              <a:extLst>
                <a:ext uri="{FF2B5EF4-FFF2-40B4-BE49-F238E27FC236}">
                  <a16:creationId xmlns:a16="http://schemas.microsoft.com/office/drawing/2014/main" id="{5691940B-749F-F6D1-B320-9466F8F610A1}"/>
                </a:ext>
              </a:extLst>
            </p:cNvPr>
            <p:cNvGrpSpPr>
              <a:grpSpLocks/>
            </p:cNvGrpSpPr>
            <p:nvPr/>
          </p:nvGrpSpPr>
          <p:grpSpPr bwMode="auto">
            <a:xfrm>
              <a:off x="1492" y="2372"/>
              <a:ext cx="1028" cy="1016"/>
              <a:chOff x="0" y="0"/>
              <a:chExt cx="1110" cy="1096"/>
            </a:xfrm>
          </p:grpSpPr>
          <p:grpSp>
            <p:nvGrpSpPr>
              <p:cNvPr id="53" name="Group 15">
                <a:extLst>
                  <a:ext uri="{FF2B5EF4-FFF2-40B4-BE49-F238E27FC236}">
                    <a16:creationId xmlns:a16="http://schemas.microsoft.com/office/drawing/2014/main" id="{1ED73D2D-179B-B178-879B-47C7789C380E}"/>
                  </a:ext>
                </a:extLst>
              </p:cNvPr>
              <p:cNvGrpSpPr>
                <a:grpSpLocks/>
              </p:cNvGrpSpPr>
              <p:nvPr/>
            </p:nvGrpSpPr>
            <p:grpSpPr bwMode="auto">
              <a:xfrm>
                <a:off x="0" y="0"/>
                <a:ext cx="1110" cy="1096"/>
                <a:chOff x="0" y="0"/>
                <a:chExt cx="1110" cy="1096"/>
              </a:xfrm>
            </p:grpSpPr>
            <p:sp>
              <p:nvSpPr>
                <p:cNvPr id="57" name="Oval 19">
                  <a:extLst>
                    <a:ext uri="{FF2B5EF4-FFF2-40B4-BE49-F238E27FC236}">
                      <a16:creationId xmlns:a16="http://schemas.microsoft.com/office/drawing/2014/main" id="{7FE7D831-F79D-5EA1-2DA0-4E26F71258C8}"/>
                    </a:ext>
                  </a:extLst>
                </p:cNvPr>
                <p:cNvSpPr>
                  <a:spLocks noChangeArrowheads="1"/>
                </p:cNvSpPr>
                <p:nvPr/>
              </p:nvSpPr>
              <p:spPr bwMode="auto">
                <a:xfrm>
                  <a:off x="0" y="0"/>
                  <a:ext cx="1110" cy="1096"/>
                </a:xfrm>
                <a:prstGeom prst="ellipse">
                  <a:avLst/>
                </a:prstGeom>
                <a:solidFill>
                  <a:srgbClr val="C0504D">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sp>
              <p:nvSpPr>
                <p:cNvPr id="58" name="Oval 20">
                  <a:extLst>
                    <a:ext uri="{FF2B5EF4-FFF2-40B4-BE49-F238E27FC236}">
                      <a16:creationId xmlns:a16="http://schemas.microsoft.com/office/drawing/2014/main" id="{DAC04EA7-ACC3-549D-2D14-026D68C22475}"/>
                    </a:ext>
                  </a:extLst>
                </p:cNvPr>
                <p:cNvSpPr>
                  <a:spLocks noChangeArrowheads="1"/>
                </p:cNvSpPr>
                <p:nvPr/>
              </p:nvSpPr>
              <p:spPr bwMode="auto">
                <a:xfrm>
                  <a:off x="25" y="25"/>
                  <a:ext cx="1062" cy="1048"/>
                </a:xfrm>
                <a:prstGeom prst="ellipse">
                  <a:avLst/>
                </a:prstGeom>
                <a:solidFill>
                  <a:srgbClr val="C0504D">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grpSp>
          <p:grpSp>
            <p:nvGrpSpPr>
              <p:cNvPr id="54" name="Group 18">
                <a:extLst>
                  <a:ext uri="{FF2B5EF4-FFF2-40B4-BE49-F238E27FC236}">
                    <a16:creationId xmlns:a16="http://schemas.microsoft.com/office/drawing/2014/main" id="{E2FBDADA-AC59-23FA-833D-FC796179C149}"/>
                  </a:ext>
                </a:extLst>
              </p:cNvPr>
              <p:cNvGrpSpPr>
                <a:grpSpLocks/>
              </p:cNvGrpSpPr>
              <p:nvPr/>
            </p:nvGrpSpPr>
            <p:grpSpPr bwMode="auto">
              <a:xfrm>
                <a:off x="49" y="48"/>
                <a:ext cx="1026" cy="1014"/>
                <a:chOff x="0" y="0"/>
                <a:chExt cx="1110" cy="1096"/>
              </a:xfrm>
            </p:grpSpPr>
            <p:sp>
              <p:nvSpPr>
                <p:cNvPr id="55" name="Oval 22">
                  <a:extLst>
                    <a:ext uri="{FF2B5EF4-FFF2-40B4-BE49-F238E27FC236}">
                      <a16:creationId xmlns:a16="http://schemas.microsoft.com/office/drawing/2014/main" id="{AA598EE3-5336-5074-9873-8C3370870809}"/>
                    </a:ext>
                  </a:extLst>
                </p:cNvPr>
                <p:cNvSpPr>
                  <a:spLocks noChangeArrowheads="1"/>
                </p:cNvSpPr>
                <p:nvPr/>
              </p:nvSpPr>
              <p:spPr bwMode="auto">
                <a:xfrm>
                  <a:off x="0" y="0"/>
                  <a:ext cx="1110" cy="1096"/>
                </a:xfrm>
                <a:prstGeom prst="ellipse">
                  <a:avLst/>
                </a:prstGeom>
                <a:solidFill>
                  <a:srgbClr val="C0504D">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sp>
              <p:nvSpPr>
                <p:cNvPr id="56" name="Oval 23">
                  <a:extLst>
                    <a:ext uri="{FF2B5EF4-FFF2-40B4-BE49-F238E27FC236}">
                      <a16:creationId xmlns:a16="http://schemas.microsoft.com/office/drawing/2014/main" id="{9778F324-30F5-FD07-3F9B-7EFA02F103D6}"/>
                    </a:ext>
                  </a:extLst>
                </p:cNvPr>
                <p:cNvSpPr>
                  <a:spLocks noChangeArrowheads="1"/>
                </p:cNvSpPr>
                <p:nvPr/>
              </p:nvSpPr>
              <p:spPr bwMode="auto">
                <a:xfrm>
                  <a:off x="25" y="25"/>
                  <a:ext cx="1062" cy="1048"/>
                </a:xfrm>
                <a:prstGeom prst="ellipse">
                  <a:avLst/>
                </a:prstGeom>
                <a:solidFill>
                  <a:srgbClr val="0068ED">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grpSp>
        </p:grpSp>
        <p:grpSp>
          <p:nvGrpSpPr>
            <p:cNvPr id="49" name="Group 32">
              <a:extLst>
                <a:ext uri="{FF2B5EF4-FFF2-40B4-BE49-F238E27FC236}">
                  <a16:creationId xmlns:a16="http://schemas.microsoft.com/office/drawing/2014/main" id="{8051D3D3-A7A6-3CDC-F4F9-5A079FC65929}"/>
                </a:ext>
              </a:extLst>
            </p:cNvPr>
            <p:cNvGrpSpPr>
              <a:grpSpLocks/>
            </p:cNvGrpSpPr>
            <p:nvPr/>
          </p:nvGrpSpPr>
          <p:grpSpPr bwMode="auto">
            <a:xfrm>
              <a:off x="1537" y="2411"/>
              <a:ext cx="924" cy="912"/>
              <a:chOff x="0" y="0"/>
              <a:chExt cx="751" cy="741"/>
            </a:xfrm>
          </p:grpSpPr>
          <p:sp>
            <p:nvSpPr>
              <p:cNvPr id="51" name="Oval 36">
                <a:extLst>
                  <a:ext uri="{FF2B5EF4-FFF2-40B4-BE49-F238E27FC236}">
                    <a16:creationId xmlns:a16="http://schemas.microsoft.com/office/drawing/2014/main" id="{63AD62E4-C43D-1997-3DC7-0AD544116A3F}"/>
                  </a:ext>
                </a:extLst>
              </p:cNvPr>
              <p:cNvSpPr>
                <a:spLocks noChangeArrowheads="1"/>
              </p:cNvSpPr>
              <p:nvPr/>
            </p:nvSpPr>
            <p:spPr bwMode="auto">
              <a:xfrm>
                <a:off x="20" y="32"/>
                <a:ext cx="716" cy="709"/>
              </a:xfrm>
              <a:prstGeom prst="ellipse">
                <a:avLst/>
              </a:prstGeom>
              <a:solidFill>
                <a:srgbClr val="054487"/>
              </a:solidFill>
              <a:ln w="38100">
                <a:solidFill>
                  <a:srgbClr val="F8F8F8">
                    <a:alpha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pic>
            <p:nvPicPr>
              <p:cNvPr id="52" name="Picture 37" descr="cir_lighteffect0">
                <a:extLst>
                  <a:ext uri="{FF2B5EF4-FFF2-40B4-BE49-F238E27FC236}">
                    <a16:creationId xmlns:a16="http://schemas.microsoft.com/office/drawing/2014/main" id="{CC079E06-FD98-61D4-399F-DF330D55859F}"/>
                  </a:ext>
                </a:extLst>
              </p:cNvPr>
              <p:cNvPicPr>
                <a:picLocks noChangeAspect="1" noChangeArrowheads="1"/>
              </p:cNvPicPr>
              <p:nvPr/>
            </p:nvPicPr>
            <p:blipFill>
              <a:blip r:embed="rId3">
                <a:lum bright="18000" contrast="-12000"/>
              </a:blip>
              <a:srcRect/>
              <a:stretch>
                <a:fillRect/>
              </a:stretch>
            </p:blipFill>
            <p:spPr bwMode="auto">
              <a:xfrm>
                <a:off x="0" y="0"/>
                <a:ext cx="751" cy="644"/>
              </a:xfrm>
              <a:prstGeom prst="rect">
                <a:avLst/>
              </a:prstGeom>
              <a:noFill/>
              <a:ln w="9525">
                <a:noFill/>
                <a:miter lim="800000"/>
                <a:headEnd/>
                <a:tailEnd/>
              </a:ln>
              <a:effectLst/>
            </p:spPr>
          </p:pic>
        </p:grpSp>
        <p:sp>
          <p:nvSpPr>
            <p:cNvPr id="50" name="Rectangle 38">
              <a:extLst>
                <a:ext uri="{FF2B5EF4-FFF2-40B4-BE49-F238E27FC236}">
                  <a16:creationId xmlns:a16="http://schemas.microsoft.com/office/drawing/2014/main" id="{76A2941F-6B72-806E-C593-089D8AFB8862}"/>
                </a:ext>
              </a:extLst>
            </p:cNvPr>
            <p:cNvSpPr>
              <a:spLocks noChangeArrowheads="1"/>
            </p:cNvSpPr>
            <p:nvPr/>
          </p:nvSpPr>
          <p:spPr bwMode="auto">
            <a:xfrm>
              <a:off x="1559" y="2648"/>
              <a:ext cx="938" cy="522"/>
            </a:xfrm>
            <a:prstGeom prst="rect">
              <a:avLst/>
            </a:prstGeom>
            <a:noFill/>
            <a:ln w="9525">
              <a:noFill/>
              <a:miter lim="800000"/>
              <a:headEnd/>
              <a:tailEnd/>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b="1" kern="0" dirty="0">
                  <a:solidFill>
                    <a:srgbClr val="FFFFFF"/>
                  </a:solidFill>
                  <a:latin typeface="微软雅黑" pitchFamily="34" charset="-122"/>
                  <a:ea typeface="微软雅黑" pitchFamily="34" charset="-122"/>
                </a:rPr>
                <a:t>医院</a:t>
              </a:r>
              <a:endParaRPr lang="en-US" altLang="zh-CN" b="1" kern="0" dirty="0">
                <a:solidFill>
                  <a:srgbClr val="FFFFFF"/>
                </a:solidFill>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b="1" kern="0" dirty="0">
                  <a:solidFill>
                    <a:srgbClr val="FFFFFF"/>
                  </a:solidFill>
                  <a:latin typeface="微软雅黑" pitchFamily="34" charset="-122"/>
                  <a:ea typeface="微软雅黑" pitchFamily="34" charset="-122"/>
                </a:rPr>
                <a:t>需求</a:t>
              </a:r>
              <a:endParaRPr kumimoji="0" lang="zh-CN" altLang="en-US" sz="1800" b="1" i="0" u="none" strike="noStrike" kern="0" cap="none" spc="0" normalizeH="0" baseline="0" noProof="0" dirty="0">
                <a:ln>
                  <a:noFill/>
                </a:ln>
                <a:solidFill>
                  <a:srgbClr val="FFFFFF"/>
                </a:solidFill>
                <a:effectLst/>
                <a:uLnTx/>
                <a:uFillTx/>
                <a:latin typeface="微软雅黑" pitchFamily="34" charset="-122"/>
                <a:ea typeface="微软雅黑" pitchFamily="34" charset="-122"/>
              </a:endParaRPr>
            </a:p>
          </p:txBody>
        </p:sp>
      </p:grpSp>
      <p:grpSp>
        <p:nvGrpSpPr>
          <p:cNvPr id="59" name="Group 48">
            <a:extLst>
              <a:ext uri="{FF2B5EF4-FFF2-40B4-BE49-F238E27FC236}">
                <a16:creationId xmlns:a16="http://schemas.microsoft.com/office/drawing/2014/main" id="{C55E3EB7-11C6-6CDD-FA57-406215331CFE}"/>
              </a:ext>
            </a:extLst>
          </p:cNvPr>
          <p:cNvGrpSpPr>
            <a:grpSpLocks/>
          </p:cNvGrpSpPr>
          <p:nvPr/>
        </p:nvGrpSpPr>
        <p:grpSpPr bwMode="auto">
          <a:xfrm>
            <a:off x="5158415" y="2949669"/>
            <a:ext cx="1324775" cy="1258490"/>
            <a:chOff x="3212" y="2372"/>
            <a:chExt cx="1060" cy="1016"/>
          </a:xfrm>
        </p:grpSpPr>
        <p:grpSp>
          <p:nvGrpSpPr>
            <p:cNvPr id="60" name="Group 21">
              <a:extLst>
                <a:ext uri="{FF2B5EF4-FFF2-40B4-BE49-F238E27FC236}">
                  <a16:creationId xmlns:a16="http://schemas.microsoft.com/office/drawing/2014/main" id="{DD65CA0D-2F76-ADEC-CC27-20FCA67BEA17}"/>
                </a:ext>
              </a:extLst>
            </p:cNvPr>
            <p:cNvGrpSpPr>
              <a:grpSpLocks/>
            </p:cNvGrpSpPr>
            <p:nvPr/>
          </p:nvGrpSpPr>
          <p:grpSpPr bwMode="auto">
            <a:xfrm>
              <a:off x="3212" y="2372"/>
              <a:ext cx="1028" cy="1016"/>
              <a:chOff x="0" y="0"/>
              <a:chExt cx="1110" cy="1096"/>
            </a:xfrm>
          </p:grpSpPr>
          <p:grpSp>
            <p:nvGrpSpPr>
              <p:cNvPr id="68" name="Group 22">
                <a:extLst>
                  <a:ext uri="{FF2B5EF4-FFF2-40B4-BE49-F238E27FC236}">
                    <a16:creationId xmlns:a16="http://schemas.microsoft.com/office/drawing/2014/main" id="{B2B1E97C-CA4C-3D1B-996E-AA96236657CA}"/>
                  </a:ext>
                </a:extLst>
              </p:cNvPr>
              <p:cNvGrpSpPr>
                <a:grpSpLocks/>
              </p:cNvGrpSpPr>
              <p:nvPr/>
            </p:nvGrpSpPr>
            <p:grpSpPr bwMode="auto">
              <a:xfrm>
                <a:off x="0" y="0"/>
                <a:ext cx="1110" cy="1096"/>
                <a:chOff x="0" y="0"/>
                <a:chExt cx="1110" cy="1096"/>
              </a:xfrm>
            </p:grpSpPr>
            <p:sp>
              <p:nvSpPr>
                <p:cNvPr id="72" name="Oval 26">
                  <a:extLst>
                    <a:ext uri="{FF2B5EF4-FFF2-40B4-BE49-F238E27FC236}">
                      <a16:creationId xmlns:a16="http://schemas.microsoft.com/office/drawing/2014/main" id="{8F9F8A7E-5CF1-39FA-36F7-1EDDF129DCC9}"/>
                    </a:ext>
                  </a:extLst>
                </p:cNvPr>
                <p:cNvSpPr>
                  <a:spLocks noChangeArrowheads="1"/>
                </p:cNvSpPr>
                <p:nvPr/>
              </p:nvSpPr>
              <p:spPr bwMode="auto">
                <a:xfrm>
                  <a:off x="0" y="0"/>
                  <a:ext cx="1110" cy="1096"/>
                </a:xfrm>
                <a:prstGeom prst="ellipse">
                  <a:avLst/>
                </a:prstGeom>
                <a:solidFill>
                  <a:srgbClr val="0000FF">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sp>
              <p:nvSpPr>
                <p:cNvPr id="73" name="Oval 27">
                  <a:extLst>
                    <a:ext uri="{FF2B5EF4-FFF2-40B4-BE49-F238E27FC236}">
                      <a16:creationId xmlns:a16="http://schemas.microsoft.com/office/drawing/2014/main" id="{490CB216-36E3-F084-EDE7-EBCBFBE3633F}"/>
                    </a:ext>
                  </a:extLst>
                </p:cNvPr>
                <p:cNvSpPr>
                  <a:spLocks noChangeArrowheads="1"/>
                </p:cNvSpPr>
                <p:nvPr/>
              </p:nvSpPr>
              <p:spPr bwMode="auto">
                <a:xfrm>
                  <a:off x="25" y="25"/>
                  <a:ext cx="1062" cy="1048"/>
                </a:xfrm>
                <a:prstGeom prst="ellipse">
                  <a:avLst/>
                </a:prstGeom>
                <a:solidFill>
                  <a:srgbClr val="817E00">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grpSp>
          <p:grpSp>
            <p:nvGrpSpPr>
              <p:cNvPr id="69" name="Group 25">
                <a:extLst>
                  <a:ext uri="{FF2B5EF4-FFF2-40B4-BE49-F238E27FC236}">
                    <a16:creationId xmlns:a16="http://schemas.microsoft.com/office/drawing/2014/main" id="{2C93DBAB-D088-F898-A848-7812F3EDBE3B}"/>
                  </a:ext>
                </a:extLst>
              </p:cNvPr>
              <p:cNvGrpSpPr>
                <a:grpSpLocks/>
              </p:cNvGrpSpPr>
              <p:nvPr/>
            </p:nvGrpSpPr>
            <p:grpSpPr bwMode="auto">
              <a:xfrm>
                <a:off x="49" y="48"/>
                <a:ext cx="1026" cy="1014"/>
                <a:chOff x="0" y="0"/>
                <a:chExt cx="1110" cy="1096"/>
              </a:xfrm>
            </p:grpSpPr>
            <p:sp>
              <p:nvSpPr>
                <p:cNvPr id="70" name="Oval 29">
                  <a:extLst>
                    <a:ext uri="{FF2B5EF4-FFF2-40B4-BE49-F238E27FC236}">
                      <a16:creationId xmlns:a16="http://schemas.microsoft.com/office/drawing/2014/main" id="{E0F8A23B-00A2-3A5D-1196-D91237A63062}"/>
                    </a:ext>
                  </a:extLst>
                </p:cNvPr>
                <p:cNvSpPr>
                  <a:spLocks noChangeArrowheads="1"/>
                </p:cNvSpPr>
                <p:nvPr/>
              </p:nvSpPr>
              <p:spPr bwMode="auto">
                <a:xfrm>
                  <a:off x="0" y="0"/>
                  <a:ext cx="1110" cy="1096"/>
                </a:xfrm>
                <a:prstGeom prst="ellipse">
                  <a:avLst/>
                </a:prstGeom>
                <a:solidFill>
                  <a:srgbClr val="817E00">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sp>
              <p:nvSpPr>
                <p:cNvPr id="71" name="Oval 30">
                  <a:extLst>
                    <a:ext uri="{FF2B5EF4-FFF2-40B4-BE49-F238E27FC236}">
                      <a16:creationId xmlns:a16="http://schemas.microsoft.com/office/drawing/2014/main" id="{8A4BE59B-55C7-ADF1-8234-2DDA61BC1FD2}"/>
                    </a:ext>
                  </a:extLst>
                </p:cNvPr>
                <p:cNvSpPr>
                  <a:spLocks noChangeArrowheads="1"/>
                </p:cNvSpPr>
                <p:nvPr/>
              </p:nvSpPr>
              <p:spPr bwMode="auto">
                <a:xfrm>
                  <a:off x="25" y="25"/>
                  <a:ext cx="1062" cy="1048"/>
                </a:xfrm>
                <a:prstGeom prst="ellipse">
                  <a:avLst/>
                </a:prstGeom>
                <a:solidFill>
                  <a:srgbClr val="817E00">
                    <a:alpha val="9999"/>
                  </a:srgbClr>
                </a:soli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grpSp>
        </p:grpSp>
        <p:grpSp>
          <p:nvGrpSpPr>
            <p:cNvPr id="61" name="Group 36">
              <a:extLst>
                <a:ext uri="{FF2B5EF4-FFF2-40B4-BE49-F238E27FC236}">
                  <a16:creationId xmlns:a16="http://schemas.microsoft.com/office/drawing/2014/main" id="{00858CBA-A5FD-5A55-B363-EC42AF2F5C41}"/>
                </a:ext>
              </a:extLst>
            </p:cNvPr>
            <p:cNvGrpSpPr>
              <a:grpSpLocks/>
            </p:cNvGrpSpPr>
            <p:nvPr/>
          </p:nvGrpSpPr>
          <p:grpSpPr bwMode="auto">
            <a:xfrm>
              <a:off x="3276" y="2411"/>
              <a:ext cx="924" cy="912"/>
              <a:chOff x="0" y="0"/>
              <a:chExt cx="751" cy="741"/>
            </a:xfrm>
          </p:grpSpPr>
          <p:sp>
            <p:nvSpPr>
              <p:cNvPr id="66" name="Oval 40">
                <a:extLst>
                  <a:ext uri="{FF2B5EF4-FFF2-40B4-BE49-F238E27FC236}">
                    <a16:creationId xmlns:a16="http://schemas.microsoft.com/office/drawing/2014/main" id="{FAE98F54-F97D-2B03-E22B-137C873DB861}"/>
                  </a:ext>
                </a:extLst>
              </p:cNvPr>
              <p:cNvSpPr>
                <a:spLocks noChangeArrowheads="1"/>
              </p:cNvSpPr>
              <p:nvPr/>
            </p:nvSpPr>
            <p:spPr bwMode="auto">
              <a:xfrm>
                <a:off x="20" y="32"/>
                <a:ext cx="716" cy="709"/>
              </a:xfrm>
              <a:prstGeom prst="ellipse">
                <a:avLst/>
              </a:prstGeom>
              <a:gradFill rotWithShape="1">
                <a:gsLst>
                  <a:gs pos="0">
                    <a:srgbClr val="0099CC"/>
                  </a:gs>
                  <a:gs pos="100000">
                    <a:srgbClr val="003141"/>
                  </a:gs>
                </a:gsLst>
                <a:lin ang="5400000" scaled="1"/>
              </a:gradFill>
              <a:ln w="38100">
                <a:solidFill>
                  <a:srgbClr val="F8F8F8">
                    <a:alpha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pic>
            <p:nvPicPr>
              <p:cNvPr id="67" name="Picture 41" descr="cir_lighteffect0">
                <a:extLst>
                  <a:ext uri="{FF2B5EF4-FFF2-40B4-BE49-F238E27FC236}">
                    <a16:creationId xmlns:a16="http://schemas.microsoft.com/office/drawing/2014/main" id="{B1EDD80B-146A-E28F-A6E7-B6B810757A55}"/>
                  </a:ext>
                </a:extLst>
              </p:cNvPr>
              <p:cNvPicPr>
                <a:picLocks noChangeAspect="1" noChangeArrowheads="1"/>
              </p:cNvPicPr>
              <p:nvPr/>
            </p:nvPicPr>
            <p:blipFill>
              <a:blip r:embed="rId3">
                <a:lum bright="18000" contrast="-12000"/>
              </a:blip>
              <a:srcRect/>
              <a:stretch>
                <a:fillRect/>
              </a:stretch>
            </p:blipFill>
            <p:spPr bwMode="auto">
              <a:xfrm>
                <a:off x="0" y="0"/>
                <a:ext cx="751" cy="644"/>
              </a:xfrm>
              <a:prstGeom prst="rect">
                <a:avLst/>
              </a:prstGeom>
              <a:noFill/>
              <a:ln w="9525">
                <a:noFill/>
                <a:miter lim="800000"/>
                <a:headEnd/>
                <a:tailEnd/>
              </a:ln>
              <a:effectLst/>
            </p:spPr>
          </p:pic>
        </p:grpSp>
        <p:grpSp>
          <p:nvGrpSpPr>
            <p:cNvPr id="62" name="Group 39">
              <a:extLst>
                <a:ext uri="{FF2B5EF4-FFF2-40B4-BE49-F238E27FC236}">
                  <a16:creationId xmlns:a16="http://schemas.microsoft.com/office/drawing/2014/main" id="{F9F8E820-E5DE-0211-4791-B307016C53F5}"/>
                </a:ext>
              </a:extLst>
            </p:cNvPr>
            <p:cNvGrpSpPr>
              <a:grpSpLocks/>
            </p:cNvGrpSpPr>
            <p:nvPr/>
          </p:nvGrpSpPr>
          <p:grpSpPr bwMode="auto">
            <a:xfrm>
              <a:off x="3265" y="2411"/>
              <a:ext cx="924" cy="912"/>
              <a:chOff x="0" y="0"/>
              <a:chExt cx="751" cy="741"/>
            </a:xfrm>
          </p:grpSpPr>
          <p:sp>
            <p:nvSpPr>
              <p:cNvPr id="64" name="Oval 43">
                <a:extLst>
                  <a:ext uri="{FF2B5EF4-FFF2-40B4-BE49-F238E27FC236}">
                    <a16:creationId xmlns:a16="http://schemas.microsoft.com/office/drawing/2014/main" id="{2A26CE05-A114-FB8D-60A0-86BCE955CAA3}"/>
                  </a:ext>
                </a:extLst>
              </p:cNvPr>
              <p:cNvSpPr>
                <a:spLocks noChangeArrowheads="1"/>
              </p:cNvSpPr>
              <p:nvPr/>
            </p:nvSpPr>
            <p:spPr bwMode="auto">
              <a:xfrm>
                <a:off x="20" y="32"/>
                <a:ext cx="716" cy="709"/>
              </a:xfrm>
              <a:prstGeom prst="ellipse">
                <a:avLst/>
              </a:prstGeom>
              <a:solidFill>
                <a:srgbClr val="054487"/>
              </a:solidFill>
              <a:ln w="38100">
                <a:solidFill>
                  <a:srgbClr val="F8F8F8">
                    <a:alpha val="75000"/>
                  </a:srgbClr>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1" i="0" u="none" strike="noStrike" kern="0" cap="none" spc="0" normalizeH="0" baseline="0" noProof="0">
                  <a:ln>
                    <a:noFill/>
                  </a:ln>
                  <a:solidFill>
                    <a:srgbClr val="FFFFFF"/>
                  </a:solidFill>
                  <a:effectLst/>
                  <a:uLnTx/>
                  <a:uFillTx/>
                </a:endParaRPr>
              </a:p>
            </p:txBody>
          </p:sp>
          <p:pic>
            <p:nvPicPr>
              <p:cNvPr id="65" name="Picture 44" descr="cir_lighteffect0">
                <a:extLst>
                  <a:ext uri="{FF2B5EF4-FFF2-40B4-BE49-F238E27FC236}">
                    <a16:creationId xmlns:a16="http://schemas.microsoft.com/office/drawing/2014/main" id="{1C790845-0600-55C7-F109-8BEAD6D7F61A}"/>
                  </a:ext>
                </a:extLst>
              </p:cNvPr>
              <p:cNvPicPr>
                <a:picLocks noChangeAspect="1" noChangeArrowheads="1"/>
              </p:cNvPicPr>
              <p:nvPr/>
            </p:nvPicPr>
            <p:blipFill>
              <a:blip r:embed="rId3">
                <a:lum bright="18000" contrast="-12000"/>
              </a:blip>
              <a:srcRect/>
              <a:stretch>
                <a:fillRect/>
              </a:stretch>
            </p:blipFill>
            <p:spPr bwMode="auto">
              <a:xfrm>
                <a:off x="0" y="0"/>
                <a:ext cx="751" cy="644"/>
              </a:xfrm>
              <a:prstGeom prst="rect">
                <a:avLst/>
              </a:prstGeom>
              <a:noFill/>
              <a:ln w="9525">
                <a:noFill/>
                <a:miter lim="800000"/>
                <a:headEnd/>
                <a:tailEnd/>
              </a:ln>
              <a:effectLst/>
            </p:spPr>
          </p:pic>
        </p:grpSp>
        <p:sp>
          <p:nvSpPr>
            <p:cNvPr id="63" name="Rectangle 45">
              <a:extLst>
                <a:ext uri="{FF2B5EF4-FFF2-40B4-BE49-F238E27FC236}">
                  <a16:creationId xmlns:a16="http://schemas.microsoft.com/office/drawing/2014/main" id="{65E9DE3E-3F6A-D0AC-C2A8-36FC7214AF77}"/>
                </a:ext>
              </a:extLst>
            </p:cNvPr>
            <p:cNvSpPr>
              <a:spLocks noChangeArrowheads="1"/>
            </p:cNvSpPr>
            <p:nvPr/>
          </p:nvSpPr>
          <p:spPr bwMode="auto">
            <a:xfrm>
              <a:off x="3260" y="2648"/>
              <a:ext cx="1012" cy="522"/>
            </a:xfrm>
            <a:prstGeom prst="rect">
              <a:avLst/>
            </a:prstGeom>
            <a:noFill/>
            <a:ln w="9525">
              <a:noFill/>
              <a:miter lim="800000"/>
              <a:headEnd/>
              <a:tailEnd/>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b="1" kern="0" dirty="0">
                  <a:solidFill>
                    <a:srgbClr val="FFFFFF"/>
                  </a:solidFill>
                  <a:latin typeface="微软雅黑" pitchFamily="34" charset="-122"/>
                  <a:ea typeface="微软雅黑" pitchFamily="34" charset="-122"/>
                </a:rPr>
                <a:t>医生</a:t>
              </a:r>
              <a:endParaRPr lang="en-US" altLang="zh-CN" b="1" kern="0" dirty="0">
                <a:solidFill>
                  <a:srgbClr val="FFFFFF"/>
                </a:solidFill>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b="1" kern="0" dirty="0">
                  <a:solidFill>
                    <a:srgbClr val="FFFFFF"/>
                  </a:solidFill>
                  <a:latin typeface="微软雅黑" pitchFamily="34" charset="-122"/>
                  <a:ea typeface="微软雅黑" pitchFamily="34" charset="-122"/>
                </a:rPr>
                <a:t>需求</a:t>
              </a:r>
              <a:endParaRPr kumimoji="0" lang="zh-CN" altLang="en-US" sz="1800" b="1" i="0" u="none" strike="noStrike" kern="0" cap="none" spc="0" normalizeH="0" baseline="0" noProof="0" dirty="0">
                <a:ln>
                  <a:noFill/>
                </a:ln>
                <a:solidFill>
                  <a:srgbClr val="FFFFFF"/>
                </a:solidFill>
                <a:effectLst/>
                <a:uLnTx/>
                <a:uFillTx/>
                <a:latin typeface="微软雅黑" pitchFamily="34" charset="-122"/>
                <a:ea typeface="微软雅黑" pitchFamily="34" charset="-122"/>
              </a:endParaRPr>
            </a:p>
          </p:txBody>
        </p:sp>
      </p:grpSp>
      <p:sp>
        <p:nvSpPr>
          <p:cNvPr id="74" name="Rectangle 45">
            <a:extLst>
              <a:ext uri="{FF2B5EF4-FFF2-40B4-BE49-F238E27FC236}">
                <a16:creationId xmlns:a16="http://schemas.microsoft.com/office/drawing/2014/main" id="{A98FDE94-4547-8DFF-36CF-C5B0D31C5478}"/>
              </a:ext>
            </a:extLst>
          </p:cNvPr>
          <p:cNvSpPr>
            <a:spLocks noChangeArrowheads="1"/>
          </p:cNvSpPr>
          <p:nvPr/>
        </p:nvSpPr>
        <p:spPr bwMode="auto">
          <a:xfrm>
            <a:off x="4115753" y="2616448"/>
            <a:ext cx="838200" cy="830997"/>
          </a:xfrm>
          <a:prstGeom prst="rect">
            <a:avLst/>
          </a:prstGeom>
          <a:noFill/>
          <a:ln w="9525">
            <a:noFill/>
            <a:miter lim="800000"/>
            <a:headEnd/>
            <a:tailEnd/>
          </a:ln>
          <a:effectLst/>
        </p:spPr>
        <p:txBody>
          <a:bodyPr wrap="square">
            <a:spAutoFit/>
          </a:bodyPr>
          <a:lstStyle/>
          <a:p>
            <a:r>
              <a:rPr lang="zh-CN" altLang="en-US" sz="2400" b="1" dirty="0">
                <a:solidFill>
                  <a:prstClr val="black"/>
                </a:solidFill>
                <a:latin typeface="微软雅黑" pitchFamily="34" charset="-122"/>
                <a:ea typeface="微软雅黑" pitchFamily="34" charset="-122"/>
              </a:rPr>
              <a:t>需求分析</a:t>
            </a:r>
          </a:p>
        </p:txBody>
      </p:sp>
      <p:sp>
        <p:nvSpPr>
          <p:cNvPr id="75" name="Text Box 7">
            <a:extLst>
              <a:ext uri="{FF2B5EF4-FFF2-40B4-BE49-F238E27FC236}">
                <a16:creationId xmlns:a16="http://schemas.microsoft.com/office/drawing/2014/main" id="{C822FDA4-7E74-D4A4-B4C3-A420110F6780}"/>
              </a:ext>
            </a:extLst>
          </p:cNvPr>
          <p:cNvSpPr txBox="1">
            <a:spLocks noChangeArrowheads="1"/>
          </p:cNvSpPr>
          <p:nvPr/>
        </p:nvSpPr>
        <p:spPr bwMode="auto">
          <a:xfrm>
            <a:off x="6437394" y="3341384"/>
            <a:ext cx="2527093" cy="954107"/>
          </a:xfrm>
          <a:prstGeom prst="rect">
            <a:avLst/>
          </a:prstGeom>
          <a:noFill/>
          <a:ln w="9525">
            <a:noFill/>
            <a:miter lim="800000"/>
            <a:headEnd/>
            <a:tailEnd/>
          </a:ln>
          <a:effectLst/>
        </p:spPr>
        <p:txBody>
          <a:bodyPr wrap="square">
            <a:spAutoFit/>
          </a:bodyPr>
          <a:lstStyle/>
          <a:p>
            <a:pPr lvl="0">
              <a:defRPr/>
            </a:pPr>
            <a:r>
              <a:rPr lang="zh-CN" altLang="en-US" sz="1400" kern="0" dirty="0">
                <a:solidFill>
                  <a:prstClr val="black"/>
                </a:solidFill>
              </a:rPr>
              <a:t>医生希望能够更好地管理就诊时间表，在日常实践中简化繁琐的挂号和排队过程，从而更好地处理病人的病情。</a:t>
            </a:r>
            <a:endParaRPr kumimoji="0" lang="zh-CN" altLang="en-US" sz="1400" b="0" i="0" u="none" strike="noStrike" kern="0" cap="none" spc="0" normalizeH="0" baseline="0" noProof="0" dirty="0">
              <a:ln>
                <a:noFill/>
              </a:ln>
              <a:solidFill>
                <a:prstClr val="black"/>
              </a:solidFill>
              <a:effectLst/>
              <a:uLnTx/>
              <a:uFillTx/>
            </a:endParaRPr>
          </a:p>
        </p:txBody>
      </p:sp>
      <p:sp>
        <p:nvSpPr>
          <p:cNvPr id="76" name="Text Box 7">
            <a:extLst>
              <a:ext uri="{FF2B5EF4-FFF2-40B4-BE49-F238E27FC236}">
                <a16:creationId xmlns:a16="http://schemas.microsoft.com/office/drawing/2014/main" id="{14F153C7-91E7-4BD3-4324-CB2D2A8440ED}"/>
              </a:ext>
            </a:extLst>
          </p:cNvPr>
          <p:cNvSpPr txBox="1">
            <a:spLocks noChangeArrowheads="1"/>
          </p:cNvSpPr>
          <p:nvPr/>
        </p:nvSpPr>
        <p:spPr bwMode="auto">
          <a:xfrm>
            <a:off x="30082" y="3369959"/>
            <a:ext cx="2414081" cy="954107"/>
          </a:xfrm>
          <a:prstGeom prst="rect">
            <a:avLst/>
          </a:prstGeom>
          <a:noFill/>
          <a:ln w="9525">
            <a:noFill/>
            <a:miter lim="800000"/>
            <a:headEnd/>
            <a:tailEnd/>
          </a:ln>
          <a:effectLst/>
        </p:spPr>
        <p:txBody>
          <a:bodyPr wrap="square">
            <a:spAutoFit/>
          </a:bodyPr>
          <a:lstStyle/>
          <a:p>
            <a:pPr lvl="0">
              <a:defRPr/>
            </a:pPr>
            <a:r>
              <a:rPr lang="zh-CN" altLang="en-US" sz="1400" kern="0" dirty="0">
                <a:solidFill>
                  <a:prstClr val="black"/>
                </a:solidFill>
              </a:rPr>
              <a:t>医院需要一个高效、安全可靠的挂号系统，可以更好地管理医院的就诊资源，提高工作效率和医疗服务的质量。</a:t>
            </a:r>
            <a:endParaRPr kumimoji="0" lang="zh-CN" altLang="en-US" sz="1400" b="0" i="0" u="none" strike="noStrike" kern="0" cap="none" spc="0" normalizeH="0" baseline="0" noProof="0" dirty="0">
              <a:ln>
                <a:noFill/>
              </a:ln>
              <a:solidFill>
                <a:prstClr val="black"/>
              </a:solidFill>
              <a:effectLst/>
              <a:uLnTx/>
              <a:uFillTx/>
            </a:endParaRPr>
          </a:p>
        </p:txBody>
      </p:sp>
      <p:sp>
        <p:nvSpPr>
          <p:cNvPr id="77" name="矩形 76">
            <a:extLst>
              <a:ext uri="{FF2B5EF4-FFF2-40B4-BE49-F238E27FC236}">
                <a16:creationId xmlns:a16="http://schemas.microsoft.com/office/drawing/2014/main" id="{7745837D-4433-0D96-4F4E-66912528DA9B}"/>
              </a:ext>
            </a:extLst>
          </p:cNvPr>
          <p:cNvSpPr/>
          <p:nvPr/>
        </p:nvSpPr>
        <p:spPr>
          <a:xfrm>
            <a:off x="84208" y="554250"/>
            <a:ext cx="2970412" cy="1729708"/>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Tree>
    <p:extLst>
      <p:ext uri="{BB962C8B-B14F-4D97-AF65-F5344CB8AC3E}">
        <p14:creationId xmlns:p14="http://schemas.microsoft.com/office/powerpoint/2010/main" val="254902101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p:cTn id="7" dur="350" fill="hold"/>
                                        <p:tgtEl>
                                          <p:spTgt spid="43"/>
                                        </p:tgtEl>
                                        <p:attrNameLst>
                                          <p:attrName>ppt_w</p:attrName>
                                        </p:attrNameLst>
                                      </p:cBhvr>
                                      <p:tavLst>
                                        <p:tav tm="0">
                                          <p:val>
                                            <p:fltVal val="0"/>
                                          </p:val>
                                        </p:tav>
                                        <p:tav tm="100000">
                                          <p:val>
                                            <p:strVal val="#ppt_w"/>
                                          </p:val>
                                        </p:tav>
                                      </p:tavLst>
                                    </p:anim>
                                    <p:anim calcmode="lin" valueType="num">
                                      <p:cBhvr>
                                        <p:cTn id="8" dur="350" fill="hold"/>
                                        <p:tgtEl>
                                          <p:spTgt spid="43"/>
                                        </p:tgtEl>
                                        <p:attrNameLst>
                                          <p:attrName>ppt_h</p:attrName>
                                        </p:attrNameLst>
                                      </p:cBhvr>
                                      <p:tavLst>
                                        <p:tav tm="0">
                                          <p:val>
                                            <p:fltVal val="0"/>
                                          </p:val>
                                        </p:tav>
                                        <p:tav tm="100000">
                                          <p:val>
                                            <p:strVal val="#ppt_h"/>
                                          </p:val>
                                        </p:tav>
                                      </p:tavLst>
                                    </p:anim>
                                  </p:childTnLst>
                                </p:cTn>
                              </p:par>
                            </p:childTnLst>
                          </p:cTn>
                        </p:par>
                        <p:par>
                          <p:cTn id="9" fill="hold">
                            <p:stCondLst>
                              <p:cond delay="350"/>
                            </p:stCondLst>
                            <p:childTnLst>
                              <p:par>
                                <p:cTn id="10" presetID="41" presetClass="entr" presetSubtype="0" fill="hold" grpId="0" nodeType="afterEffect">
                                  <p:stCondLst>
                                    <p:cond delay="0"/>
                                  </p:stCondLst>
                                  <p:iterate type="lt">
                                    <p:tmPct val="10000"/>
                                  </p:iterate>
                                  <p:childTnLst>
                                    <p:set>
                                      <p:cBhvr>
                                        <p:cTn id="11" dur="1" fill="hold">
                                          <p:stCondLst>
                                            <p:cond delay="0"/>
                                          </p:stCondLst>
                                        </p:cTn>
                                        <p:tgtEl>
                                          <p:spTgt spid="42"/>
                                        </p:tgtEl>
                                        <p:attrNameLst>
                                          <p:attrName>style.visibility</p:attrName>
                                        </p:attrNameLst>
                                      </p:cBhvr>
                                      <p:to>
                                        <p:strVal val="visible"/>
                                      </p:to>
                                    </p:set>
                                    <p:anim calcmode="lin" valueType="num">
                                      <p:cBhvr>
                                        <p:cTn id="12" dur="400" fill="hold"/>
                                        <p:tgtEl>
                                          <p:spTgt spid="42"/>
                                        </p:tgtEl>
                                        <p:attrNameLst>
                                          <p:attrName>ppt_x</p:attrName>
                                        </p:attrNameLst>
                                      </p:cBhvr>
                                      <p:tavLst>
                                        <p:tav tm="0">
                                          <p:val>
                                            <p:strVal val="#ppt_x"/>
                                          </p:val>
                                        </p:tav>
                                        <p:tav tm="50000">
                                          <p:val>
                                            <p:strVal val="#ppt_x+.1"/>
                                          </p:val>
                                        </p:tav>
                                        <p:tav tm="100000">
                                          <p:val>
                                            <p:strVal val="#ppt_x"/>
                                          </p:val>
                                        </p:tav>
                                      </p:tavLst>
                                    </p:anim>
                                    <p:anim calcmode="lin" valueType="num">
                                      <p:cBhvr>
                                        <p:cTn id="13" dur="400" fill="hold"/>
                                        <p:tgtEl>
                                          <p:spTgt spid="42"/>
                                        </p:tgtEl>
                                        <p:attrNameLst>
                                          <p:attrName>ppt_y</p:attrName>
                                        </p:attrNameLst>
                                      </p:cBhvr>
                                      <p:tavLst>
                                        <p:tav tm="0">
                                          <p:val>
                                            <p:strVal val="#ppt_y"/>
                                          </p:val>
                                        </p:tav>
                                        <p:tav tm="100000">
                                          <p:val>
                                            <p:strVal val="#ppt_y"/>
                                          </p:val>
                                        </p:tav>
                                      </p:tavLst>
                                    </p:anim>
                                    <p:anim calcmode="lin" valueType="num">
                                      <p:cBhvr>
                                        <p:cTn id="14" dur="400" fill="hold"/>
                                        <p:tgtEl>
                                          <p:spTgt spid="42"/>
                                        </p:tgtEl>
                                        <p:attrNameLst>
                                          <p:attrName>ppt_h</p:attrName>
                                        </p:attrNameLst>
                                      </p:cBhvr>
                                      <p:tavLst>
                                        <p:tav tm="0">
                                          <p:val>
                                            <p:strVal val="#ppt_h/10"/>
                                          </p:val>
                                        </p:tav>
                                        <p:tav tm="50000">
                                          <p:val>
                                            <p:strVal val="#ppt_h+.01"/>
                                          </p:val>
                                        </p:tav>
                                        <p:tav tm="100000">
                                          <p:val>
                                            <p:strVal val="#ppt_h"/>
                                          </p:val>
                                        </p:tav>
                                      </p:tavLst>
                                    </p:anim>
                                    <p:anim calcmode="lin" valueType="num">
                                      <p:cBhvr>
                                        <p:cTn id="15" dur="400" fill="hold"/>
                                        <p:tgtEl>
                                          <p:spTgt spid="42"/>
                                        </p:tgtEl>
                                        <p:attrNameLst>
                                          <p:attrName>ppt_w</p:attrName>
                                        </p:attrNameLst>
                                      </p:cBhvr>
                                      <p:tavLst>
                                        <p:tav tm="0">
                                          <p:val>
                                            <p:strVal val="#ppt_w/10"/>
                                          </p:val>
                                        </p:tav>
                                        <p:tav tm="50000">
                                          <p:val>
                                            <p:strVal val="#ppt_w+.01"/>
                                          </p:val>
                                        </p:tav>
                                        <p:tav tm="100000">
                                          <p:val>
                                            <p:strVal val="#ppt_w"/>
                                          </p:val>
                                        </p:tav>
                                      </p:tavLst>
                                    </p:anim>
                                    <p:animEffect transition="in" filter="fade">
                                      <p:cBhvr>
                                        <p:cTn id="16" dur="400" tmFilter="0,0; .5, 1; 1, 1"/>
                                        <p:tgtEl>
                                          <p:spTgt spid="42"/>
                                        </p:tgtEl>
                                      </p:cBhvr>
                                    </p:animEffect>
                                  </p:childTnLst>
                                </p:cTn>
                              </p:par>
                            </p:childTnLst>
                          </p:cTn>
                        </p:par>
                        <p:par>
                          <p:cTn id="17" fill="hold">
                            <p:stCondLst>
                              <p:cond delay="870"/>
                            </p:stCondLst>
                            <p:childTnLst>
                              <p:par>
                                <p:cTn id="18" presetID="23" presetClass="entr" presetSubtype="16"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p:cTn id="20" dur="500" fill="hold"/>
                                        <p:tgtEl>
                                          <p:spTgt spid="2"/>
                                        </p:tgtEl>
                                        <p:attrNameLst>
                                          <p:attrName>ppt_w</p:attrName>
                                        </p:attrNameLst>
                                      </p:cBhvr>
                                      <p:tavLst>
                                        <p:tav tm="0">
                                          <p:val>
                                            <p:fltVal val="0"/>
                                          </p:val>
                                        </p:tav>
                                        <p:tav tm="100000">
                                          <p:val>
                                            <p:strVal val="#ppt_w"/>
                                          </p:val>
                                        </p:tav>
                                      </p:tavLst>
                                    </p:anim>
                                    <p:anim calcmode="lin" valueType="num">
                                      <p:cBhvr>
                                        <p:cTn id="21" dur="500" fill="hold"/>
                                        <p:tgtEl>
                                          <p:spTgt spid="2"/>
                                        </p:tgtEl>
                                        <p:attrNameLst>
                                          <p:attrName>ppt_h</p:attrName>
                                        </p:attrNameLst>
                                      </p:cBhvr>
                                      <p:tavLst>
                                        <p:tav tm="0">
                                          <p:val>
                                            <p:fltVal val="0"/>
                                          </p:val>
                                        </p:tav>
                                        <p:tav tm="100000">
                                          <p:val>
                                            <p:strVal val="#ppt_h"/>
                                          </p:val>
                                        </p:tav>
                                      </p:tavLst>
                                    </p:anim>
                                  </p:childTnLst>
                                </p:cTn>
                              </p:par>
                              <p:par>
                                <p:cTn id="22" presetID="2" presetClass="entr" presetSubtype="1" fill="hold" grpId="0" nodeType="withEffect">
                                  <p:stCondLst>
                                    <p:cond delay="0"/>
                                  </p:stCondLst>
                                  <p:childTnLst>
                                    <p:set>
                                      <p:cBhvr>
                                        <p:cTn id="23" dur="1" fill="hold">
                                          <p:stCondLst>
                                            <p:cond delay="0"/>
                                          </p:stCondLst>
                                        </p:cTn>
                                        <p:tgtEl>
                                          <p:spTgt spid="74"/>
                                        </p:tgtEl>
                                        <p:attrNameLst>
                                          <p:attrName>style.visibility</p:attrName>
                                        </p:attrNameLst>
                                      </p:cBhvr>
                                      <p:to>
                                        <p:strVal val="visible"/>
                                      </p:to>
                                    </p:set>
                                    <p:anim calcmode="lin" valueType="num">
                                      <p:cBhvr additive="base">
                                        <p:cTn id="24" dur="500" fill="hold"/>
                                        <p:tgtEl>
                                          <p:spTgt spid="74"/>
                                        </p:tgtEl>
                                        <p:attrNameLst>
                                          <p:attrName>ppt_x</p:attrName>
                                        </p:attrNameLst>
                                      </p:cBhvr>
                                      <p:tavLst>
                                        <p:tav tm="0">
                                          <p:val>
                                            <p:strVal val="#ppt_x"/>
                                          </p:val>
                                        </p:tav>
                                        <p:tav tm="100000">
                                          <p:val>
                                            <p:strVal val="#ppt_x"/>
                                          </p:val>
                                        </p:tav>
                                      </p:tavLst>
                                    </p:anim>
                                    <p:anim calcmode="lin" valueType="num">
                                      <p:cBhvr additive="base">
                                        <p:cTn id="25" dur="500" fill="hold"/>
                                        <p:tgtEl>
                                          <p:spTgt spid="74"/>
                                        </p:tgtEl>
                                        <p:attrNameLst>
                                          <p:attrName>ppt_y</p:attrName>
                                        </p:attrNameLst>
                                      </p:cBhvr>
                                      <p:tavLst>
                                        <p:tav tm="0">
                                          <p:val>
                                            <p:strVal val="0-#ppt_h/2"/>
                                          </p:val>
                                        </p:tav>
                                        <p:tav tm="100000">
                                          <p:val>
                                            <p:strVal val="#ppt_y"/>
                                          </p:val>
                                        </p:tav>
                                      </p:tavLst>
                                    </p:anim>
                                  </p:childTnLst>
                                </p:cTn>
                              </p:par>
                            </p:childTnLst>
                          </p:cTn>
                        </p:par>
                        <p:par>
                          <p:cTn id="26" fill="hold">
                            <p:stCondLst>
                              <p:cond delay="1370"/>
                            </p:stCondLst>
                            <p:childTnLst>
                              <p:par>
                                <p:cTn id="27" presetID="10" presetClass="entr" presetSubtype="0" fill="hold"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10" presetClass="entr" presetSubtype="0" fill="hold" nodeType="withEffect">
                                  <p:stCondLst>
                                    <p:cond delay="300"/>
                                  </p:stCondLst>
                                  <p:childTnLst>
                                    <p:set>
                                      <p:cBhvr>
                                        <p:cTn id="31" dur="1" fill="hold">
                                          <p:stCondLst>
                                            <p:cond delay="0"/>
                                          </p:stCondLst>
                                        </p:cTn>
                                        <p:tgtEl>
                                          <p:spTgt spid="47"/>
                                        </p:tgtEl>
                                        <p:attrNameLst>
                                          <p:attrName>style.visibility</p:attrName>
                                        </p:attrNameLst>
                                      </p:cBhvr>
                                      <p:to>
                                        <p:strVal val="visible"/>
                                      </p:to>
                                    </p:set>
                                    <p:animEffect transition="in" filter="fade">
                                      <p:cBhvr>
                                        <p:cTn id="32" dur="500"/>
                                        <p:tgtEl>
                                          <p:spTgt spid="47"/>
                                        </p:tgtEl>
                                      </p:cBhvr>
                                    </p:animEffect>
                                  </p:childTnLst>
                                </p:cTn>
                              </p:par>
                              <p:par>
                                <p:cTn id="33" presetID="10" presetClass="entr" presetSubtype="0" fill="hold" nodeType="withEffect">
                                  <p:stCondLst>
                                    <p:cond delay="500"/>
                                  </p:stCondLst>
                                  <p:childTnLst>
                                    <p:set>
                                      <p:cBhvr>
                                        <p:cTn id="34" dur="1" fill="hold">
                                          <p:stCondLst>
                                            <p:cond delay="0"/>
                                          </p:stCondLst>
                                        </p:cTn>
                                        <p:tgtEl>
                                          <p:spTgt spid="59"/>
                                        </p:tgtEl>
                                        <p:attrNameLst>
                                          <p:attrName>style.visibility</p:attrName>
                                        </p:attrNameLst>
                                      </p:cBhvr>
                                      <p:to>
                                        <p:strVal val="visible"/>
                                      </p:to>
                                    </p:set>
                                    <p:animEffect transition="in" filter="fade">
                                      <p:cBhvr>
                                        <p:cTn id="35" dur="500"/>
                                        <p:tgtEl>
                                          <p:spTgt spid="59"/>
                                        </p:tgtEl>
                                      </p:cBhvr>
                                    </p:animEffect>
                                  </p:childTnLst>
                                </p:cTn>
                              </p:par>
                            </p:childTnLst>
                          </p:cTn>
                        </p:par>
                        <p:par>
                          <p:cTn id="36" fill="hold">
                            <p:stCondLst>
                              <p:cond delay="2370"/>
                            </p:stCondLst>
                            <p:childTnLst>
                              <p:par>
                                <p:cTn id="37" presetID="2" presetClass="entr" presetSubtype="8" fill="hold" grpId="0" nodeType="afterEffect">
                                  <p:stCondLst>
                                    <p:cond delay="0"/>
                                  </p:stCondLst>
                                  <p:childTnLst>
                                    <p:set>
                                      <p:cBhvr>
                                        <p:cTn id="38" dur="1" fill="hold">
                                          <p:stCondLst>
                                            <p:cond delay="0"/>
                                          </p:stCondLst>
                                        </p:cTn>
                                        <p:tgtEl>
                                          <p:spTgt spid="76"/>
                                        </p:tgtEl>
                                        <p:attrNameLst>
                                          <p:attrName>style.visibility</p:attrName>
                                        </p:attrNameLst>
                                      </p:cBhvr>
                                      <p:to>
                                        <p:strVal val="visible"/>
                                      </p:to>
                                    </p:set>
                                    <p:anim calcmode="lin" valueType="num">
                                      <p:cBhvr additive="base">
                                        <p:cTn id="39" dur="500" fill="hold"/>
                                        <p:tgtEl>
                                          <p:spTgt spid="76"/>
                                        </p:tgtEl>
                                        <p:attrNameLst>
                                          <p:attrName>ppt_x</p:attrName>
                                        </p:attrNameLst>
                                      </p:cBhvr>
                                      <p:tavLst>
                                        <p:tav tm="0">
                                          <p:val>
                                            <p:strVal val="0-#ppt_w/2"/>
                                          </p:val>
                                        </p:tav>
                                        <p:tav tm="100000">
                                          <p:val>
                                            <p:strVal val="#ppt_x"/>
                                          </p:val>
                                        </p:tav>
                                      </p:tavLst>
                                    </p:anim>
                                    <p:anim calcmode="lin" valueType="num">
                                      <p:cBhvr additive="base">
                                        <p:cTn id="40" dur="500" fill="hold"/>
                                        <p:tgtEl>
                                          <p:spTgt spid="76"/>
                                        </p:tgtEl>
                                        <p:attrNameLst>
                                          <p:attrName>ppt_y</p:attrName>
                                        </p:attrNameLst>
                                      </p:cBhvr>
                                      <p:tavLst>
                                        <p:tav tm="0">
                                          <p:val>
                                            <p:strVal val="#ppt_y"/>
                                          </p:val>
                                        </p:tav>
                                        <p:tav tm="100000">
                                          <p:val>
                                            <p:strVal val="#ppt_y"/>
                                          </p:val>
                                        </p:tav>
                                      </p:tavLst>
                                    </p:anim>
                                  </p:childTnLst>
                                </p:cTn>
                              </p:par>
                              <p:par>
                                <p:cTn id="41" presetID="2" presetClass="entr" presetSubtype="2" fill="hold" nodeType="withEffect">
                                  <p:stCondLst>
                                    <p:cond delay="0"/>
                                  </p:stCondLst>
                                  <p:childTnLst>
                                    <p:set>
                                      <p:cBhvr>
                                        <p:cTn id="42" dur="1" fill="hold">
                                          <p:stCondLst>
                                            <p:cond delay="0"/>
                                          </p:stCondLst>
                                        </p:cTn>
                                        <p:tgtEl>
                                          <p:spTgt spid="75"/>
                                        </p:tgtEl>
                                        <p:attrNameLst>
                                          <p:attrName>style.visibility</p:attrName>
                                        </p:attrNameLst>
                                      </p:cBhvr>
                                      <p:to>
                                        <p:strVal val="visible"/>
                                      </p:to>
                                    </p:set>
                                    <p:anim calcmode="lin" valueType="num">
                                      <p:cBhvr additive="base">
                                        <p:cTn id="43" dur="500" fill="hold"/>
                                        <p:tgtEl>
                                          <p:spTgt spid="75"/>
                                        </p:tgtEl>
                                        <p:attrNameLst>
                                          <p:attrName>ppt_x</p:attrName>
                                        </p:attrNameLst>
                                      </p:cBhvr>
                                      <p:tavLst>
                                        <p:tav tm="0">
                                          <p:val>
                                            <p:strVal val="1+#ppt_w/2"/>
                                          </p:val>
                                        </p:tav>
                                        <p:tav tm="100000">
                                          <p:val>
                                            <p:strVal val="#ppt_x"/>
                                          </p:val>
                                        </p:tav>
                                      </p:tavLst>
                                    </p:anim>
                                    <p:anim calcmode="lin" valueType="num">
                                      <p:cBhvr additive="base">
                                        <p:cTn id="44" dur="500" fill="hold"/>
                                        <p:tgtEl>
                                          <p:spTgt spid="75"/>
                                        </p:tgtEl>
                                        <p:attrNameLst>
                                          <p:attrName>ppt_y</p:attrName>
                                        </p:attrNameLst>
                                      </p:cBhvr>
                                      <p:tavLst>
                                        <p:tav tm="0">
                                          <p:val>
                                            <p:strVal val="#ppt_y"/>
                                          </p:val>
                                        </p:tav>
                                        <p:tav tm="100000">
                                          <p:val>
                                            <p:strVal val="#ppt_y"/>
                                          </p:val>
                                        </p:tav>
                                      </p:tavLst>
                                    </p:anim>
                                  </p:childTnLst>
                                </p:cTn>
                              </p:par>
                              <p:par>
                                <p:cTn id="45" presetID="2" presetClass="entr" presetSubtype="2" fill="hold" nodeType="withEffect">
                                  <p:stCondLst>
                                    <p:cond delay="0"/>
                                  </p:stCondLst>
                                  <p:childTnLst>
                                    <p:set>
                                      <p:cBhvr>
                                        <p:cTn id="46" dur="1" fill="hold">
                                          <p:stCondLst>
                                            <p:cond delay="0"/>
                                          </p:stCondLst>
                                        </p:cTn>
                                        <p:tgtEl>
                                          <p:spTgt spid="5"/>
                                        </p:tgtEl>
                                        <p:attrNameLst>
                                          <p:attrName>style.visibility</p:attrName>
                                        </p:attrNameLst>
                                      </p:cBhvr>
                                      <p:to>
                                        <p:strVal val="visible"/>
                                      </p:to>
                                    </p:set>
                                    <p:anim calcmode="lin" valueType="num">
                                      <p:cBhvr additive="base">
                                        <p:cTn id="47" dur="500" fill="hold"/>
                                        <p:tgtEl>
                                          <p:spTgt spid="5"/>
                                        </p:tgtEl>
                                        <p:attrNameLst>
                                          <p:attrName>ppt_x</p:attrName>
                                        </p:attrNameLst>
                                      </p:cBhvr>
                                      <p:tavLst>
                                        <p:tav tm="0">
                                          <p:val>
                                            <p:strVal val="1+#ppt_w/2"/>
                                          </p:val>
                                        </p:tav>
                                        <p:tav tm="100000">
                                          <p:val>
                                            <p:strVal val="#ppt_x"/>
                                          </p:val>
                                        </p:tav>
                                      </p:tavLst>
                                    </p:anim>
                                    <p:anim calcmode="lin" valueType="num">
                                      <p:cBhvr additive="base">
                                        <p:cTn id="48" dur="500" fill="hold"/>
                                        <p:tgtEl>
                                          <p:spTgt spid="5"/>
                                        </p:tgtEl>
                                        <p:attrNameLst>
                                          <p:attrName>ppt_y</p:attrName>
                                        </p:attrNameLst>
                                      </p:cBhvr>
                                      <p:tavLst>
                                        <p:tav tm="0">
                                          <p:val>
                                            <p:strVal val="#ppt_y"/>
                                          </p:val>
                                        </p:tav>
                                        <p:tav tm="100000">
                                          <p:val>
                                            <p:strVal val="#ppt_y"/>
                                          </p:val>
                                        </p:tav>
                                      </p:tavLst>
                                    </p:anim>
                                  </p:childTnLst>
                                </p:cTn>
                              </p:par>
                              <p:par>
                                <p:cTn id="49" presetID="14" presetClass="entr" presetSubtype="10" fill="hold" grpId="0" nodeType="withEffect">
                                  <p:stCondLst>
                                    <p:cond delay="0"/>
                                  </p:stCondLst>
                                  <p:childTnLst>
                                    <p:set>
                                      <p:cBhvr>
                                        <p:cTn id="50" dur="1" fill="hold">
                                          <p:stCondLst>
                                            <p:cond delay="0"/>
                                          </p:stCondLst>
                                        </p:cTn>
                                        <p:tgtEl>
                                          <p:spTgt spid="77"/>
                                        </p:tgtEl>
                                        <p:attrNameLst>
                                          <p:attrName>style.visibility</p:attrName>
                                        </p:attrNameLst>
                                      </p:cBhvr>
                                      <p:to>
                                        <p:strVal val="visible"/>
                                      </p:to>
                                    </p:set>
                                    <p:animEffect transition="in" filter="randombar(horizontal)">
                                      <p:cBhvr>
                                        <p:cTn id="51"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74" grpId="0"/>
      <p:bldP spid="76" grpId="0"/>
      <p:bldP spid="7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A1B56CF9-506C-A4DF-95EF-1C426F71F59A}"/>
              </a:ext>
            </a:extLst>
          </p:cNvPr>
          <p:cNvPicPr>
            <a:picLocks noChangeAspect="1"/>
          </p:cNvPicPr>
          <p:nvPr/>
        </p:nvPicPr>
        <p:blipFill rotWithShape="1">
          <a:blip r:embed="rId3">
            <a:extLst>
              <a:ext uri="{28A0092B-C50C-407E-A947-70E740481C1C}">
                <a14:useLocalDpi xmlns:a14="http://schemas.microsoft.com/office/drawing/2010/main" val="0"/>
              </a:ext>
            </a:extLst>
          </a:blip>
          <a:srcRect b="9401"/>
          <a:stretch/>
        </p:blipFill>
        <p:spPr bwMode="auto">
          <a:xfrm>
            <a:off x="3373" y="122500"/>
            <a:ext cx="9144000" cy="4898499"/>
          </a:xfrm>
          <a:prstGeom prst="rect">
            <a:avLst/>
          </a:prstGeom>
          <a:noFill/>
          <a:ln>
            <a:noFill/>
          </a:ln>
        </p:spPr>
      </p:pic>
      <p:sp>
        <p:nvSpPr>
          <p:cNvPr id="31" name="TextBox 108"/>
          <p:cNvSpPr txBox="1">
            <a:spLocks noChangeArrowheads="1"/>
          </p:cNvSpPr>
          <p:nvPr/>
        </p:nvSpPr>
        <p:spPr bwMode="auto">
          <a:xfrm>
            <a:off x="539552" y="267494"/>
            <a:ext cx="18004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r>
              <a:rPr lang="zh-CN" altLang="en-US" dirty="0">
                <a:solidFill>
                  <a:prstClr val="black"/>
                </a:solidFill>
                <a:latin typeface="微软雅黑" panose="020B0503020204020204" pitchFamily="34" charset="-122"/>
                <a:ea typeface="微软雅黑" panose="020B0503020204020204" pitchFamily="34" charset="-122"/>
              </a:rPr>
              <a:t>前后端主要结构</a:t>
            </a:r>
            <a:endParaRPr lang="en-US" altLang="zh-CN" dirty="0">
              <a:solidFill>
                <a:prstClr val="black"/>
              </a:solidFill>
              <a:latin typeface="微软雅黑" panose="020B0503020204020204" pitchFamily="34" charset="-122"/>
              <a:ea typeface="微软雅黑" panose="020B0503020204020204" pitchFamily="34" charset="-122"/>
            </a:endParaRPr>
          </a:p>
        </p:txBody>
      </p:sp>
      <p:grpSp>
        <p:nvGrpSpPr>
          <p:cNvPr id="32" name="组合 31"/>
          <p:cNvGrpSpPr/>
          <p:nvPr/>
        </p:nvGrpSpPr>
        <p:grpSpPr>
          <a:xfrm>
            <a:off x="107544" y="245001"/>
            <a:ext cx="360000" cy="360000"/>
            <a:chOff x="1965186" y="1419622"/>
            <a:chExt cx="302558" cy="314067"/>
          </a:xfrm>
        </p:grpSpPr>
        <p:sp>
          <p:nvSpPr>
            <p:cNvPr id="33" name="矩形 32"/>
            <p:cNvSpPr/>
            <p:nvPr/>
          </p:nvSpPr>
          <p:spPr>
            <a:xfrm>
              <a:off x="1965186" y="1419622"/>
              <a:ext cx="252000" cy="252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2087744" y="1553689"/>
              <a:ext cx="180000" cy="180000"/>
            </a:xfrm>
            <a:prstGeom prst="rect">
              <a:avLst/>
            </a:prstGeom>
            <a:solidFill>
              <a:srgbClr val="0E90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6" name="图片 15" descr="图片包含 餐桌, 室内, 鲜花, 就坐&#10;&#10;已生成高可信度的说明">
            <a:extLst>
              <a:ext uri="{FF2B5EF4-FFF2-40B4-BE49-F238E27FC236}">
                <a16:creationId xmlns:a16="http://schemas.microsoft.com/office/drawing/2014/main" id="{2600B254-0C12-2761-5B90-34099997BF6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9156" b="18313"/>
          <a:stretch/>
        </p:blipFill>
        <p:spPr>
          <a:xfrm>
            <a:off x="2987824" y="3054380"/>
            <a:ext cx="2880320" cy="2089120"/>
          </a:xfrm>
          <a:prstGeom prst="rect">
            <a:avLst/>
          </a:prstGeom>
        </p:spPr>
      </p:pic>
    </p:spTree>
    <p:extLst>
      <p:ext uri="{BB962C8B-B14F-4D97-AF65-F5344CB8AC3E}">
        <p14:creationId xmlns:p14="http://schemas.microsoft.com/office/powerpoint/2010/main" val="232558753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350" fill="hold"/>
                                        <p:tgtEl>
                                          <p:spTgt spid="32"/>
                                        </p:tgtEl>
                                        <p:attrNameLst>
                                          <p:attrName>ppt_w</p:attrName>
                                        </p:attrNameLst>
                                      </p:cBhvr>
                                      <p:tavLst>
                                        <p:tav tm="0">
                                          <p:val>
                                            <p:fltVal val="0"/>
                                          </p:val>
                                        </p:tav>
                                        <p:tav tm="100000">
                                          <p:val>
                                            <p:strVal val="#ppt_w"/>
                                          </p:val>
                                        </p:tav>
                                      </p:tavLst>
                                    </p:anim>
                                    <p:anim calcmode="lin" valueType="num">
                                      <p:cBhvr>
                                        <p:cTn id="8" dur="350" fill="hold"/>
                                        <p:tgtEl>
                                          <p:spTgt spid="32"/>
                                        </p:tgtEl>
                                        <p:attrNameLst>
                                          <p:attrName>ppt_h</p:attrName>
                                        </p:attrNameLst>
                                      </p:cBhvr>
                                      <p:tavLst>
                                        <p:tav tm="0">
                                          <p:val>
                                            <p:fltVal val="0"/>
                                          </p:val>
                                        </p:tav>
                                        <p:tav tm="100000">
                                          <p:val>
                                            <p:strVal val="#ppt_h"/>
                                          </p:val>
                                        </p:tav>
                                      </p:tavLst>
                                    </p:anim>
                                  </p:childTnLst>
                                </p:cTn>
                              </p:par>
                            </p:childTnLst>
                          </p:cTn>
                        </p:par>
                        <p:par>
                          <p:cTn id="9" fill="hold">
                            <p:stCondLst>
                              <p:cond delay="350"/>
                            </p:stCondLst>
                            <p:childTnLst>
                              <p:par>
                                <p:cTn id="10" presetID="41" presetClass="entr" presetSubtype="0" fill="hold" grpId="0" nodeType="afterEffect">
                                  <p:stCondLst>
                                    <p:cond delay="0"/>
                                  </p:stCondLst>
                                  <p:iterate type="lt">
                                    <p:tmPct val="10000"/>
                                  </p:iterate>
                                  <p:childTnLst>
                                    <p:set>
                                      <p:cBhvr>
                                        <p:cTn id="11" dur="1" fill="hold">
                                          <p:stCondLst>
                                            <p:cond delay="0"/>
                                          </p:stCondLst>
                                        </p:cTn>
                                        <p:tgtEl>
                                          <p:spTgt spid="31"/>
                                        </p:tgtEl>
                                        <p:attrNameLst>
                                          <p:attrName>style.visibility</p:attrName>
                                        </p:attrNameLst>
                                      </p:cBhvr>
                                      <p:to>
                                        <p:strVal val="visible"/>
                                      </p:to>
                                    </p:set>
                                    <p:anim calcmode="lin" valueType="num">
                                      <p:cBhvr>
                                        <p:cTn id="12" dur="400" fill="hold"/>
                                        <p:tgtEl>
                                          <p:spTgt spid="31"/>
                                        </p:tgtEl>
                                        <p:attrNameLst>
                                          <p:attrName>ppt_x</p:attrName>
                                        </p:attrNameLst>
                                      </p:cBhvr>
                                      <p:tavLst>
                                        <p:tav tm="0">
                                          <p:val>
                                            <p:strVal val="#ppt_x"/>
                                          </p:val>
                                        </p:tav>
                                        <p:tav tm="50000">
                                          <p:val>
                                            <p:strVal val="#ppt_x+.1"/>
                                          </p:val>
                                        </p:tav>
                                        <p:tav tm="100000">
                                          <p:val>
                                            <p:strVal val="#ppt_x"/>
                                          </p:val>
                                        </p:tav>
                                      </p:tavLst>
                                    </p:anim>
                                    <p:anim calcmode="lin" valueType="num">
                                      <p:cBhvr>
                                        <p:cTn id="13" dur="400" fill="hold"/>
                                        <p:tgtEl>
                                          <p:spTgt spid="31"/>
                                        </p:tgtEl>
                                        <p:attrNameLst>
                                          <p:attrName>ppt_y</p:attrName>
                                        </p:attrNameLst>
                                      </p:cBhvr>
                                      <p:tavLst>
                                        <p:tav tm="0">
                                          <p:val>
                                            <p:strVal val="#ppt_y"/>
                                          </p:val>
                                        </p:tav>
                                        <p:tav tm="100000">
                                          <p:val>
                                            <p:strVal val="#ppt_y"/>
                                          </p:val>
                                        </p:tav>
                                      </p:tavLst>
                                    </p:anim>
                                    <p:anim calcmode="lin" valueType="num">
                                      <p:cBhvr>
                                        <p:cTn id="14" dur="400" fill="hold"/>
                                        <p:tgtEl>
                                          <p:spTgt spid="31"/>
                                        </p:tgtEl>
                                        <p:attrNameLst>
                                          <p:attrName>ppt_h</p:attrName>
                                        </p:attrNameLst>
                                      </p:cBhvr>
                                      <p:tavLst>
                                        <p:tav tm="0">
                                          <p:val>
                                            <p:strVal val="#ppt_h/10"/>
                                          </p:val>
                                        </p:tav>
                                        <p:tav tm="50000">
                                          <p:val>
                                            <p:strVal val="#ppt_h+.01"/>
                                          </p:val>
                                        </p:tav>
                                        <p:tav tm="100000">
                                          <p:val>
                                            <p:strVal val="#ppt_h"/>
                                          </p:val>
                                        </p:tav>
                                      </p:tavLst>
                                    </p:anim>
                                    <p:anim calcmode="lin" valueType="num">
                                      <p:cBhvr>
                                        <p:cTn id="15" dur="400" fill="hold"/>
                                        <p:tgtEl>
                                          <p:spTgt spid="31"/>
                                        </p:tgtEl>
                                        <p:attrNameLst>
                                          <p:attrName>ppt_w</p:attrName>
                                        </p:attrNameLst>
                                      </p:cBhvr>
                                      <p:tavLst>
                                        <p:tav tm="0">
                                          <p:val>
                                            <p:strVal val="#ppt_w/10"/>
                                          </p:val>
                                        </p:tav>
                                        <p:tav tm="50000">
                                          <p:val>
                                            <p:strVal val="#ppt_w+.01"/>
                                          </p:val>
                                        </p:tav>
                                        <p:tav tm="100000">
                                          <p:val>
                                            <p:strVal val="#ppt_w"/>
                                          </p:val>
                                        </p:tav>
                                      </p:tavLst>
                                    </p:anim>
                                    <p:animEffect transition="in" filter="fade">
                                      <p:cBhvr>
                                        <p:cTn id="16" dur="400" tmFilter="0,0; .5, 1; 1, 1"/>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ACAEFDA-D743-AFB5-6C8C-0C6CD2E8D81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237" y="368993"/>
            <a:ext cx="9123763" cy="4536504"/>
          </a:xfrm>
          <a:prstGeom prst="rect">
            <a:avLst/>
          </a:prstGeom>
          <a:noFill/>
          <a:ln>
            <a:noFill/>
          </a:ln>
        </p:spPr>
      </p:pic>
      <p:sp>
        <p:nvSpPr>
          <p:cNvPr id="15" name="TextBox 108"/>
          <p:cNvSpPr txBox="1">
            <a:spLocks noChangeArrowheads="1"/>
          </p:cNvSpPr>
          <p:nvPr/>
        </p:nvSpPr>
        <p:spPr bwMode="auto">
          <a:xfrm>
            <a:off x="539552" y="267494"/>
            <a:ext cx="226215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dirty="0">
                <a:solidFill>
                  <a:schemeClr val="tx1">
                    <a:lumMod val="85000"/>
                    <a:lumOff val="15000"/>
                  </a:schemeClr>
                </a:solidFill>
                <a:latin typeface="微软雅黑" pitchFamily="34" charset="-122"/>
                <a:ea typeface="微软雅黑" pitchFamily="34" charset="-122"/>
              </a:rPr>
              <a:t>不同用户的不同业务</a:t>
            </a:r>
          </a:p>
        </p:txBody>
      </p:sp>
      <p:grpSp>
        <p:nvGrpSpPr>
          <p:cNvPr id="29" name="组合 28"/>
          <p:cNvGrpSpPr/>
          <p:nvPr/>
        </p:nvGrpSpPr>
        <p:grpSpPr>
          <a:xfrm>
            <a:off x="107544" y="245001"/>
            <a:ext cx="360000" cy="360000"/>
            <a:chOff x="1965186" y="1419622"/>
            <a:chExt cx="302558" cy="314067"/>
          </a:xfrm>
        </p:grpSpPr>
        <p:sp>
          <p:nvSpPr>
            <p:cNvPr id="30" name="矩形 29"/>
            <p:cNvSpPr/>
            <p:nvPr/>
          </p:nvSpPr>
          <p:spPr>
            <a:xfrm>
              <a:off x="1965186" y="1419622"/>
              <a:ext cx="252000" cy="252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2087744" y="1553689"/>
              <a:ext cx="180000" cy="180000"/>
            </a:xfrm>
            <a:prstGeom prst="rect">
              <a:avLst/>
            </a:prstGeom>
            <a:solidFill>
              <a:srgbClr val="0E90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 name="图片 2" descr="图片包含 家具&#10;&#10;已生成高可信度的说明">
            <a:extLst>
              <a:ext uri="{FF2B5EF4-FFF2-40B4-BE49-F238E27FC236}">
                <a16:creationId xmlns:a16="http://schemas.microsoft.com/office/drawing/2014/main" id="{296D4C29-F084-0AE8-5352-6C39F383506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39771"/>
          <a:stretch/>
        </p:blipFill>
        <p:spPr>
          <a:xfrm>
            <a:off x="3923928" y="2746604"/>
            <a:ext cx="2448272" cy="2621942"/>
          </a:xfrm>
          <a:prstGeom prst="rect">
            <a:avLst/>
          </a:prstGeom>
        </p:spPr>
      </p:pic>
    </p:spTree>
    <p:extLst>
      <p:ext uri="{BB962C8B-B14F-4D97-AF65-F5344CB8AC3E}">
        <p14:creationId xmlns:p14="http://schemas.microsoft.com/office/powerpoint/2010/main" val="278662326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p:cTn id="7" dur="350" fill="hold"/>
                                        <p:tgtEl>
                                          <p:spTgt spid="29"/>
                                        </p:tgtEl>
                                        <p:attrNameLst>
                                          <p:attrName>ppt_w</p:attrName>
                                        </p:attrNameLst>
                                      </p:cBhvr>
                                      <p:tavLst>
                                        <p:tav tm="0">
                                          <p:val>
                                            <p:fltVal val="0"/>
                                          </p:val>
                                        </p:tav>
                                        <p:tav tm="100000">
                                          <p:val>
                                            <p:strVal val="#ppt_w"/>
                                          </p:val>
                                        </p:tav>
                                      </p:tavLst>
                                    </p:anim>
                                    <p:anim calcmode="lin" valueType="num">
                                      <p:cBhvr>
                                        <p:cTn id="8" dur="350" fill="hold"/>
                                        <p:tgtEl>
                                          <p:spTgt spid="29"/>
                                        </p:tgtEl>
                                        <p:attrNameLst>
                                          <p:attrName>ppt_h</p:attrName>
                                        </p:attrNameLst>
                                      </p:cBhvr>
                                      <p:tavLst>
                                        <p:tav tm="0">
                                          <p:val>
                                            <p:fltVal val="0"/>
                                          </p:val>
                                        </p:tav>
                                        <p:tav tm="100000">
                                          <p:val>
                                            <p:strVal val="#ppt_h"/>
                                          </p:val>
                                        </p:tav>
                                      </p:tavLst>
                                    </p:anim>
                                  </p:childTnLst>
                                </p:cTn>
                              </p:par>
                            </p:childTnLst>
                          </p:cTn>
                        </p:par>
                        <p:par>
                          <p:cTn id="9" fill="hold">
                            <p:stCondLst>
                              <p:cond delay="350"/>
                            </p:stCondLst>
                            <p:childTnLst>
                              <p:par>
                                <p:cTn id="10" presetID="41" presetClass="entr" presetSubtype="0" fill="hold" grpId="0" nodeType="afterEffect">
                                  <p:stCondLst>
                                    <p:cond delay="0"/>
                                  </p:stCondLst>
                                  <p:iterate type="lt">
                                    <p:tmPct val="10000"/>
                                  </p:iterate>
                                  <p:childTnLst>
                                    <p:set>
                                      <p:cBhvr>
                                        <p:cTn id="11" dur="1" fill="hold">
                                          <p:stCondLst>
                                            <p:cond delay="0"/>
                                          </p:stCondLst>
                                        </p:cTn>
                                        <p:tgtEl>
                                          <p:spTgt spid="15"/>
                                        </p:tgtEl>
                                        <p:attrNameLst>
                                          <p:attrName>style.visibility</p:attrName>
                                        </p:attrNameLst>
                                      </p:cBhvr>
                                      <p:to>
                                        <p:strVal val="visible"/>
                                      </p:to>
                                    </p:set>
                                    <p:anim calcmode="lin" valueType="num">
                                      <p:cBhvr>
                                        <p:cTn id="12" dur="400" fill="hold"/>
                                        <p:tgtEl>
                                          <p:spTgt spid="15"/>
                                        </p:tgtEl>
                                        <p:attrNameLst>
                                          <p:attrName>ppt_x</p:attrName>
                                        </p:attrNameLst>
                                      </p:cBhvr>
                                      <p:tavLst>
                                        <p:tav tm="0">
                                          <p:val>
                                            <p:strVal val="#ppt_x"/>
                                          </p:val>
                                        </p:tav>
                                        <p:tav tm="50000">
                                          <p:val>
                                            <p:strVal val="#ppt_x+.1"/>
                                          </p:val>
                                        </p:tav>
                                        <p:tav tm="100000">
                                          <p:val>
                                            <p:strVal val="#ppt_x"/>
                                          </p:val>
                                        </p:tav>
                                      </p:tavLst>
                                    </p:anim>
                                    <p:anim calcmode="lin" valueType="num">
                                      <p:cBhvr>
                                        <p:cTn id="13" dur="400" fill="hold"/>
                                        <p:tgtEl>
                                          <p:spTgt spid="15"/>
                                        </p:tgtEl>
                                        <p:attrNameLst>
                                          <p:attrName>ppt_y</p:attrName>
                                        </p:attrNameLst>
                                      </p:cBhvr>
                                      <p:tavLst>
                                        <p:tav tm="0">
                                          <p:val>
                                            <p:strVal val="#ppt_y"/>
                                          </p:val>
                                        </p:tav>
                                        <p:tav tm="100000">
                                          <p:val>
                                            <p:strVal val="#ppt_y"/>
                                          </p:val>
                                        </p:tav>
                                      </p:tavLst>
                                    </p:anim>
                                    <p:anim calcmode="lin" valueType="num">
                                      <p:cBhvr>
                                        <p:cTn id="14" dur="400" fill="hold"/>
                                        <p:tgtEl>
                                          <p:spTgt spid="15"/>
                                        </p:tgtEl>
                                        <p:attrNameLst>
                                          <p:attrName>ppt_h</p:attrName>
                                        </p:attrNameLst>
                                      </p:cBhvr>
                                      <p:tavLst>
                                        <p:tav tm="0">
                                          <p:val>
                                            <p:strVal val="#ppt_h/10"/>
                                          </p:val>
                                        </p:tav>
                                        <p:tav tm="50000">
                                          <p:val>
                                            <p:strVal val="#ppt_h+.01"/>
                                          </p:val>
                                        </p:tav>
                                        <p:tav tm="100000">
                                          <p:val>
                                            <p:strVal val="#ppt_h"/>
                                          </p:val>
                                        </p:tav>
                                      </p:tavLst>
                                    </p:anim>
                                    <p:anim calcmode="lin" valueType="num">
                                      <p:cBhvr>
                                        <p:cTn id="15" dur="400" fill="hold"/>
                                        <p:tgtEl>
                                          <p:spTgt spid="15"/>
                                        </p:tgtEl>
                                        <p:attrNameLst>
                                          <p:attrName>ppt_w</p:attrName>
                                        </p:attrNameLst>
                                      </p:cBhvr>
                                      <p:tavLst>
                                        <p:tav tm="0">
                                          <p:val>
                                            <p:strVal val="#ppt_w/10"/>
                                          </p:val>
                                        </p:tav>
                                        <p:tav tm="50000">
                                          <p:val>
                                            <p:strVal val="#ppt_w+.01"/>
                                          </p:val>
                                        </p:tav>
                                        <p:tav tm="100000">
                                          <p:val>
                                            <p:strVal val="#ppt_w"/>
                                          </p:val>
                                        </p:tav>
                                      </p:tavLst>
                                    </p:anim>
                                    <p:animEffect transition="in" filter="fade">
                                      <p:cBhvr>
                                        <p:cTn id="16" dur="400" tmFilter="0,0; .5, 1; 1, 1"/>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p:cTn id="21" dur="1000" fill="hold"/>
                                        <p:tgtEl>
                                          <p:spTgt spid="3"/>
                                        </p:tgtEl>
                                        <p:attrNameLst>
                                          <p:attrName>ppt_w</p:attrName>
                                        </p:attrNameLst>
                                      </p:cBhvr>
                                      <p:tavLst>
                                        <p:tav tm="0">
                                          <p:val>
                                            <p:fltVal val="0"/>
                                          </p:val>
                                        </p:tav>
                                        <p:tav tm="100000">
                                          <p:val>
                                            <p:strVal val="#ppt_w"/>
                                          </p:val>
                                        </p:tav>
                                      </p:tavLst>
                                    </p:anim>
                                    <p:anim calcmode="lin" valueType="num">
                                      <p:cBhvr>
                                        <p:cTn id="22" dur="1000" fill="hold"/>
                                        <p:tgtEl>
                                          <p:spTgt spid="3"/>
                                        </p:tgtEl>
                                        <p:attrNameLst>
                                          <p:attrName>ppt_h</p:attrName>
                                        </p:attrNameLst>
                                      </p:cBhvr>
                                      <p:tavLst>
                                        <p:tav tm="0">
                                          <p:val>
                                            <p:fltVal val="0"/>
                                          </p:val>
                                        </p:tav>
                                        <p:tav tm="100000">
                                          <p:val>
                                            <p:strVal val="#ppt_h"/>
                                          </p:val>
                                        </p:tav>
                                      </p:tavLst>
                                    </p:anim>
                                    <p:anim calcmode="lin" valueType="num">
                                      <p:cBhvr>
                                        <p:cTn id="23" dur="1000" fill="hold"/>
                                        <p:tgtEl>
                                          <p:spTgt spid="3"/>
                                        </p:tgtEl>
                                        <p:attrNameLst>
                                          <p:attrName>style.rotation</p:attrName>
                                        </p:attrNameLst>
                                      </p:cBhvr>
                                      <p:tavLst>
                                        <p:tav tm="0">
                                          <p:val>
                                            <p:fltVal val="90"/>
                                          </p:val>
                                        </p:tav>
                                        <p:tav tm="100000">
                                          <p:val>
                                            <p:fltVal val="0"/>
                                          </p:val>
                                        </p:tav>
                                      </p:tavLst>
                                    </p:anim>
                                    <p:animEffect transition="in" filter="fade">
                                      <p:cBhvr>
                                        <p:cTn id="24"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50498"/>
            <a:ext cx="3228536" cy="1188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dirty="0"/>
          </a:p>
        </p:txBody>
      </p:sp>
      <p:sp>
        <p:nvSpPr>
          <p:cNvPr id="3" name="文本框 2"/>
          <p:cNvSpPr txBox="1"/>
          <p:nvPr/>
        </p:nvSpPr>
        <p:spPr>
          <a:xfrm>
            <a:off x="1352697" y="1663625"/>
            <a:ext cx="1677382" cy="530915"/>
          </a:xfrm>
          <a:prstGeom prst="rect">
            <a:avLst/>
          </a:prstGeom>
          <a:noFill/>
        </p:spPr>
        <p:txBody>
          <a:bodyPr wrap="none" lIns="68580" tIns="34290" rIns="68580" bIns="34290"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第三部分</a:t>
            </a:r>
          </a:p>
        </p:txBody>
      </p:sp>
      <p:sp>
        <p:nvSpPr>
          <p:cNvPr id="10" name="矩形 9"/>
          <p:cNvSpPr/>
          <p:nvPr/>
        </p:nvSpPr>
        <p:spPr>
          <a:xfrm>
            <a:off x="3825000" y="3075806"/>
            <a:ext cx="5319000" cy="200465"/>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1" name="矩形 10"/>
          <p:cNvSpPr/>
          <p:nvPr/>
        </p:nvSpPr>
        <p:spPr>
          <a:xfrm>
            <a:off x="3302392" y="1350498"/>
            <a:ext cx="305972" cy="118800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dirty="0"/>
          </a:p>
        </p:txBody>
      </p:sp>
      <p:grpSp>
        <p:nvGrpSpPr>
          <p:cNvPr id="7" name="组合 6">
            <a:extLst>
              <a:ext uri="{FF2B5EF4-FFF2-40B4-BE49-F238E27FC236}">
                <a16:creationId xmlns:a16="http://schemas.microsoft.com/office/drawing/2014/main" id="{3F0FF0CA-CD48-5B80-1B21-EF94EA37186F}"/>
              </a:ext>
            </a:extLst>
          </p:cNvPr>
          <p:cNvGrpSpPr/>
          <p:nvPr/>
        </p:nvGrpSpPr>
        <p:grpSpPr>
          <a:xfrm>
            <a:off x="4211959" y="1350498"/>
            <a:ext cx="4176463" cy="1151704"/>
            <a:chOff x="4067999" y="922819"/>
            <a:chExt cx="3322822" cy="1151704"/>
          </a:xfrm>
        </p:grpSpPr>
        <p:sp>
          <p:nvSpPr>
            <p:cNvPr id="8" name="TextBox 4">
              <a:extLst>
                <a:ext uri="{FF2B5EF4-FFF2-40B4-BE49-F238E27FC236}">
                  <a16:creationId xmlns:a16="http://schemas.microsoft.com/office/drawing/2014/main" id="{AC336358-686E-C093-BE8E-1755B7435106}"/>
                </a:ext>
              </a:extLst>
            </p:cNvPr>
            <p:cNvSpPr txBox="1"/>
            <p:nvPr/>
          </p:nvSpPr>
          <p:spPr>
            <a:xfrm>
              <a:off x="4067999" y="1543608"/>
              <a:ext cx="3322822" cy="530915"/>
            </a:xfrm>
            <a:prstGeom prst="rect">
              <a:avLst/>
            </a:prstGeom>
            <a:noFill/>
          </p:spPr>
          <p:txBody>
            <a:bodyPr wrap="square" lIns="68580" tIns="34290" rIns="68580" bIns="34290" rtlCol="0">
              <a:spAutoFit/>
            </a:bodyPr>
            <a:lstStyle/>
            <a:p>
              <a:pPr algn="ctr"/>
              <a:r>
                <a:rPr lang="en-US" altLang="zh-CN" sz="3000" b="1" dirty="0">
                  <a:solidFill>
                    <a:srgbClr val="0E90BE"/>
                  </a:solidFill>
                  <a:latin typeface="Impact" pitchFamily="34" charset="0"/>
                </a:rPr>
                <a:t>System  Use  Method</a:t>
              </a:r>
              <a:endParaRPr lang="zh-CN" altLang="en-US" sz="3000" b="1" dirty="0">
                <a:solidFill>
                  <a:srgbClr val="0E90BE"/>
                </a:solidFill>
                <a:latin typeface="Impact" pitchFamily="34" charset="0"/>
              </a:endParaRPr>
            </a:p>
          </p:txBody>
        </p:sp>
        <p:sp>
          <p:nvSpPr>
            <p:cNvPr id="15" name="文本框 14">
              <a:extLst>
                <a:ext uri="{FF2B5EF4-FFF2-40B4-BE49-F238E27FC236}">
                  <a16:creationId xmlns:a16="http://schemas.microsoft.com/office/drawing/2014/main" id="{F449360E-0539-4F32-DCE1-ED5E47DE1C62}"/>
                </a:ext>
              </a:extLst>
            </p:cNvPr>
            <p:cNvSpPr txBox="1"/>
            <p:nvPr/>
          </p:nvSpPr>
          <p:spPr>
            <a:xfrm>
              <a:off x="4671449" y="922819"/>
              <a:ext cx="2069145" cy="561692"/>
            </a:xfrm>
            <a:prstGeom prst="rect">
              <a:avLst/>
            </a:prstGeom>
            <a:noFill/>
          </p:spPr>
          <p:txBody>
            <a:bodyPr wrap="none" lIns="68580" tIns="34290" rIns="68580" bIns="34290" rtlCol="0">
              <a:spAutoFit/>
            </a:bodyPr>
            <a:lstStyle/>
            <a:p>
              <a:pPr algn="ctr"/>
              <a:r>
                <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rPr>
                <a:t>系统使用方法</a:t>
              </a:r>
            </a:p>
          </p:txBody>
        </p:sp>
      </p:grpSp>
    </p:spTree>
    <p:extLst>
      <p:ext uri="{BB962C8B-B14F-4D97-AF65-F5344CB8AC3E}">
        <p14:creationId xmlns:p14="http://schemas.microsoft.com/office/powerpoint/2010/main" val="344093630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 presetClass="entr" presetSubtype="1" fill="hold" grpId="0" nodeType="withEffect">
                                  <p:stCondLst>
                                    <p:cond delay="300"/>
                                  </p:stCondLst>
                                  <p:childTnLst>
                                    <p:set>
                                      <p:cBhvr>
                                        <p:cTn id="9" dur="1" fill="hold">
                                          <p:stCondLst>
                                            <p:cond delay="0"/>
                                          </p:stCondLst>
                                        </p:cTn>
                                        <p:tgtEl>
                                          <p:spTgt spid="11"/>
                                        </p:tgtEl>
                                        <p:attrNameLst>
                                          <p:attrName>style.visibility</p:attrName>
                                        </p:attrNameLst>
                                      </p:cBhvr>
                                      <p:to>
                                        <p:strVal val="visible"/>
                                      </p:to>
                                    </p:set>
                                    <p:anim calcmode="lin" valueType="num">
                                      <p:cBhvr additive="base">
                                        <p:cTn id="10" dur="400" fill="hold"/>
                                        <p:tgtEl>
                                          <p:spTgt spid="11"/>
                                        </p:tgtEl>
                                        <p:attrNameLst>
                                          <p:attrName>ppt_x</p:attrName>
                                        </p:attrNameLst>
                                      </p:cBhvr>
                                      <p:tavLst>
                                        <p:tav tm="0">
                                          <p:val>
                                            <p:strVal val="#ppt_x"/>
                                          </p:val>
                                        </p:tav>
                                        <p:tav tm="100000">
                                          <p:val>
                                            <p:strVal val="#ppt_x"/>
                                          </p:val>
                                        </p:tav>
                                      </p:tavLst>
                                    </p:anim>
                                    <p:anim calcmode="lin" valueType="num">
                                      <p:cBhvr additive="base">
                                        <p:cTn id="11" dur="400" fill="hold"/>
                                        <p:tgtEl>
                                          <p:spTgt spid="11"/>
                                        </p:tgtEl>
                                        <p:attrNameLst>
                                          <p:attrName>ppt_y</p:attrName>
                                        </p:attrNameLst>
                                      </p:cBhvr>
                                      <p:tavLst>
                                        <p:tav tm="0">
                                          <p:val>
                                            <p:strVal val="0-#ppt_h/2"/>
                                          </p:val>
                                        </p:tav>
                                        <p:tav tm="100000">
                                          <p:val>
                                            <p:strVal val="#ppt_y"/>
                                          </p:val>
                                        </p:tav>
                                      </p:tavLst>
                                    </p:anim>
                                  </p:childTnLst>
                                </p:cTn>
                              </p:par>
                            </p:childTnLst>
                          </p:cTn>
                        </p:par>
                        <p:par>
                          <p:cTn id="12" fill="hold">
                            <p:stCondLst>
                              <p:cond delay="700"/>
                            </p:stCondLst>
                            <p:childTnLst>
                              <p:par>
                                <p:cTn id="13" presetID="22" presetClass="entr" presetSubtype="8"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par>
                          <p:cTn id="16" fill="hold">
                            <p:stCondLst>
                              <p:cond delay="1200"/>
                            </p:stCondLst>
                            <p:childTnLst>
                              <p:par>
                                <p:cTn id="17" presetID="22" presetClass="entr" presetSubtype="8"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C282B38-6397-8A79-79D9-178F05CC44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5143499"/>
          </a:xfrm>
          <a:prstGeom prst="rect">
            <a:avLst/>
          </a:prstGeom>
        </p:spPr>
      </p:pic>
      <p:sp>
        <p:nvSpPr>
          <p:cNvPr id="4" name="矩形 3">
            <a:extLst>
              <a:ext uri="{FF2B5EF4-FFF2-40B4-BE49-F238E27FC236}">
                <a16:creationId xmlns:a16="http://schemas.microsoft.com/office/drawing/2014/main" id="{B0412901-5EC7-6E8C-9583-D8069F01EFC5}"/>
              </a:ext>
            </a:extLst>
          </p:cNvPr>
          <p:cNvSpPr/>
          <p:nvPr/>
        </p:nvSpPr>
        <p:spPr>
          <a:xfrm>
            <a:off x="5940152" y="1923678"/>
            <a:ext cx="1944216" cy="10081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注册界面</a:t>
            </a:r>
          </a:p>
        </p:txBody>
      </p:sp>
    </p:spTree>
    <p:extLst>
      <p:ext uri="{BB962C8B-B14F-4D97-AF65-F5344CB8AC3E}">
        <p14:creationId xmlns:p14="http://schemas.microsoft.com/office/powerpoint/2010/main" val="2899074990"/>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1351FF6D-2A91-2AB7-230E-CA535ED79A9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5143499"/>
          </a:xfrm>
          <a:prstGeom prst="rect">
            <a:avLst/>
          </a:prstGeom>
        </p:spPr>
      </p:pic>
      <p:sp>
        <p:nvSpPr>
          <p:cNvPr id="8" name="矩形 7">
            <a:extLst>
              <a:ext uri="{FF2B5EF4-FFF2-40B4-BE49-F238E27FC236}">
                <a16:creationId xmlns:a16="http://schemas.microsoft.com/office/drawing/2014/main" id="{27AD7957-B361-9AEB-4FF8-FDF18056AF9E}"/>
              </a:ext>
            </a:extLst>
          </p:cNvPr>
          <p:cNvSpPr/>
          <p:nvPr/>
        </p:nvSpPr>
        <p:spPr>
          <a:xfrm>
            <a:off x="5940152" y="1923678"/>
            <a:ext cx="1944216" cy="10081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我们在登录界面可以选择用户身份</a:t>
            </a:r>
          </a:p>
        </p:txBody>
      </p:sp>
    </p:spTree>
    <p:extLst>
      <p:ext uri="{BB962C8B-B14F-4D97-AF65-F5344CB8AC3E}">
        <p14:creationId xmlns:p14="http://schemas.microsoft.com/office/powerpoint/2010/main" val="224263693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图片 34">
            <a:extLst>
              <a:ext uri="{FF2B5EF4-FFF2-40B4-BE49-F238E27FC236}">
                <a16:creationId xmlns:a16="http://schemas.microsoft.com/office/drawing/2014/main" id="{A745AE5E-ADE6-C456-5CFD-4FBA840066E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5143499"/>
          </a:xfrm>
          <a:prstGeom prst="rect">
            <a:avLst/>
          </a:prstGeom>
        </p:spPr>
      </p:pic>
      <p:sp>
        <p:nvSpPr>
          <p:cNvPr id="36" name="矩形 35">
            <a:extLst>
              <a:ext uri="{FF2B5EF4-FFF2-40B4-BE49-F238E27FC236}">
                <a16:creationId xmlns:a16="http://schemas.microsoft.com/office/drawing/2014/main" id="{A48BEF9D-6B06-1590-6B2A-A2B6FFF59BEB}"/>
              </a:ext>
            </a:extLst>
          </p:cNvPr>
          <p:cNvSpPr/>
          <p:nvPr/>
        </p:nvSpPr>
        <p:spPr>
          <a:xfrm>
            <a:off x="7812360" y="1923678"/>
            <a:ext cx="1224136" cy="1152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患者预约挂号界面，可以选择挂号科室</a:t>
            </a:r>
          </a:p>
        </p:txBody>
      </p:sp>
    </p:spTree>
    <p:extLst>
      <p:ext uri="{BB962C8B-B14F-4D97-AF65-F5344CB8AC3E}">
        <p14:creationId xmlns:p14="http://schemas.microsoft.com/office/powerpoint/2010/main" val="1234362223"/>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8655C882-0A14-0F7C-9D81-4BACF2E40C2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5143499"/>
          </a:xfrm>
          <a:prstGeom prst="rect">
            <a:avLst/>
          </a:prstGeom>
        </p:spPr>
      </p:pic>
      <p:sp>
        <p:nvSpPr>
          <p:cNvPr id="21" name="矩形 20">
            <a:extLst>
              <a:ext uri="{FF2B5EF4-FFF2-40B4-BE49-F238E27FC236}">
                <a16:creationId xmlns:a16="http://schemas.microsoft.com/office/drawing/2014/main" id="{D190D952-D7C6-F84A-6AA1-5F0DE2BC2A70}"/>
              </a:ext>
            </a:extLst>
          </p:cNvPr>
          <p:cNvSpPr/>
          <p:nvPr/>
        </p:nvSpPr>
        <p:spPr>
          <a:xfrm>
            <a:off x="7812360" y="1923678"/>
            <a:ext cx="1224136" cy="18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t>患者预约挂号界面，可以选择挂号时间，医生等信息</a:t>
            </a:r>
          </a:p>
        </p:txBody>
      </p:sp>
    </p:spTree>
    <p:extLst>
      <p:ext uri="{BB962C8B-B14F-4D97-AF65-F5344CB8AC3E}">
        <p14:creationId xmlns:p14="http://schemas.microsoft.com/office/powerpoint/2010/main" val="1158273985"/>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a:extLst>
              <a:ext uri="{FF2B5EF4-FFF2-40B4-BE49-F238E27FC236}">
                <a16:creationId xmlns:a16="http://schemas.microsoft.com/office/drawing/2014/main" id="{4E8BF1EE-4B15-B5B8-D100-90C29C4910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5143499"/>
          </a:xfrm>
          <a:prstGeom prst="rect">
            <a:avLst/>
          </a:prstGeom>
        </p:spPr>
      </p:pic>
      <p:sp>
        <p:nvSpPr>
          <p:cNvPr id="23" name="矩形 22">
            <a:extLst>
              <a:ext uri="{FF2B5EF4-FFF2-40B4-BE49-F238E27FC236}">
                <a16:creationId xmlns:a16="http://schemas.microsoft.com/office/drawing/2014/main" id="{AD2D425B-0368-0683-90A0-C917834D04B0}"/>
              </a:ext>
            </a:extLst>
          </p:cNvPr>
          <p:cNvSpPr/>
          <p:nvPr/>
        </p:nvSpPr>
        <p:spPr>
          <a:xfrm>
            <a:off x="7812360" y="1923678"/>
            <a:ext cx="1224136" cy="1152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确认挂号信息</a:t>
            </a:r>
          </a:p>
        </p:txBody>
      </p:sp>
    </p:spTree>
    <p:extLst>
      <p:ext uri="{BB962C8B-B14F-4D97-AF65-F5344CB8AC3E}">
        <p14:creationId xmlns:p14="http://schemas.microsoft.com/office/powerpoint/2010/main" val="3230017345"/>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73B331EE-F6AC-BB5A-F9CF-3FE626AEC8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5143499"/>
          </a:xfrm>
          <a:prstGeom prst="rect">
            <a:avLst/>
          </a:prstGeom>
        </p:spPr>
      </p:pic>
      <p:sp>
        <p:nvSpPr>
          <p:cNvPr id="15" name="矩形 14">
            <a:extLst>
              <a:ext uri="{FF2B5EF4-FFF2-40B4-BE49-F238E27FC236}">
                <a16:creationId xmlns:a16="http://schemas.microsoft.com/office/drawing/2014/main" id="{B8BF765B-9E8B-B281-2DD6-97D71BE69A35}"/>
              </a:ext>
            </a:extLst>
          </p:cNvPr>
          <p:cNvSpPr/>
          <p:nvPr/>
        </p:nvSpPr>
        <p:spPr>
          <a:xfrm>
            <a:off x="7812360" y="1923678"/>
            <a:ext cx="1224136" cy="1152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弹窗显示挂号成功将返回登录界面</a:t>
            </a:r>
          </a:p>
        </p:txBody>
      </p:sp>
    </p:spTree>
    <p:extLst>
      <p:ext uri="{BB962C8B-B14F-4D97-AF65-F5344CB8AC3E}">
        <p14:creationId xmlns:p14="http://schemas.microsoft.com/office/powerpoint/2010/main" val="1021077708"/>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2627DC2C-07EA-BE01-0C2E-B7FD7A2684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5143499"/>
          </a:xfrm>
          <a:prstGeom prst="rect">
            <a:avLst/>
          </a:prstGeom>
        </p:spPr>
      </p:pic>
      <p:sp>
        <p:nvSpPr>
          <p:cNvPr id="12" name="矩形 11">
            <a:extLst>
              <a:ext uri="{FF2B5EF4-FFF2-40B4-BE49-F238E27FC236}">
                <a16:creationId xmlns:a16="http://schemas.microsoft.com/office/drawing/2014/main" id="{333AE5BB-4FE2-3AD0-C106-26257255146E}"/>
              </a:ext>
            </a:extLst>
          </p:cNvPr>
          <p:cNvSpPr/>
          <p:nvPr/>
        </p:nvSpPr>
        <p:spPr>
          <a:xfrm>
            <a:off x="7812360" y="1923678"/>
            <a:ext cx="1224136" cy="1152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患者页面：</a:t>
            </a:r>
            <a:endParaRPr lang="en-US" altLang="zh-CN" dirty="0"/>
          </a:p>
          <a:p>
            <a:pPr algn="ctr"/>
            <a:r>
              <a:rPr lang="zh-CN" altLang="en-US" dirty="0"/>
              <a:t>查看病历信息</a:t>
            </a:r>
          </a:p>
        </p:txBody>
      </p:sp>
    </p:spTree>
    <p:extLst>
      <p:ext uri="{BB962C8B-B14F-4D97-AF65-F5344CB8AC3E}">
        <p14:creationId xmlns:p14="http://schemas.microsoft.com/office/powerpoint/2010/main" val="3230904776"/>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28AC309-53B1-F33D-2403-6C5602FA3CA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5143499"/>
          </a:xfrm>
          <a:prstGeom prst="rect">
            <a:avLst/>
          </a:prstGeom>
        </p:spPr>
      </p:pic>
      <p:sp>
        <p:nvSpPr>
          <p:cNvPr id="4" name="矩形 3">
            <a:extLst>
              <a:ext uri="{FF2B5EF4-FFF2-40B4-BE49-F238E27FC236}">
                <a16:creationId xmlns:a16="http://schemas.microsoft.com/office/drawing/2014/main" id="{9E0E6425-79A4-714A-49DF-09FF9291CB31}"/>
              </a:ext>
            </a:extLst>
          </p:cNvPr>
          <p:cNvSpPr/>
          <p:nvPr/>
        </p:nvSpPr>
        <p:spPr>
          <a:xfrm>
            <a:off x="5724128" y="1347614"/>
            <a:ext cx="1800200" cy="23762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dirty="0">
                <a:solidFill>
                  <a:srgbClr val="00B0F0"/>
                </a:solidFill>
              </a:rPr>
              <a:t>患者页面：</a:t>
            </a:r>
            <a:endParaRPr lang="en-US" altLang="zh-CN" dirty="0">
              <a:solidFill>
                <a:srgbClr val="00B0F0"/>
              </a:solidFill>
            </a:endParaRPr>
          </a:p>
          <a:p>
            <a:pPr algn="just"/>
            <a:r>
              <a:rPr lang="zh-CN" altLang="en-US" dirty="0">
                <a:solidFill>
                  <a:srgbClr val="00B0F0"/>
                </a:solidFill>
              </a:rPr>
              <a:t>查看病历详情，右上角张三和注销都可以点，点击张三能跳转到病历信息</a:t>
            </a:r>
            <a:r>
              <a:rPr lang="zh-CN" altLang="en-US">
                <a:solidFill>
                  <a:srgbClr val="00B0F0"/>
                </a:solidFill>
              </a:rPr>
              <a:t>页面，点击注销是</a:t>
            </a:r>
            <a:r>
              <a:rPr lang="zh-CN" altLang="en-US" dirty="0">
                <a:solidFill>
                  <a:srgbClr val="00B0F0"/>
                </a:solidFill>
              </a:rPr>
              <a:t>直接退出登录</a:t>
            </a:r>
          </a:p>
        </p:txBody>
      </p:sp>
    </p:spTree>
    <p:extLst>
      <p:ext uri="{BB962C8B-B14F-4D97-AF65-F5344CB8AC3E}">
        <p14:creationId xmlns:p14="http://schemas.microsoft.com/office/powerpoint/2010/main" val="2167650052"/>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图片 36">
            <a:extLst>
              <a:ext uri="{FF2B5EF4-FFF2-40B4-BE49-F238E27FC236}">
                <a16:creationId xmlns:a16="http://schemas.microsoft.com/office/drawing/2014/main" id="{AC070ED9-944C-98FA-9472-F7EB02206E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5143499"/>
          </a:xfrm>
          <a:prstGeom prst="rect">
            <a:avLst/>
          </a:prstGeom>
        </p:spPr>
      </p:pic>
      <p:sp>
        <p:nvSpPr>
          <p:cNvPr id="38" name="矩形 37">
            <a:extLst>
              <a:ext uri="{FF2B5EF4-FFF2-40B4-BE49-F238E27FC236}">
                <a16:creationId xmlns:a16="http://schemas.microsoft.com/office/drawing/2014/main" id="{20C7053F-8F62-50AD-C29D-F90C9496A5F1}"/>
              </a:ext>
            </a:extLst>
          </p:cNvPr>
          <p:cNvSpPr/>
          <p:nvPr/>
        </p:nvSpPr>
        <p:spPr>
          <a:xfrm>
            <a:off x="7812360" y="1923678"/>
            <a:ext cx="1224136" cy="1152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医生页面：</a:t>
            </a:r>
            <a:endParaRPr lang="en-US" altLang="zh-CN" dirty="0"/>
          </a:p>
          <a:p>
            <a:pPr algn="ctr"/>
            <a:r>
              <a:rPr lang="zh-CN" altLang="en-US" dirty="0"/>
              <a:t>个人信息</a:t>
            </a:r>
          </a:p>
        </p:txBody>
      </p:sp>
    </p:spTree>
    <p:extLst>
      <p:ext uri="{BB962C8B-B14F-4D97-AF65-F5344CB8AC3E}">
        <p14:creationId xmlns:p14="http://schemas.microsoft.com/office/powerpoint/2010/main" val="3280385078"/>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ED774D5-E7BB-0736-58F9-266E59EAB6C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5143499"/>
          </a:xfrm>
          <a:prstGeom prst="rect">
            <a:avLst/>
          </a:prstGeom>
        </p:spPr>
      </p:pic>
      <p:sp>
        <p:nvSpPr>
          <p:cNvPr id="4" name="矩形 3">
            <a:extLst>
              <a:ext uri="{FF2B5EF4-FFF2-40B4-BE49-F238E27FC236}">
                <a16:creationId xmlns:a16="http://schemas.microsoft.com/office/drawing/2014/main" id="{A0544CEE-3FA4-6511-F2C8-90C95B36D90D}"/>
              </a:ext>
            </a:extLst>
          </p:cNvPr>
          <p:cNvSpPr/>
          <p:nvPr/>
        </p:nvSpPr>
        <p:spPr>
          <a:xfrm>
            <a:off x="7812360" y="1923678"/>
            <a:ext cx="1224136" cy="1152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医生页面：</a:t>
            </a:r>
            <a:endParaRPr lang="en-US" altLang="zh-CN" dirty="0"/>
          </a:p>
          <a:p>
            <a:pPr algn="ctr"/>
            <a:r>
              <a:rPr lang="zh-CN" altLang="en-US" dirty="0"/>
              <a:t>挂号管理界面</a:t>
            </a:r>
          </a:p>
        </p:txBody>
      </p:sp>
      <p:sp>
        <p:nvSpPr>
          <p:cNvPr id="5" name="矩形 4">
            <a:extLst>
              <a:ext uri="{FF2B5EF4-FFF2-40B4-BE49-F238E27FC236}">
                <a16:creationId xmlns:a16="http://schemas.microsoft.com/office/drawing/2014/main" id="{98C5C2D7-FFE9-42AC-8497-E273B3A05B11}"/>
              </a:ext>
            </a:extLst>
          </p:cNvPr>
          <p:cNvSpPr/>
          <p:nvPr/>
        </p:nvSpPr>
        <p:spPr>
          <a:xfrm>
            <a:off x="4644008" y="3291830"/>
            <a:ext cx="2952328" cy="5760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B0F0"/>
                </a:solidFill>
              </a:rPr>
              <a:t>点击确认或者不予通过后，跳转到病历管理界面</a:t>
            </a:r>
          </a:p>
        </p:txBody>
      </p:sp>
    </p:spTree>
    <p:extLst>
      <p:ext uri="{BB962C8B-B14F-4D97-AF65-F5344CB8AC3E}">
        <p14:creationId xmlns:p14="http://schemas.microsoft.com/office/powerpoint/2010/main" val="452046144"/>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34D19F75-0393-6B55-ED0B-4922F73F07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5143499"/>
          </a:xfrm>
          <a:prstGeom prst="rect">
            <a:avLst/>
          </a:prstGeom>
        </p:spPr>
      </p:pic>
      <p:sp>
        <p:nvSpPr>
          <p:cNvPr id="15" name="矩形 14">
            <a:extLst>
              <a:ext uri="{FF2B5EF4-FFF2-40B4-BE49-F238E27FC236}">
                <a16:creationId xmlns:a16="http://schemas.microsoft.com/office/drawing/2014/main" id="{FAFBBEFC-E55B-CAA6-351A-CB1BE170CF6D}"/>
              </a:ext>
            </a:extLst>
          </p:cNvPr>
          <p:cNvSpPr/>
          <p:nvPr/>
        </p:nvSpPr>
        <p:spPr>
          <a:xfrm>
            <a:off x="5724128" y="2355726"/>
            <a:ext cx="1584176" cy="6480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B0F0"/>
                </a:solidFill>
              </a:rPr>
              <a:t>病历信息编辑界面</a:t>
            </a:r>
          </a:p>
        </p:txBody>
      </p:sp>
    </p:spTree>
    <p:extLst>
      <p:ext uri="{BB962C8B-B14F-4D97-AF65-F5344CB8AC3E}">
        <p14:creationId xmlns:p14="http://schemas.microsoft.com/office/powerpoint/2010/main" val="4111562583"/>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88EA8F30-69E1-E687-F774-3A11BD0A7B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
            <a:ext cx="9144000" cy="5143500"/>
          </a:xfrm>
          <a:prstGeom prst="rect">
            <a:avLst/>
          </a:prstGeom>
        </p:spPr>
      </p:pic>
      <p:sp>
        <p:nvSpPr>
          <p:cNvPr id="5" name="矩形 4">
            <a:extLst>
              <a:ext uri="{FF2B5EF4-FFF2-40B4-BE49-F238E27FC236}">
                <a16:creationId xmlns:a16="http://schemas.microsoft.com/office/drawing/2014/main" id="{321EA653-0230-D449-50B9-195648789CC1}"/>
              </a:ext>
            </a:extLst>
          </p:cNvPr>
          <p:cNvSpPr/>
          <p:nvPr/>
        </p:nvSpPr>
        <p:spPr>
          <a:xfrm>
            <a:off x="5724128" y="2355726"/>
            <a:ext cx="1584176" cy="1440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B0F0"/>
                </a:solidFill>
              </a:rPr>
              <a:t>上页点击取药后会跳到该取药界面，下面自动计算价格和药品数量</a:t>
            </a:r>
          </a:p>
        </p:txBody>
      </p:sp>
    </p:spTree>
    <p:extLst>
      <p:ext uri="{BB962C8B-B14F-4D97-AF65-F5344CB8AC3E}">
        <p14:creationId xmlns:p14="http://schemas.microsoft.com/office/powerpoint/2010/main" val="2895456856"/>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1EEE138-D128-3A5A-C8D9-B4BA5852F56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5143499"/>
          </a:xfrm>
          <a:prstGeom prst="rect">
            <a:avLst/>
          </a:prstGeom>
        </p:spPr>
      </p:pic>
      <p:sp>
        <p:nvSpPr>
          <p:cNvPr id="6" name="矩形 5">
            <a:extLst>
              <a:ext uri="{FF2B5EF4-FFF2-40B4-BE49-F238E27FC236}">
                <a16:creationId xmlns:a16="http://schemas.microsoft.com/office/drawing/2014/main" id="{E9716D78-58F5-1986-7AA4-E767F04BAA53}"/>
              </a:ext>
            </a:extLst>
          </p:cNvPr>
          <p:cNvSpPr/>
          <p:nvPr/>
        </p:nvSpPr>
        <p:spPr>
          <a:xfrm>
            <a:off x="3203848" y="1131590"/>
            <a:ext cx="3024336" cy="5760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B0F0"/>
                </a:solidFill>
              </a:rPr>
              <a:t>管理员界面：患者信息管理</a:t>
            </a:r>
          </a:p>
        </p:txBody>
      </p:sp>
    </p:spTree>
    <p:extLst>
      <p:ext uri="{BB962C8B-B14F-4D97-AF65-F5344CB8AC3E}">
        <p14:creationId xmlns:p14="http://schemas.microsoft.com/office/powerpoint/2010/main" val="381225739"/>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图片 33">
            <a:extLst>
              <a:ext uri="{FF2B5EF4-FFF2-40B4-BE49-F238E27FC236}">
                <a16:creationId xmlns:a16="http://schemas.microsoft.com/office/drawing/2014/main" id="{838CEF2A-514C-2F07-B91C-4D58CDABFBB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4083"/>
            <a:ext cx="9144000" cy="5143499"/>
          </a:xfrm>
          <a:prstGeom prst="rect">
            <a:avLst/>
          </a:prstGeom>
        </p:spPr>
      </p:pic>
      <p:sp>
        <p:nvSpPr>
          <p:cNvPr id="37" name="矩形 36">
            <a:extLst>
              <a:ext uri="{FF2B5EF4-FFF2-40B4-BE49-F238E27FC236}">
                <a16:creationId xmlns:a16="http://schemas.microsoft.com/office/drawing/2014/main" id="{37EBDA7B-F92B-0174-9644-6C437664197D}"/>
              </a:ext>
            </a:extLst>
          </p:cNvPr>
          <p:cNvSpPr/>
          <p:nvPr/>
        </p:nvSpPr>
        <p:spPr>
          <a:xfrm>
            <a:off x="4067944" y="3363838"/>
            <a:ext cx="2088232" cy="7920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B0F0"/>
                </a:solidFill>
              </a:rPr>
              <a:t>修改患者信息页面</a:t>
            </a:r>
            <a:endParaRPr lang="en-US" altLang="zh-CN" dirty="0">
              <a:solidFill>
                <a:srgbClr val="00B0F0"/>
              </a:solidFill>
            </a:endParaRPr>
          </a:p>
          <a:p>
            <a:pPr algn="ctr"/>
            <a:r>
              <a:rPr lang="zh-CN" altLang="en-US" dirty="0">
                <a:solidFill>
                  <a:srgbClr val="00B0F0"/>
                </a:solidFill>
              </a:rPr>
              <a:t>同理还有医生、科室信息管理和修改</a:t>
            </a:r>
          </a:p>
        </p:txBody>
      </p:sp>
    </p:spTree>
    <p:extLst>
      <p:ext uri="{BB962C8B-B14F-4D97-AF65-F5344CB8AC3E}">
        <p14:creationId xmlns:p14="http://schemas.microsoft.com/office/powerpoint/2010/main" val="566504072"/>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AD0A2DE-2538-C9A5-A631-F7D9ED2517C1}"/>
              </a:ext>
            </a:extLst>
          </p:cNvPr>
          <p:cNvSpPr/>
          <p:nvPr/>
        </p:nvSpPr>
        <p:spPr>
          <a:xfrm>
            <a:off x="-15401" y="1491630"/>
            <a:ext cx="5255124" cy="1361347"/>
          </a:xfrm>
          <a:prstGeom prst="rect">
            <a:avLst/>
          </a:prstGeom>
          <a:noFill/>
          <a:ln w="25400" cap="flat" cmpd="sng" algn="ctr">
            <a:noFill/>
            <a:prstDash val="solid"/>
          </a:ln>
          <a:effectLst/>
        </p:spPr>
        <p:txBody>
          <a:bodyPr lIns="0" tIns="0" rIns="0" bIns="0" anchor="ctr">
            <a:prstTxWarp prst="textPlain">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0300" b="0" i="0" u="none" strike="noStrike" kern="0" cap="none" spc="0" normalizeH="0" baseline="0" noProof="0" dirty="0">
                <a:ln>
                  <a:noFill/>
                </a:ln>
                <a:solidFill>
                  <a:srgbClr val="054487"/>
                </a:solidFill>
                <a:effectLst/>
                <a:uLnTx/>
                <a:uFillTx/>
                <a:latin typeface="Impact" panose="020B0806030902050204" pitchFamily="34" charset="0"/>
                <a:ea typeface="HanWangWCL10" panose="02020500000000000000" pitchFamily="18" charset="-120"/>
                <a:cs typeface="+mn-cs"/>
              </a:rPr>
              <a:t>THANKS</a:t>
            </a:r>
            <a:endParaRPr kumimoji="0" lang="zh-CN" altLang="en-US" sz="10300" b="0" i="0" u="none" strike="noStrike" kern="0" cap="none" spc="0" normalizeH="0" baseline="0" noProof="0" dirty="0">
              <a:ln>
                <a:noFill/>
              </a:ln>
              <a:solidFill>
                <a:srgbClr val="054487"/>
              </a:solidFill>
              <a:effectLst/>
              <a:uLnTx/>
              <a:uFillTx/>
              <a:latin typeface="Impact" panose="020B0806030902050204" pitchFamily="34" charset="0"/>
              <a:ea typeface="HanWangWCL10" panose="02020500000000000000" pitchFamily="18" charset="-120"/>
              <a:cs typeface="+mn-cs"/>
            </a:endParaRPr>
          </a:p>
        </p:txBody>
      </p:sp>
      <p:cxnSp>
        <p:nvCxnSpPr>
          <p:cNvPr id="3" name="直接连接符 2">
            <a:extLst>
              <a:ext uri="{FF2B5EF4-FFF2-40B4-BE49-F238E27FC236}">
                <a16:creationId xmlns:a16="http://schemas.microsoft.com/office/drawing/2014/main" id="{C67EB016-7E31-C5CC-359B-8DF33372D2E5}"/>
              </a:ext>
            </a:extLst>
          </p:cNvPr>
          <p:cNvCxnSpPr/>
          <p:nvPr/>
        </p:nvCxnSpPr>
        <p:spPr>
          <a:xfrm>
            <a:off x="-10269" y="3009332"/>
            <a:ext cx="6113562" cy="0"/>
          </a:xfrm>
          <a:prstGeom prst="line">
            <a:avLst/>
          </a:prstGeom>
          <a:noFill/>
          <a:ln w="3175" cap="flat" cmpd="sng" algn="ctr">
            <a:solidFill>
              <a:srgbClr val="054487"/>
            </a:solidFill>
            <a:prstDash val="solid"/>
          </a:ln>
          <a:effectLst/>
        </p:spPr>
      </p:cxnSp>
      <p:cxnSp>
        <p:nvCxnSpPr>
          <p:cNvPr id="4" name="直接连接符 3">
            <a:extLst>
              <a:ext uri="{FF2B5EF4-FFF2-40B4-BE49-F238E27FC236}">
                <a16:creationId xmlns:a16="http://schemas.microsoft.com/office/drawing/2014/main" id="{C8402CE2-FE7A-C7B8-1777-52194A237676}"/>
              </a:ext>
            </a:extLst>
          </p:cNvPr>
          <p:cNvCxnSpPr/>
          <p:nvPr/>
        </p:nvCxnSpPr>
        <p:spPr>
          <a:xfrm>
            <a:off x="3536007" y="4053448"/>
            <a:ext cx="5580000" cy="0"/>
          </a:xfrm>
          <a:prstGeom prst="line">
            <a:avLst/>
          </a:prstGeom>
          <a:noFill/>
          <a:ln w="3175" cap="flat" cmpd="sng" algn="ctr">
            <a:solidFill>
              <a:srgbClr val="054487"/>
            </a:solidFill>
            <a:prstDash val="solid"/>
          </a:ln>
          <a:effectLst/>
        </p:spPr>
      </p:cxnSp>
      <p:sp>
        <p:nvSpPr>
          <p:cNvPr id="5" name="矩形 4">
            <a:extLst>
              <a:ext uri="{FF2B5EF4-FFF2-40B4-BE49-F238E27FC236}">
                <a16:creationId xmlns:a16="http://schemas.microsoft.com/office/drawing/2014/main" id="{86DFAD76-BAB8-E37E-A111-6DDAC50E2541}"/>
              </a:ext>
            </a:extLst>
          </p:cNvPr>
          <p:cNvSpPr/>
          <p:nvPr/>
        </p:nvSpPr>
        <p:spPr>
          <a:xfrm>
            <a:off x="3328914" y="3112020"/>
            <a:ext cx="263208" cy="438099"/>
          </a:xfrm>
          <a:prstGeom prst="rect">
            <a:avLst/>
          </a:prstGeom>
        </p:spPr>
        <p:txBody>
          <a:bodyPr wrap="none" lIns="98581" tIns="49291" rIns="98581" bIns="49291">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200" b="0" i="0" u="none" strike="noStrike" kern="0" cap="none" spc="0" normalizeH="0" baseline="0" noProof="0">
                <a:ln>
                  <a:noFill/>
                </a:ln>
                <a:solidFill>
                  <a:srgbClr val="054487"/>
                </a:solidFill>
                <a:effectLst/>
                <a:uLnTx/>
                <a:uFillTx/>
              </a:rPr>
              <a:t> </a:t>
            </a:r>
            <a:endParaRPr kumimoji="0" lang="zh-CN" altLang="en-US" sz="2200" b="0" i="0" u="none" strike="noStrike" kern="0" cap="none" spc="0" normalizeH="0" baseline="0" noProof="0">
              <a:ln>
                <a:noFill/>
              </a:ln>
              <a:solidFill>
                <a:srgbClr val="054487"/>
              </a:solidFill>
              <a:effectLst/>
              <a:uLnTx/>
              <a:uFillTx/>
            </a:endParaRPr>
          </a:p>
        </p:txBody>
      </p:sp>
      <p:sp>
        <p:nvSpPr>
          <p:cNvPr id="6" name="文本框 15">
            <a:extLst>
              <a:ext uri="{FF2B5EF4-FFF2-40B4-BE49-F238E27FC236}">
                <a16:creationId xmlns:a16="http://schemas.microsoft.com/office/drawing/2014/main" id="{5050F8F2-3E4D-8432-D7A8-57F575B87CB5}"/>
              </a:ext>
            </a:extLst>
          </p:cNvPr>
          <p:cNvSpPr txBox="1"/>
          <p:nvPr/>
        </p:nvSpPr>
        <p:spPr>
          <a:xfrm>
            <a:off x="3442365" y="3243927"/>
            <a:ext cx="3505297" cy="695040"/>
          </a:xfrm>
          <a:prstGeom prst="rect">
            <a:avLst/>
          </a:prstGeom>
          <a:noFill/>
        </p:spPr>
        <p:txBody>
          <a:bodyPr lIns="98581" tIns="49291" rIns="98581" bIns="49291">
            <a:prstTxWarp prst="textPlain">
              <a:avLst/>
            </a:prstTxWarp>
            <a:spAutoFit/>
          </a:bodyPr>
          <a:lstStyle/>
          <a:p>
            <a:pPr>
              <a:defRPr/>
            </a:pPr>
            <a:r>
              <a:rPr lang="zh-CN" altLang="en-US" sz="4700" dirty="0">
                <a:solidFill>
                  <a:srgbClr val="054487"/>
                </a:solidFill>
                <a:latin typeface="微软雅黑" pitchFamily="34" charset="-122"/>
                <a:ea typeface="微软雅黑" pitchFamily="34" charset="-122"/>
              </a:rPr>
              <a:t>感谢聆听！</a:t>
            </a:r>
          </a:p>
        </p:txBody>
      </p:sp>
    </p:spTree>
    <p:extLst>
      <p:ext uri="{BB962C8B-B14F-4D97-AF65-F5344CB8AC3E}">
        <p14:creationId xmlns:p14="http://schemas.microsoft.com/office/powerpoint/2010/main" val="61428530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750"/>
                                        <p:tgtEl>
                                          <p:spTgt spid="3"/>
                                        </p:tgtEl>
                                      </p:cBhvr>
                                    </p:animEffect>
                                  </p:childTnLst>
                                </p:cTn>
                              </p:par>
                              <p:par>
                                <p:cTn id="8" presetID="2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750"/>
                                        <p:tgtEl>
                                          <p:spTgt spid="4"/>
                                        </p:tgtEl>
                                      </p:cBhvr>
                                    </p:animEffect>
                                  </p:childTnLst>
                                </p:cTn>
                              </p:par>
                            </p:childTnLst>
                          </p:cTn>
                        </p:par>
                        <p:par>
                          <p:cTn id="11" fill="hold">
                            <p:stCondLst>
                              <p:cond delay="750"/>
                            </p:stCondLst>
                            <p:childTnLst>
                              <p:par>
                                <p:cTn id="12" presetID="22" presetClass="entr" presetSubtype="2" fill="hold" grpId="0"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right)">
                                      <p:cBhvr>
                                        <p:cTn id="14" dur="750"/>
                                        <p:tgtEl>
                                          <p:spTgt spid="2"/>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7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384</TotalTime>
  <Words>681</Words>
  <Application>Microsoft Office PowerPoint</Application>
  <PresentationFormat>全屏显示(16:9)</PresentationFormat>
  <Paragraphs>130</Paragraphs>
  <Slides>27</Slides>
  <Notes>27</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27</vt:i4>
      </vt:variant>
    </vt:vector>
  </HeadingPairs>
  <TitlesOfParts>
    <vt:vector size="36" baseType="lpstr">
      <vt:lpstr>Helvetica Neue</vt:lpstr>
      <vt:lpstr>华康古籍木兰W3</vt:lpstr>
      <vt:lpstr>华文行楷</vt:lpstr>
      <vt:lpstr>微软雅黑</vt:lpstr>
      <vt:lpstr>Arial</vt:lpstr>
      <vt:lpstr>Calibri</vt:lpstr>
      <vt:lpstr>Impact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严谨实用2015</dc:title>
  <dc:creator>Windows 用户</dc:creator>
  <cp:lastModifiedBy>凯强 左</cp:lastModifiedBy>
  <cp:revision>94</cp:revision>
  <dcterms:created xsi:type="dcterms:W3CDTF">2014-09-01T11:16:13Z</dcterms:created>
  <dcterms:modified xsi:type="dcterms:W3CDTF">2023-06-05T18:33:13Z</dcterms:modified>
</cp:coreProperties>
</file>