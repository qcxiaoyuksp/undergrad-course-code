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60" r:id="rId13"/>
    <p:sldId id="258" r:id="rId14"/>
    <p:sldId id="261" r:id="rId15"/>
    <p:sldId id="259" r:id="rId16"/>
    <p:sldId id="262" r:id="rId17"/>
    <p:sldId id="263" r:id="rId18"/>
    <p:sldId id="264" r:id="rId19"/>
    <p:sldId id="277" r:id="rId20"/>
    <p:sldId id="276" r:id="rId21"/>
    <p:sldId id="265" r:id="rId22"/>
    <p:sldId id="278" r:id="rId23"/>
    <p:sldId id="266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7" r:id="rId32"/>
    <p:sldId id="286" r:id="rId33"/>
    <p:sldId id="288" r:id="rId34"/>
    <p:sldId id="289" r:id="rId35"/>
    <p:sldId id="290" r:id="rId36"/>
    <p:sldId id="292" r:id="rId37"/>
    <p:sldId id="293" r:id="rId3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801" autoAdjust="0"/>
  </p:normalViewPr>
  <p:slideViewPr>
    <p:cSldViewPr>
      <p:cViewPr>
        <p:scale>
          <a:sx n="100" d="100"/>
          <a:sy n="100" d="100"/>
        </p:scale>
        <p:origin x="-72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1C40E3-1D70-4803-8E98-7F3FA8799207}" type="datetimeFigureOut">
              <a:rPr lang="zh-CN" altLang="en-US" smtClean="0"/>
              <a:t>2021/9/24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1EF2A-8AEB-4A78-8DF1-39B2DDF2B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465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描述复杂数据结构的主要方式是集合框架。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没有指针，而是通过强大的集合框架描述数组、对象数组等复杂的数据结构。学好这些数据结构的描述方法对于应用程序编写，特别是涉及到服务器方、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层结构编程至关重要。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1EF2A-8AEB-4A78-8DF1-39B2DDF2BB1A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233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4F053-39C5-4846-B3A2-0D8CB6C6CF02}" type="datetimeFigureOut">
              <a:rPr lang="zh-CN" altLang="en-US" smtClean="0"/>
              <a:t>2021/9/24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34C9-8D7A-4EBB-AC5F-A1D99AFE2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21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4F053-39C5-4846-B3A2-0D8CB6C6CF02}" type="datetimeFigureOut">
              <a:rPr lang="zh-CN" altLang="en-US" smtClean="0"/>
              <a:t>2021/9/24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34C9-8D7A-4EBB-AC5F-A1D99AFE2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726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4F053-39C5-4846-B3A2-0D8CB6C6CF02}" type="datetimeFigureOut">
              <a:rPr lang="zh-CN" altLang="en-US" smtClean="0"/>
              <a:t>2021/9/24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34C9-8D7A-4EBB-AC5F-A1D99AFE2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907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1" y="2133602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505201" y="2133602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4F053-39C5-4846-B3A2-0D8CB6C6CF02}" type="datetimeFigureOut">
              <a:rPr lang="zh-CN" altLang="en-US" smtClean="0"/>
              <a:t>2021/9/24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34C9-8D7A-4EBB-AC5F-A1D99AFE2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397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0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0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4F053-39C5-4846-B3A2-0D8CB6C6CF02}" type="datetimeFigureOut">
              <a:rPr lang="zh-CN" altLang="en-US" smtClean="0"/>
              <a:t>2021/9/24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34C9-8D7A-4EBB-AC5F-A1D99AFE2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29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4F053-39C5-4846-B3A2-0D8CB6C6CF02}" type="datetimeFigureOut">
              <a:rPr lang="zh-CN" altLang="en-US" smtClean="0"/>
              <a:t>2021/9/24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34C9-8D7A-4EBB-AC5F-A1D99AFE2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057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4F053-39C5-4846-B3A2-0D8CB6C6CF02}" type="datetimeFigureOut">
              <a:rPr lang="zh-CN" altLang="en-US" smtClean="0"/>
              <a:t>2021/9/24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34C9-8D7A-4EBB-AC5F-A1D99AFE2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89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3" y="273054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4F053-39C5-4846-B3A2-0D8CB6C6CF02}" type="datetimeFigureOut">
              <a:rPr lang="zh-CN" altLang="en-US" smtClean="0"/>
              <a:t>2021/9/24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34C9-8D7A-4EBB-AC5F-A1D99AFE2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17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2"/>
            <a:ext cx="5486400" cy="56674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40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4F053-39C5-4846-B3A2-0D8CB6C6CF02}" type="datetimeFigureOut">
              <a:rPr lang="zh-CN" altLang="en-US" smtClean="0"/>
              <a:t>2021/9/24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34C9-8D7A-4EBB-AC5F-A1D99AFE2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418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4F053-39C5-4846-B3A2-0D8CB6C6CF02}" type="datetimeFigureOut">
              <a:rPr lang="zh-CN" altLang="en-US" smtClean="0"/>
              <a:t>2021/9/24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34C9-8D7A-4EBB-AC5F-A1D99AFE2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458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3" y="366714"/>
            <a:ext cx="1543051" cy="7800976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366714"/>
            <a:ext cx="4476751" cy="7800976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4F053-39C5-4846-B3A2-0D8CB6C6CF02}" type="datetimeFigureOut">
              <a:rPr lang="zh-CN" altLang="en-US" smtClean="0"/>
              <a:t>2021/9/24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34C9-8D7A-4EBB-AC5F-A1D99AFE2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534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4F053-39C5-4846-B3A2-0D8CB6C6CF02}" type="datetimeFigureOut">
              <a:rPr lang="zh-CN" altLang="en-US" smtClean="0"/>
              <a:t>2021/9/24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5D34C9-8D7A-4EBB-AC5F-A1D99AFE2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19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基于</a:t>
            </a:r>
            <a:r>
              <a:rPr lang="en-US" altLang="zh-CN" b="1" dirty="0" err="1" smtClean="0">
                <a:solidFill>
                  <a:srgbClr val="FF0000"/>
                </a:solidFill>
              </a:rPr>
              <a:t>Axure</a:t>
            </a:r>
            <a:r>
              <a:rPr lang="zh-CN" altLang="en-US" b="1" dirty="0" smtClean="0">
                <a:solidFill>
                  <a:srgbClr val="FF0000"/>
                </a:solidFill>
              </a:rPr>
              <a:t>的社交类</a:t>
            </a:r>
            <a:r>
              <a:rPr lang="en-US" altLang="zh-CN" b="1" dirty="0" smtClean="0">
                <a:solidFill>
                  <a:srgbClr val="FF0000"/>
                </a:solidFill>
              </a:rPr>
              <a:t>App</a:t>
            </a:r>
            <a:r>
              <a:rPr lang="zh-CN" altLang="en-US" b="1" dirty="0" smtClean="0">
                <a:solidFill>
                  <a:srgbClr val="FF0000"/>
                </a:solidFill>
              </a:rPr>
              <a:t>的分析与设计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曹阳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542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1912"/>
            <a:ext cx="9144000" cy="3771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1807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075" y="2325688"/>
            <a:ext cx="5657850" cy="220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1420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923925"/>
            <a:ext cx="8639175" cy="501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3208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8" y="947738"/>
            <a:ext cx="8582025" cy="496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255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971550"/>
            <a:ext cx="8743950" cy="491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667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928688"/>
            <a:ext cx="8505825" cy="500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2694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3" y="1033463"/>
            <a:ext cx="8601075" cy="479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0252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1009650"/>
            <a:ext cx="8648700" cy="483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21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8" y="966788"/>
            <a:ext cx="8582025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413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981075"/>
            <a:ext cx="8515350" cy="489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4236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556792"/>
            <a:ext cx="9144000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3834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4" y="1412776"/>
            <a:ext cx="9619566" cy="4896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1635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962150"/>
            <a:ext cx="9144000" cy="293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0460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0768"/>
            <a:ext cx="9144000" cy="4588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707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8760"/>
            <a:ext cx="9144000" cy="4770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2134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554922"/>
            <a:ext cx="9144000" cy="4179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044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3" y="1503363"/>
            <a:ext cx="9018587" cy="385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606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</a:rPr>
              <a:t>社区定位、业务逻辑梳理、功能模块分析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254" y="1608555"/>
            <a:ext cx="6183313" cy="521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6835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</a:rPr>
              <a:t>社区页面结构图与原型绘制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88" y="1347788"/>
            <a:ext cx="7589837" cy="416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6786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需求分析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488" y="1762472"/>
            <a:ext cx="413702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5348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16632"/>
            <a:ext cx="6275040" cy="706091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b="1" dirty="0" smtClean="0">
                <a:solidFill>
                  <a:srgbClr val="FF0000"/>
                </a:solidFill>
              </a:rPr>
              <a:t>张大爷的下棋社区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4704"/>
            <a:ext cx="9144000" cy="2587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" y="4293096"/>
            <a:ext cx="9143999" cy="2270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标题 1"/>
          <p:cNvSpPr txBox="1">
            <a:spLocks/>
          </p:cNvSpPr>
          <p:nvPr/>
        </p:nvSpPr>
        <p:spPr>
          <a:xfrm>
            <a:off x="1985" y="3587005"/>
            <a:ext cx="6275040" cy="706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 smtClean="0">
                <a:solidFill>
                  <a:srgbClr val="FF0000"/>
                </a:solidFill>
              </a:rPr>
              <a:t>李大妈的抢特价社区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514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24744"/>
            <a:ext cx="8964488" cy="4598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5534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什么是社区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400" b="1" dirty="0" smtClean="0"/>
              <a:t>以共同兴趣、话题为中心聚集用户，用户之间可以互相获取内容，发表观点，相互交流，并产生互动，最终从中获得认同感、成就感的社交交流圈。</a:t>
            </a:r>
            <a:endParaRPr lang="zh-CN" altLang="en-US" sz="2400" b="1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687660"/>
            <a:ext cx="7920880" cy="4182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9406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038" y="1050925"/>
            <a:ext cx="5749925" cy="475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8138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社区产品结构五大模块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88" y="2417763"/>
            <a:ext cx="7464425" cy="202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5621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004888"/>
            <a:ext cx="7886700" cy="484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7924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604838"/>
            <a:ext cx="7840663" cy="564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543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8" y="598165"/>
            <a:ext cx="8886825" cy="319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49" y="4365104"/>
            <a:ext cx="7554913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1235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21" y="2420888"/>
            <a:ext cx="9065179" cy="4449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093" y="14199"/>
            <a:ext cx="5964907" cy="3268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599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896938"/>
            <a:ext cx="8789987" cy="506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3884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92696"/>
            <a:ext cx="9144000" cy="5282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2564904"/>
            <a:ext cx="5861819" cy="3979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0105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90" y="332656"/>
            <a:ext cx="836295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2708920"/>
            <a:ext cx="4844076" cy="3069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3637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9" y="1196752"/>
            <a:ext cx="8892480" cy="3577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994" y="3356992"/>
            <a:ext cx="6696744" cy="2211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6472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社区页面的逻辑关系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09" y="2492896"/>
            <a:ext cx="6601083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8366" y="2492896"/>
            <a:ext cx="4136122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9306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536575"/>
            <a:ext cx="8651875" cy="5783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6838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完成“讲师认证空间</a:t>
            </a:r>
            <a:r>
              <a:rPr lang="zh-CN" altLang="en-US" dirty="0"/>
              <a:t>”</a:t>
            </a:r>
            <a:r>
              <a:rPr lang="zh-CN" altLang="en-US" dirty="0" smtClean="0"/>
              <a:t>功能的思维导图</a:t>
            </a:r>
            <a:endParaRPr lang="en-US" altLang="zh-CN" dirty="0" smtClean="0"/>
          </a:p>
          <a:p>
            <a:r>
              <a:rPr lang="zh-CN" altLang="en-US" dirty="0" smtClean="0"/>
              <a:t>完成“讲师认证空间”页面的中保真图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9046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159</Words>
  <Application>Microsoft Office PowerPoint</Application>
  <PresentationFormat>全屏显示(4:3)</PresentationFormat>
  <Paragraphs>17</Paragraphs>
  <Slides>37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38" baseType="lpstr">
      <vt:lpstr>Office 主题​​</vt:lpstr>
      <vt:lpstr>基于Axure的社交类App的分析与设计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社区定位、业务逻辑梳理、功能模块分析</vt:lpstr>
      <vt:lpstr>社区页面结构图与原型绘制</vt:lpstr>
      <vt:lpstr>需求分析</vt:lpstr>
      <vt:lpstr>张大爷的下棋社区</vt:lpstr>
      <vt:lpstr>PowerPoint 演示文稿</vt:lpstr>
      <vt:lpstr>什么是社区</vt:lpstr>
      <vt:lpstr>PowerPoint 演示文稿</vt:lpstr>
      <vt:lpstr>社区产品结构五大模块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社区页面的逻辑关系</vt:lpstr>
      <vt:lpstr>PowerPoint 演示文稿</vt:lpstr>
      <vt:lpstr>作业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曹阳</dc:creator>
  <cp:lastModifiedBy>3050-05</cp:lastModifiedBy>
  <cp:revision>14</cp:revision>
  <dcterms:created xsi:type="dcterms:W3CDTF">2021-09-23T12:53:32Z</dcterms:created>
  <dcterms:modified xsi:type="dcterms:W3CDTF">2021-09-24T02:43:47Z</dcterms:modified>
</cp:coreProperties>
</file>