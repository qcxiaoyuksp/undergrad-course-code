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6108" userDrawn="1">
          <p15:clr>
            <a:srgbClr val="A4A3A4"/>
          </p15:clr>
        </p15:guide>
        <p15:guide id="4" pos="1549" userDrawn="1">
          <p15:clr>
            <a:srgbClr val="A4A3A4"/>
          </p15:clr>
        </p15:guide>
        <p15:guide id="5" orient="horz" pos="777" userDrawn="1">
          <p15:clr>
            <a:srgbClr val="A4A3A4"/>
          </p15:clr>
        </p15:guide>
        <p15:guide id="6" orient="horz" pos="179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>
        <p:scale>
          <a:sx n="50" d="100"/>
          <a:sy n="50" d="100"/>
        </p:scale>
        <p:origin x="1862" y="581"/>
      </p:cViewPr>
      <p:guideLst>
        <p:guide orient="horz" pos="2160"/>
        <p:guide pos="3840"/>
        <p:guide pos="6108"/>
        <p:guide pos="1549"/>
        <p:guide orient="horz" pos="777"/>
        <p:guide orient="horz" pos="179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EC0E114-888A-8823-373F-F9CE8B9FCB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F02D35F-F365-7020-0C4A-C4DF34B005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CD54049-8DED-8925-B20D-5A88DC14BF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DED92-C6E3-4EC4-A10B-49D5573CA09B}" type="datetimeFigureOut">
              <a:rPr lang="zh-CN" altLang="en-US" smtClean="0"/>
              <a:t>2023/6/30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2B3D0D9-B2AD-9451-03C6-E315BF5881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EC2A612-B9C9-5885-67A7-9404086342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26073-17C2-427E-932D-5F10639383E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1737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9FADC9-CEB9-5E35-DF5B-5B234DFD81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9CCB4C2-C22D-2395-9950-3FE269BFA7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2BDCF6D-E502-E170-C57E-612C55D8B1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DED92-C6E3-4EC4-A10B-49D5573CA09B}" type="datetimeFigureOut">
              <a:rPr lang="zh-CN" altLang="en-US" smtClean="0"/>
              <a:t>2023/6/30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25C96FD-A9E4-8632-2484-C36CDE31F7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388D561-F8B2-9843-6B61-F7350A20A4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26073-17C2-427E-932D-5F10639383E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82339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4363DF-80A0-2AA0-406F-7FE1C8BA75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BD2319C-0E4D-9817-53F6-4BB0280B6D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8E94A12-0FF1-BC7B-14E8-DD022254EB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DED92-C6E3-4EC4-A10B-49D5573CA09B}" type="datetimeFigureOut">
              <a:rPr lang="zh-CN" altLang="en-US" smtClean="0"/>
              <a:t>2023/6/30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9CA4507-8E64-4F1B-D649-48D442AD5D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65465FE-70B9-A5DE-83EF-E8E08DB52F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26073-17C2-427E-932D-5F10639383E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84183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0B4878-9E97-D73B-E207-845A8DEC34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21AB107-4BA8-36D9-847C-F2DDFA02A61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D398B73-C9B2-DD40-940E-2AD38B5032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16505E8-4614-EB71-800B-0984E33CB8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DED92-C6E3-4EC4-A10B-49D5573CA09B}" type="datetimeFigureOut">
              <a:rPr lang="zh-CN" altLang="en-US" smtClean="0"/>
              <a:t>2023/6/30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62704DE-0E78-AEE4-59BB-CE575BB6D7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484083F-BB92-51BD-CAB5-297318D5D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26073-17C2-427E-932D-5F10639383E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20399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D8450B-FF3A-7940-8660-3F7376B9F1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D929406-03AD-9A9C-17A8-0F9A08596C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9D51C19-65F4-132E-C155-806DCE1666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C465F33-4726-3457-4FE6-82233E65D2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1677FF1-E79E-78C0-4BED-B8A1DE33CE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12569660-8C59-1CD6-53D1-CB6E28BFD9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DED92-C6E3-4EC4-A10B-49D5573CA09B}" type="datetimeFigureOut">
              <a:rPr lang="zh-CN" altLang="en-US" smtClean="0"/>
              <a:t>2023/6/30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2AAAB96-59FA-776C-5ABD-0D1F505F38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BB774DC-A79C-9ED1-8538-D822EFA73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26073-17C2-427E-932D-5F10639383E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51065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AA31BA-85A7-3D70-4DDC-B7FF313BAC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F36F18D-CBB9-8B1F-6699-6D2C671157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DED92-C6E3-4EC4-A10B-49D5573CA09B}" type="datetimeFigureOut">
              <a:rPr lang="zh-CN" altLang="en-US" smtClean="0"/>
              <a:t>2023/6/30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3B3C43E-E88E-B587-4012-3BA92518BF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8AF1A30-E132-FDAC-1E92-31B05159BB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26073-17C2-427E-932D-5F10639383E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65492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1B0F73F-4431-5BAF-527E-3BDB40CDE7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DED92-C6E3-4EC4-A10B-49D5573CA09B}" type="datetimeFigureOut">
              <a:rPr lang="zh-CN" altLang="en-US" smtClean="0"/>
              <a:t>2023/6/30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2EF8E10-A837-B7D0-C8CD-34131DDDA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E70A43B-EBA7-BD98-6823-101B6488A2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26073-17C2-427E-932D-5F10639383E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84407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164830-EDA9-9259-E31A-809DA66B68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D090562-4C1B-F3A8-23BC-99A63073E5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0C356CC-8E06-A67D-0DB2-D505A6705B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A96439A-89C3-2425-7F79-769B2CE025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DED92-C6E3-4EC4-A10B-49D5573CA09B}" type="datetimeFigureOut">
              <a:rPr lang="zh-CN" altLang="en-US" smtClean="0"/>
              <a:t>2023/6/30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C4B781-7700-B233-79F9-4D3CD84E9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B0EF4DF-9825-8859-431F-B348B5CCD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26073-17C2-427E-932D-5F10639383E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88044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C667A9-6914-0E29-4A22-CDF8F08EBE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868254B9-CA43-9F06-F64C-C80CBDCFB5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A0B11F1-5C71-8687-1C20-272953A50C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BE0AB35-B810-DAF0-4DA5-872F707811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DED92-C6E3-4EC4-A10B-49D5573CA09B}" type="datetimeFigureOut">
              <a:rPr lang="zh-CN" altLang="en-US" smtClean="0"/>
              <a:t>2023/6/30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1728956-4497-0C1C-42AA-618B174C06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B363D33-5F85-8749-EC4C-11298B39D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26073-17C2-427E-932D-5F10639383E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22903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C0F4BE-6ED2-4946-F2EF-69F4B9900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6C316FA-65AD-A847-2587-C5BBF8D95D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5560920-D4EF-633E-75C7-5E7A5AC445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DED92-C6E3-4EC4-A10B-49D5573CA09B}" type="datetimeFigureOut">
              <a:rPr lang="zh-CN" altLang="en-US" smtClean="0"/>
              <a:t>2023/6/30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E4FA8AC-D1DB-3E97-EC96-298AEF6A12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6A2F325-102B-5B4F-9854-24A35BAB91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26073-17C2-427E-932D-5F10639383E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4521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AFC10BD-5D34-FA49-B317-C5F35EA5E9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3D81C73-0AE6-849C-B16C-49E9EC689B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108412F-8BE6-F35E-EF19-6ECA33B407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DED92-C6E3-4EC4-A10B-49D5573CA09B}" type="datetimeFigureOut">
              <a:rPr lang="zh-CN" altLang="en-US" smtClean="0"/>
              <a:t>2023/6/30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788B097-52BA-6685-3308-AC50C1E8EC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50268F9-632D-9C6F-CF89-22E2EAE29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26073-17C2-427E-932D-5F10639383E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50105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4D8C3B5-FBA2-D3C8-C538-22259F2A22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25520D6-1EC1-7131-47AC-22809FA953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AF17EF5-865F-E032-3B47-0092DE5AD3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4DED92-C6E3-4EC4-A10B-49D5573CA09B}" type="datetimeFigureOut">
              <a:rPr lang="zh-CN" altLang="en-US" smtClean="0"/>
              <a:t>2023/6/30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7C815B6-DB80-3188-6C95-BF52524FF9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626A998-EE3A-438D-3542-EC0816FFBF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226073-17C2-427E-932D-5F10639383E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34988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9" name="组合 288">
            <a:extLst>
              <a:ext uri="{FF2B5EF4-FFF2-40B4-BE49-F238E27FC236}">
                <a16:creationId xmlns:a16="http://schemas.microsoft.com/office/drawing/2014/main" id="{86188297-E3D5-0BC7-1A6F-53B0BD4087CB}"/>
              </a:ext>
            </a:extLst>
          </p:cNvPr>
          <p:cNvGrpSpPr/>
          <p:nvPr/>
        </p:nvGrpSpPr>
        <p:grpSpPr>
          <a:xfrm>
            <a:off x="-316478" y="-213469"/>
            <a:ext cx="15164071" cy="8051410"/>
            <a:chOff x="-316478" y="-213469"/>
            <a:chExt cx="15164071" cy="8051410"/>
          </a:xfrm>
        </p:grpSpPr>
        <p:grpSp>
          <p:nvGrpSpPr>
            <p:cNvPr id="278" name="组合 277">
              <a:extLst>
                <a:ext uri="{FF2B5EF4-FFF2-40B4-BE49-F238E27FC236}">
                  <a16:creationId xmlns:a16="http://schemas.microsoft.com/office/drawing/2014/main" id="{EB55CA62-5659-F2AD-824E-FFF5A44E2210}"/>
                </a:ext>
              </a:extLst>
            </p:cNvPr>
            <p:cNvGrpSpPr/>
            <p:nvPr/>
          </p:nvGrpSpPr>
          <p:grpSpPr>
            <a:xfrm>
              <a:off x="-316478" y="-213469"/>
              <a:ext cx="15164071" cy="8051410"/>
              <a:chOff x="-316478" y="-213469"/>
              <a:chExt cx="15164071" cy="8051410"/>
            </a:xfrm>
          </p:grpSpPr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3B5C3E1A-F449-E332-3685-2B6A3719EB52}"/>
                  </a:ext>
                </a:extLst>
              </p:cNvPr>
              <p:cNvSpPr/>
              <p:nvPr/>
            </p:nvSpPr>
            <p:spPr>
              <a:xfrm>
                <a:off x="2056683" y="989469"/>
                <a:ext cx="877733" cy="415011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b="1" dirty="0"/>
                  <a:t>宾馆</a:t>
                </a:r>
              </a:p>
            </p:txBody>
          </p:sp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9DFE059A-1235-A88A-39FB-28288861BDBF}"/>
                  </a:ext>
                </a:extLst>
              </p:cNvPr>
              <p:cNvSpPr/>
              <p:nvPr/>
            </p:nvSpPr>
            <p:spPr>
              <a:xfrm>
                <a:off x="2056682" y="5453520"/>
                <a:ext cx="877733" cy="415011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b="1" dirty="0"/>
                  <a:t>客房</a:t>
                </a:r>
              </a:p>
            </p:txBody>
          </p:sp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BEA7E827-8EE3-D008-6001-C93CE8FD12AF}"/>
                  </a:ext>
                </a:extLst>
              </p:cNvPr>
              <p:cNvSpPr/>
              <p:nvPr/>
            </p:nvSpPr>
            <p:spPr>
              <a:xfrm>
                <a:off x="5502494" y="3224602"/>
                <a:ext cx="877733" cy="415011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b="1" dirty="0"/>
                  <a:t>客户</a:t>
                </a:r>
              </a:p>
            </p:txBody>
          </p:sp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D51D6BC4-0B26-CE9C-FAB2-6892AA94D64C}"/>
                  </a:ext>
                </a:extLst>
              </p:cNvPr>
              <p:cNvSpPr/>
              <p:nvPr/>
            </p:nvSpPr>
            <p:spPr>
              <a:xfrm>
                <a:off x="10168173" y="3221494"/>
                <a:ext cx="877733" cy="415011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b="1" dirty="0"/>
                  <a:t>预订</a:t>
                </a:r>
              </a:p>
            </p:txBody>
          </p:sp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CE9F9C5D-E757-9121-E02C-F5F266971643}"/>
                  </a:ext>
                </a:extLst>
              </p:cNvPr>
              <p:cNvSpPr/>
              <p:nvPr/>
            </p:nvSpPr>
            <p:spPr>
              <a:xfrm>
                <a:off x="13797510" y="3224882"/>
                <a:ext cx="877733" cy="415011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b="1" dirty="0"/>
                  <a:t>账户</a:t>
                </a:r>
              </a:p>
            </p:txBody>
          </p:sp>
          <p:sp>
            <p:nvSpPr>
              <p:cNvPr id="12" name="菱形 11">
                <a:extLst>
                  <a:ext uri="{FF2B5EF4-FFF2-40B4-BE49-F238E27FC236}">
                    <a16:creationId xmlns:a16="http://schemas.microsoft.com/office/drawing/2014/main" id="{3F070664-92C6-A927-3BB0-FF38BC387391}"/>
                  </a:ext>
                </a:extLst>
              </p:cNvPr>
              <p:cNvSpPr/>
              <p:nvPr/>
            </p:nvSpPr>
            <p:spPr>
              <a:xfrm rot="19268454">
                <a:off x="3546946" y="4321553"/>
                <a:ext cx="1284173" cy="415011"/>
              </a:xfrm>
              <a:prstGeom prst="diamond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b="1" dirty="0"/>
                  <a:t>预订</a:t>
                </a:r>
              </a:p>
            </p:txBody>
          </p:sp>
          <p:sp>
            <p:nvSpPr>
              <p:cNvPr id="16" name="菱形 15">
                <a:extLst>
                  <a:ext uri="{FF2B5EF4-FFF2-40B4-BE49-F238E27FC236}">
                    <a16:creationId xmlns:a16="http://schemas.microsoft.com/office/drawing/2014/main" id="{6BD46B88-B22E-6E38-9D3F-029FEF0B08A2}"/>
                  </a:ext>
                </a:extLst>
              </p:cNvPr>
              <p:cNvSpPr/>
              <p:nvPr/>
            </p:nvSpPr>
            <p:spPr>
              <a:xfrm>
                <a:off x="2300320" y="2830476"/>
                <a:ext cx="390459" cy="1197045"/>
              </a:xfrm>
              <a:prstGeom prst="diamond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b="1" dirty="0"/>
                  <a:t>属于</a:t>
                </a:r>
              </a:p>
            </p:txBody>
          </p:sp>
          <p:cxnSp>
            <p:nvCxnSpPr>
              <p:cNvPr id="18" name="直接连接符 17">
                <a:extLst>
                  <a:ext uri="{FF2B5EF4-FFF2-40B4-BE49-F238E27FC236}">
                    <a16:creationId xmlns:a16="http://schemas.microsoft.com/office/drawing/2014/main" id="{54988C40-4B46-3B9E-70B4-112920656554}"/>
                  </a:ext>
                </a:extLst>
              </p:cNvPr>
              <p:cNvCxnSpPr>
                <a:cxnSpLocks/>
                <a:stCxn id="10" idx="0"/>
              </p:cNvCxnSpPr>
              <p:nvPr/>
            </p:nvCxnSpPr>
            <p:spPr>
              <a:xfrm flipH="1" flipV="1">
                <a:off x="10607039" y="2130136"/>
                <a:ext cx="1" cy="109135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" name="椭圆 20">
                <a:extLst>
                  <a:ext uri="{FF2B5EF4-FFF2-40B4-BE49-F238E27FC236}">
                    <a16:creationId xmlns:a16="http://schemas.microsoft.com/office/drawing/2014/main" id="{04119E8A-5870-498C-CDC2-D448EFCB1A34}"/>
                  </a:ext>
                </a:extLst>
              </p:cNvPr>
              <p:cNvSpPr/>
              <p:nvPr/>
            </p:nvSpPr>
            <p:spPr>
              <a:xfrm>
                <a:off x="9969063" y="1620356"/>
                <a:ext cx="1275952" cy="6033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b="1" dirty="0"/>
                  <a:t>预订</a:t>
                </a:r>
                <a:r>
                  <a:rPr lang="en-US" altLang="zh-CN" b="1" dirty="0"/>
                  <a:t>ID</a:t>
                </a:r>
                <a:endParaRPr lang="zh-CN" altLang="en-US" b="1" dirty="0"/>
              </a:p>
            </p:txBody>
          </p:sp>
          <p:cxnSp>
            <p:nvCxnSpPr>
              <p:cNvPr id="22" name="直接连接符 21">
                <a:extLst>
                  <a:ext uri="{FF2B5EF4-FFF2-40B4-BE49-F238E27FC236}">
                    <a16:creationId xmlns:a16="http://schemas.microsoft.com/office/drawing/2014/main" id="{EC22E281-0602-3D27-E1F5-A927B0DC466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0607040" y="3636505"/>
                <a:ext cx="1" cy="109135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" name="椭圆 22">
                <a:extLst>
                  <a:ext uri="{FF2B5EF4-FFF2-40B4-BE49-F238E27FC236}">
                    <a16:creationId xmlns:a16="http://schemas.microsoft.com/office/drawing/2014/main" id="{96CA7D09-4C1E-3AC8-8A80-B21AC6449362}"/>
                  </a:ext>
                </a:extLst>
              </p:cNvPr>
              <p:cNvSpPr/>
              <p:nvPr/>
            </p:nvSpPr>
            <p:spPr>
              <a:xfrm>
                <a:off x="10017948" y="4656833"/>
                <a:ext cx="1178184" cy="557072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b="1" dirty="0"/>
                  <a:t>预订日期</a:t>
                </a:r>
              </a:p>
            </p:txBody>
          </p:sp>
          <p:cxnSp>
            <p:nvCxnSpPr>
              <p:cNvPr id="24" name="直接连接符 23">
                <a:extLst>
                  <a:ext uri="{FF2B5EF4-FFF2-40B4-BE49-F238E27FC236}">
                    <a16:creationId xmlns:a16="http://schemas.microsoft.com/office/drawing/2014/main" id="{D0C1FCE3-994F-B708-A23A-454674CFA52E}"/>
                  </a:ext>
                </a:extLst>
              </p:cNvPr>
              <p:cNvCxnSpPr>
                <a:cxnSpLocks/>
                <a:stCxn id="11" idx="1"/>
                <a:endCxn id="176" idx="3"/>
              </p:cNvCxnSpPr>
              <p:nvPr/>
            </p:nvCxnSpPr>
            <p:spPr>
              <a:xfrm flipH="1" flipV="1">
                <a:off x="13248882" y="3410902"/>
                <a:ext cx="548628" cy="21486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直接连接符 27">
                <a:extLst>
                  <a:ext uri="{FF2B5EF4-FFF2-40B4-BE49-F238E27FC236}">
                    <a16:creationId xmlns:a16="http://schemas.microsoft.com/office/drawing/2014/main" id="{96DE69FD-61B1-F472-C563-AC55CC8E938A}"/>
                  </a:ext>
                </a:extLst>
              </p:cNvPr>
              <p:cNvCxnSpPr>
                <a:cxnSpLocks/>
                <a:stCxn id="29" idx="0"/>
                <a:endCxn id="11" idx="2"/>
              </p:cNvCxnSpPr>
              <p:nvPr/>
            </p:nvCxnSpPr>
            <p:spPr>
              <a:xfrm flipH="1" flipV="1">
                <a:off x="14236377" y="3639893"/>
                <a:ext cx="22125" cy="1161531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9" name="椭圆 28">
                <a:extLst>
                  <a:ext uri="{FF2B5EF4-FFF2-40B4-BE49-F238E27FC236}">
                    <a16:creationId xmlns:a16="http://schemas.microsoft.com/office/drawing/2014/main" id="{D7364994-AFEC-B471-5259-D6AF7347A51F}"/>
                  </a:ext>
                </a:extLst>
              </p:cNvPr>
              <p:cNvSpPr/>
              <p:nvPr/>
            </p:nvSpPr>
            <p:spPr>
              <a:xfrm>
                <a:off x="13669411" y="4801424"/>
                <a:ext cx="1178182" cy="557072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b="1" dirty="0"/>
                  <a:t>密码</a:t>
                </a:r>
              </a:p>
            </p:txBody>
          </p:sp>
          <p:cxnSp>
            <p:nvCxnSpPr>
              <p:cNvPr id="34" name="直接连接符 33">
                <a:extLst>
                  <a:ext uri="{FF2B5EF4-FFF2-40B4-BE49-F238E27FC236}">
                    <a16:creationId xmlns:a16="http://schemas.microsoft.com/office/drawing/2014/main" id="{A8C6A89E-3D3A-6A52-E7B0-058910092F09}"/>
                  </a:ext>
                </a:extLst>
              </p:cNvPr>
              <p:cNvCxnSpPr>
                <a:cxnSpLocks/>
                <a:stCxn id="10" idx="0"/>
              </p:cNvCxnSpPr>
              <p:nvPr/>
            </p:nvCxnSpPr>
            <p:spPr>
              <a:xfrm flipV="1">
                <a:off x="10607040" y="1205345"/>
                <a:ext cx="1316597" cy="2016149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7" name="椭圆 36">
                <a:extLst>
                  <a:ext uri="{FF2B5EF4-FFF2-40B4-BE49-F238E27FC236}">
                    <a16:creationId xmlns:a16="http://schemas.microsoft.com/office/drawing/2014/main" id="{D72698B5-DF83-C607-7877-8E28990A1E19}"/>
                  </a:ext>
                </a:extLst>
              </p:cNvPr>
              <p:cNvSpPr/>
              <p:nvPr/>
            </p:nvSpPr>
            <p:spPr>
              <a:xfrm>
                <a:off x="11347719" y="593675"/>
                <a:ext cx="1275952" cy="6033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b="1" dirty="0"/>
                  <a:t>客房</a:t>
                </a:r>
                <a:r>
                  <a:rPr lang="en-US" altLang="zh-CN" b="1" dirty="0"/>
                  <a:t>ID</a:t>
                </a:r>
                <a:endParaRPr lang="zh-CN" altLang="en-US" b="1" dirty="0"/>
              </a:p>
            </p:txBody>
          </p:sp>
          <p:cxnSp>
            <p:nvCxnSpPr>
              <p:cNvPr id="38" name="直接连接符 37">
                <a:extLst>
                  <a:ext uri="{FF2B5EF4-FFF2-40B4-BE49-F238E27FC236}">
                    <a16:creationId xmlns:a16="http://schemas.microsoft.com/office/drawing/2014/main" id="{7EEB10FA-7ACA-5049-0EED-84AB6CCBE28F}"/>
                  </a:ext>
                </a:extLst>
              </p:cNvPr>
              <p:cNvCxnSpPr>
                <a:cxnSpLocks/>
                <a:stCxn id="10" idx="0"/>
                <a:endCxn id="41" idx="4"/>
              </p:cNvCxnSpPr>
              <p:nvPr/>
            </p:nvCxnSpPr>
            <p:spPr>
              <a:xfrm flipH="1" flipV="1">
                <a:off x="9284393" y="1196975"/>
                <a:ext cx="1322647" cy="2024519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1" name="椭圆 40">
                <a:extLst>
                  <a:ext uri="{FF2B5EF4-FFF2-40B4-BE49-F238E27FC236}">
                    <a16:creationId xmlns:a16="http://schemas.microsoft.com/office/drawing/2014/main" id="{3B8D04E1-0931-BB82-7128-501CBDE76760}"/>
                  </a:ext>
                </a:extLst>
              </p:cNvPr>
              <p:cNvSpPr/>
              <p:nvPr/>
            </p:nvSpPr>
            <p:spPr>
              <a:xfrm>
                <a:off x="8646417" y="593675"/>
                <a:ext cx="1275952" cy="6033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b="1" dirty="0"/>
                  <a:t>客户</a:t>
                </a:r>
                <a:r>
                  <a:rPr lang="en-US" altLang="zh-CN" b="1" dirty="0"/>
                  <a:t>ID</a:t>
                </a:r>
                <a:endParaRPr lang="zh-CN" altLang="en-US" b="1" dirty="0"/>
              </a:p>
            </p:txBody>
          </p:sp>
          <p:cxnSp>
            <p:nvCxnSpPr>
              <p:cNvPr id="44" name="直接连接符 43">
                <a:extLst>
                  <a:ext uri="{FF2B5EF4-FFF2-40B4-BE49-F238E27FC236}">
                    <a16:creationId xmlns:a16="http://schemas.microsoft.com/office/drawing/2014/main" id="{688B9492-03DC-6AD1-58E8-BF5CB6561928}"/>
                  </a:ext>
                </a:extLst>
              </p:cNvPr>
              <p:cNvCxnSpPr>
                <a:cxnSpLocks/>
                <a:stCxn id="10" idx="2"/>
                <a:endCxn id="48" idx="0"/>
              </p:cNvCxnSpPr>
              <p:nvPr/>
            </p:nvCxnSpPr>
            <p:spPr>
              <a:xfrm>
                <a:off x="10607040" y="3636505"/>
                <a:ext cx="1378655" cy="2032891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8" name="椭圆 47">
                <a:extLst>
                  <a:ext uri="{FF2B5EF4-FFF2-40B4-BE49-F238E27FC236}">
                    <a16:creationId xmlns:a16="http://schemas.microsoft.com/office/drawing/2014/main" id="{EB92B8C2-8489-C32A-4B67-D804B4235E65}"/>
                  </a:ext>
                </a:extLst>
              </p:cNvPr>
              <p:cNvSpPr/>
              <p:nvPr/>
            </p:nvSpPr>
            <p:spPr>
              <a:xfrm>
                <a:off x="11347719" y="5669396"/>
                <a:ext cx="1275952" cy="6033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b="1" dirty="0"/>
                  <a:t>预计离店日期</a:t>
                </a:r>
              </a:p>
            </p:txBody>
          </p:sp>
          <p:cxnSp>
            <p:nvCxnSpPr>
              <p:cNvPr id="49" name="直接连接符 48">
                <a:extLst>
                  <a:ext uri="{FF2B5EF4-FFF2-40B4-BE49-F238E27FC236}">
                    <a16:creationId xmlns:a16="http://schemas.microsoft.com/office/drawing/2014/main" id="{F64326AE-6F67-6953-2E2C-853257B04338}"/>
                  </a:ext>
                </a:extLst>
              </p:cNvPr>
              <p:cNvCxnSpPr>
                <a:cxnSpLocks/>
                <a:stCxn id="10" idx="2"/>
                <a:endCxn id="52" idx="0"/>
              </p:cNvCxnSpPr>
              <p:nvPr/>
            </p:nvCxnSpPr>
            <p:spPr>
              <a:xfrm flipH="1">
                <a:off x="9284393" y="3636505"/>
                <a:ext cx="1322647" cy="202452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2" name="椭圆 51">
                <a:extLst>
                  <a:ext uri="{FF2B5EF4-FFF2-40B4-BE49-F238E27FC236}">
                    <a16:creationId xmlns:a16="http://schemas.microsoft.com/office/drawing/2014/main" id="{00415B72-0C74-0218-A983-77830C996FF4}"/>
                  </a:ext>
                </a:extLst>
              </p:cNvPr>
              <p:cNvSpPr/>
              <p:nvPr/>
            </p:nvSpPr>
            <p:spPr>
              <a:xfrm>
                <a:off x="8646417" y="5661025"/>
                <a:ext cx="1275952" cy="6033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b="1" dirty="0"/>
                  <a:t>预计入住日期</a:t>
                </a:r>
              </a:p>
            </p:txBody>
          </p:sp>
          <p:cxnSp>
            <p:nvCxnSpPr>
              <p:cNvPr id="58" name="直接连接符 57">
                <a:extLst>
                  <a:ext uri="{FF2B5EF4-FFF2-40B4-BE49-F238E27FC236}">
                    <a16:creationId xmlns:a16="http://schemas.microsoft.com/office/drawing/2014/main" id="{765FD574-4570-9E18-E96A-88C64EC3C37D}"/>
                  </a:ext>
                </a:extLst>
              </p:cNvPr>
              <p:cNvCxnSpPr>
                <a:cxnSpLocks/>
                <a:stCxn id="65" idx="0"/>
                <a:endCxn id="6" idx="2"/>
              </p:cNvCxnSpPr>
              <p:nvPr/>
            </p:nvCxnSpPr>
            <p:spPr>
              <a:xfrm flipV="1">
                <a:off x="5941359" y="3639613"/>
                <a:ext cx="2" cy="68207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5" name="椭圆 64">
                <a:extLst>
                  <a:ext uri="{FF2B5EF4-FFF2-40B4-BE49-F238E27FC236}">
                    <a16:creationId xmlns:a16="http://schemas.microsoft.com/office/drawing/2014/main" id="{2BF3A1D0-6153-B452-1DC5-EB8099F47AD1}"/>
                  </a:ext>
                </a:extLst>
              </p:cNvPr>
              <p:cNvSpPr/>
              <p:nvPr/>
            </p:nvSpPr>
            <p:spPr>
              <a:xfrm>
                <a:off x="5338146" y="4321691"/>
                <a:ext cx="1206426" cy="570426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b="1" dirty="0"/>
                  <a:t>联系方式</a:t>
                </a:r>
              </a:p>
            </p:txBody>
          </p:sp>
          <p:cxnSp>
            <p:nvCxnSpPr>
              <p:cNvPr id="67" name="直接连接符 66">
                <a:extLst>
                  <a:ext uri="{FF2B5EF4-FFF2-40B4-BE49-F238E27FC236}">
                    <a16:creationId xmlns:a16="http://schemas.microsoft.com/office/drawing/2014/main" id="{FA057757-9340-546D-23F7-07AA1322978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941359" y="2730653"/>
                <a:ext cx="6051" cy="463749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0" name="椭圆 69">
                <a:extLst>
                  <a:ext uri="{FF2B5EF4-FFF2-40B4-BE49-F238E27FC236}">
                    <a16:creationId xmlns:a16="http://schemas.microsoft.com/office/drawing/2014/main" id="{0AE2858C-1B16-F6B0-FDA1-3102BC52A94D}"/>
                  </a:ext>
                </a:extLst>
              </p:cNvPr>
              <p:cNvSpPr/>
              <p:nvPr/>
            </p:nvSpPr>
            <p:spPr>
              <a:xfrm>
                <a:off x="5284016" y="2212341"/>
                <a:ext cx="1314686" cy="62161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b="1" dirty="0"/>
                  <a:t>客户</a:t>
                </a:r>
                <a:r>
                  <a:rPr lang="en-US" altLang="zh-CN" b="1" dirty="0"/>
                  <a:t>ID</a:t>
                </a:r>
                <a:endParaRPr lang="zh-CN" altLang="en-US" b="1" dirty="0"/>
              </a:p>
            </p:txBody>
          </p:sp>
          <p:cxnSp>
            <p:nvCxnSpPr>
              <p:cNvPr id="71" name="直接连接符 70">
                <a:extLst>
                  <a:ext uri="{FF2B5EF4-FFF2-40B4-BE49-F238E27FC236}">
                    <a16:creationId xmlns:a16="http://schemas.microsoft.com/office/drawing/2014/main" id="{5FD77F6E-DCA1-292B-893B-C87660BCE0DA}"/>
                  </a:ext>
                </a:extLst>
              </p:cNvPr>
              <p:cNvCxnSpPr>
                <a:cxnSpLocks/>
                <a:stCxn id="6" idx="3"/>
                <a:endCxn id="76" idx="4"/>
              </p:cNvCxnSpPr>
              <p:nvPr/>
            </p:nvCxnSpPr>
            <p:spPr>
              <a:xfrm flipV="1">
                <a:off x="6380227" y="1714500"/>
                <a:ext cx="1006104" cy="171760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6" name="椭圆 75">
                <a:extLst>
                  <a:ext uri="{FF2B5EF4-FFF2-40B4-BE49-F238E27FC236}">
                    <a16:creationId xmlns:a16="http://schemas.microsoft.com/office/drawing/2014/main" id="{65D91A5B-93CD-F112-3672-FFA61E87F72A}"/>
                  </a:ext>
                </a:extLst>
              </p:cNvPr>
              <p:cNvSpPr/>
              <p:nvPr/>
            </p:nvSpPr>
            <p:spPr>
              <a:xfrm>
                <a:off x="6772328" y="1133870"/>
                <a:ext cx="1228006" cy="58063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b="1" dirty="0"/>
                  <a:t>客户姓名</a:t>
                </a:r>
              </a:p>
            </p:txBody>
          </p:sp>
          <p:cxnSp>
            <p:nvCxnSpPr>
              <p:cNvPr id="79" name="直接连接符 78">
                <a:extLst>
                  <a:ext uri="{FF2B5EF4-FFF2-40B4-BE49-F238E27FC236}">
                    <a16:creationId xmlns:a16="http://schemas.microsoft.com/office/drawing/2014/main" id="{776063BC-BF44-D74E-310E-7461DB05B0D7}"/>
                  </a:ext>
                </a:extLst>
              </p:cNvPr>
              <p:cNvCxnSpPr>
                <a:cxnSpLocks/>
                <a:endCxn id="4" idx="2"/>
              </p:cNvCxnSpPr>
              <p:nvPr/>
            </p:nvCxnSpPr>
            <p:spPr>
              <a:xfrm flipV="1">
                <a:off x="1428046" y="1404480"/>
                <a:ext cx="1067504" cy="1247357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直接连接符 81">
                <a:extLst>
                  <a:ext uri="{FF2B5EF4-FFF2-40B4-BE49-F238E27FC236}">
                    <a16:creationId xmlns:a16="http://schemas.microsoft.com/office/drawing/2014/main" id="{572C58CE-0755-DB3A-A23F-6F56C090C8D3}"/>
                  </a:ext>
                </a:extLst>
              </p:cNvPr>
              <p:cNvCxnSpPr>
                <a:cxnSpLocks/>
                <a:stCxn id="4" idx="0"/>
              </p:cNvCxnSpPr>
              <p:nvPr/>
            </p:nvCxnSpPr>
            <p:spPr>
              <a:xfrm flipH="1" flipV="1">
                <a:off x="2495548" y="282868"/>
                <a:ext cx="2" cy="706601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直接连接符 84">
                <a:extLst>
                  <a:ext uri="{FF2B5EF4-FFF2-40B4-BE49-F238E27FC236}">
                    <a16:creationId xmlns:a16="http://schemas.microsoft.com/office/drawing/2014/main" id="{CD3A2A2E-9D63-8791-72C5-B338315A55B2}"/>
                  </a:ext>
                </a:extLst>
              </p:cNvPr>
              <p:cNvCxnSpPr>
                <a:cxnSpLocks/>
                <a:stCxn id="4" idx="0"/>
              </p:cNvCxnSpPr>
              <p:nvPr/>
            </p:nvCxnSpPr>
            <p:spPr>
              <a:xfrm flipH="1" flipV="1">
                <a:off x="1405391" y="636168"/>
                <a:ext cx="1090159" cy="353301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直接连接符 87">
                <a:extLst>
                  <a:ext uri="{FF2B5EF4-FFF2-40B4-BE49-F238E27FC236}">
                    <a16:creationId xmlns:a16="http://schemas.microsoft.com/office/drawing/2014/main" id="{91B065AB-7AB8-EAFE-F5D4-D8D4A3ABDAD5}"/>
                  </a:ext>
                </a:extLst>
              </p:cNvPr>
              <p:cNvCxnSpPr>
                <a:cxnSpLocks/>
                <a:endCxn id="4" idx="2"/>
              </p:cNvCxnSpPr>
              <p:nvPr/>
            </p:nvCxnSpPr>
            <p:spPr>
              <a:xfrm flipV="1">
                <a:off x="1405391" y="1404480"/>
                <a:ext cx="1090159" cy="31002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5" name="椭圆 94">
                <a:extLst>
                  <a:ext uri="{FF2B5EF4-FFF2-40B4-BE49-F238E27FC236}">
                    <a16:creationId xmlns:a16="http://schemas.microsoft.com/office/drawing/2014/main" id="{5F382880-799D-3DB4-9F82-AB2230181DE0}"/>
                  </a:ext>
                </a:extLst>
              </p:cNvPr>
              <p:cNvSpPr/>
              <p:nvPr/>
            </p:nvSpPr>
            <p:spPr>
              <a:xfrm>
                <a:off x="1870783" y="-213469"/>
                <a:ext cx="1275952" cy="6033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b="1" dirty="0"/>
                  <a:t>宾馆</a:t>
                </a:r>
                <a:r>
                  <a:rPr lang="en-US" altLang="zh-CN" b="1" dirty="0"/>
                  <a:t>ID</a:t>
                </a:r>
                <a:endParaRPr lang="zh-CN" altLang="en-US" b="1" dirty="0"/>
              </a:p>
            </p:txBody>
          </p:sp>
          <p:sp>
            <p:nvSpPr>
              <p:cNvPr id="96" name="椭圆 95">
                <a:extLst>
                  <a:ext uri="{FF2B5EF4-FFF2-40B4-BE49-F238E27FC236}">
                    <a16:creationId xmlns:a16="http://schemas.microsoft.com/office/drawing/2014/main" id="{F8FCBCFF-A3DD-B6D6-1092-2DC863AE28D4}"/>
                  </a:ext>
                </a:extLst>
              </p:cNvPr>
              <p:cNvSpPr/>
              <p:nvPr/>
            </p:nvSpPr>
            <p:spPr>
              <a:xfrm>
                <a:off x="254668" y="346121"/>
                <a:ext cx="1133150" cy="53578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b="1" dirty="0"/>
                  <a:t>宾馆名称</a:t>
                </a:r>
              </a:p>
            </p:txBody>
          </p:sp>
          <p:sp>
            <p:nvSpPr>
              <p:cNvPr id="97" name="椭圆 96">
                <a:extLst>
                  <a:ext uri="{FF2B5EF4-FFF2-40B4-BE49-F238E27FC236}">
                    <a16:creationId xmlns:a16="http://schemas.microsoft.com/office/drawing/2014/main" id="{7B008869-BA79-E9AD-0631-94A6B03394F6}"/>
                  </a:ext>
                </a:extLst>
              </p:cNvPr>
              <p:cNvSpPr/>
              <p:nvPr/>
            </p:nvSpPr>
            <p:spPr>
              <a:xfrm>
                <a:off x="254668" y="1446610"/>
                <a:ext cx="1133150" cy="53578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b="1" dirty="0"/>
                  <a:t>宾馆地址</a:t>
                </a:r>
              </a:p>
            </p:txBody>
          </p:sp>
          <p:sp>
            <p:nvSpPr>
              <p:cNvPr id="98" name="椭圆 97">
                <a:extLst>
                  <a:ext uri="{FF2B5EF4-FFF2-40B4-BE49-F238E27FC236}">
                    <a16:creationId xmlns:a16="http://schemas.microsoft.com/office/drawing/2014/main" id="{A7D37A94-D468-59F4-BF53-85C3362206BE}"/>
                  </a:ext>
                </a:extLst>
              </p:cNvPr>
              <p:cNvSpPr/>
              <p:nvPr/>
            </p:nvSpPr>
            <p:spPr>
              <a:xfrm>
                <a:off x="269472" y="2407925"/>
                <a:ext cx="1133150" cy="53578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b="1" dirty="0"/>
                  <a:t>联系方式</a:t>
                </a:r>
              </a:p>
            </p:txBody>
          </p:sp>
          <p:cxnSp>
            <p:nvCxnSpPr>
              <p:cNvPr id="99" name="直接连接符 98">
                <a:extLst>
                  <a:ext uri="{FF2B5EF4-FFF2-40B4-BE49-F238E27FC236}">
                    <a16:creationId xmlns:a16="http://schemas.microsoft.com/office/drawing/2014/main" id="{76460F13-B61B-ED07-F2E1-BEC4FA61285F}"/>
                  </a:ext>
                </a:extLst>
              </p:cNvPr>
              <p:cNvCxnSpPr>
                <a:cxnSpLocks/>
                <a:stCxn id="5" idx="0"/>
              </p:cNvCxnSpPr>
              <p:nvPr/>
            </p:nvCxnSpPr>
            <p:spPr>
              <a:xfrm flipH="1" flipV="1">
                <a:off x="1568610" y="3799301"/>
                <a:ext cx="926939" cy="1654219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" name="直接连接符 101">
                <a:extLst>
                  <a:ext uri="{FF2B5EF4-FFF2-40B4-BE49-F238E27FC236}">
                    <a16:creationId xmlns:a16="http://schemas.microsoft.com/office/drawing/2014/main" id="{B6E01ECE-5DF1-4AAA-7A54-898C9825EE55}"/>
                  </a:ext>
                </a:extLst>
              </p:cNvPr>
              <p:cNvCxnSpPr>
                <a:cxnSpLocks/>
                <a:stCxn id="5" idx="0"/>
              </p:cNvCxnSpPr>
              <p:nvPr/>
            </p:nvCxnSpPr>
            <p:spPr>
              <a:xfrm flipH="1" flipV="1">
                <a:off x="1020257" y="4395355"/>
                <a:ext cx="1475292" cy="1058165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直接连接符 104">
                <a:extLst>
                  <a:ext uri="{FF2B5EF4-FFF2-40B4-BE49-F238E27FC236}">
                    <a16:creationId xmlns:a16="http://schemas.microsoft.com/office/drawing/2014/main" id="{9631270F-1317-0587-F82C-A2BD615A3C75}"/>
                  </a:ext>
                </a:extLst>
              </p:cNvPr>
              <p:cNvCxnSpPr>
                <a:cxnSpLocks/>
                <a:stCxn id="5" idx="0"/>
              </p:cNvCxnSpPr>
              <p:nvPr/>
            </p:nvCxnSpPr>
            <p:spPr>
              <a:xfrm flipH="1" flipV="1">
                <a:off x="773971" y="5120386"/>
                <a:ext cx="1721578" cy="333134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" name="直接连接符 108">
                <a:extLst>
                  <a:ext uri="{FF2B5EF4-FFF2-40B4-BE49-F238E27FC236}">
                    <a16:creationId xmlns:a16="http://schemas.microsoft.com/office/drawing/2014/main" id="{D86FDA25-CE03-A62A-69E2-C1DA84C10974}"/>
                  </a:ext>
                </a:extLst>
              </p:cNvPr>
              <p:cNvCxnSpPr>
                <a:cxnSpLocks/>
                <a:stCxn id="5" idx="2"/>
              </p:cNvCxnSpPr>
              <p:nvPr/>
            </p:nvCxnSpPr>
            <p:spPr>
              <a:xfrm flipH="1">
                <a:off x="773971" y="5868531"/>
                <a:ext cx="1721578" cy="189192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" name="直接连接符 114">
                <a:extLst>
                  <a:ext uri="{FF2B5EF4-FFF2-40B4-BE49-F238E27FC236}">
                    <a16:creationId xmlns:a16="http://schemas.microsoft.com/office/drawing/2014/main" id="{9D5136F1-19B9-AA00-127B-BB4335C85352}"/>
                  </a:ext>
                </a:extLst>
              </p:cNvPr>
              <p:cNvCxnSpPr>
                <a:cxnSpLocks/>
                <a:stCxn id="5" idx="2"/>
              </p:cNvCxnSpPr>
              <p:nvPr/>
            </p:nvCxnSpPr>
            <p:spPr>
              <a:xfrm flipH="1">
                <a:off x="1122218" y="5868531"/>
                <a:ext cx="1373331" cy="832346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直接连接符 117">
                <a:extLst>
                  <a:ext uri="{FF2B5EF4-FFF2-40B4-BE49-F238E27FC236}">
                    <a16:creationId xmlns:a16="http://schemas.microsoft.com/office/drawing/2014/main" id="{1FAC52C6-DC92-3C5C-7AAF-90218824F044}"/>
                  </a:ext>
                </a:extLst>
              </p:cNvPr>
              <p:cNvCxnSpPr>
                <a:cxnSpLocks/>
                <a:stCxn id="5" idx="2"/>
              </p:cNvCxnSpPr>
              <p:nvPr/>
            </p:nvCxnSpPr>
            <p:spPr>
              <a:xfrm flipH="1">
                <a:off x="1501343" y="5868531"/>
                <a:ext cx="994206" cy="1425999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3" name="椭圆 122">
                <a:extLst>
                  <a:ext uri="{FF2B5EF4-FFF2-40B4-BE49-F238E27FC236}">
                    <a16:creationId xmlns:a16="http://schemas.microsoft.com/office/drawing/2014/main" id="{45C432BD-3ED5-D612-C1A0-DDEB3FA10B4B}"/>
                  </a:ext>
                </a:extLst>
              </p:cNvPr>
              <p:cNvSpPr/>
              <p:nvPr/>
            </p:nvSpPr>
            <p:spPr>
              <a:xfrm>
                <a:off x="490035" y="3484311"/>
                <a:ext cx="1133150" cy="53578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b="1" dirty="0"/>
                  <a:t>客房</a:t>
                </a:r>
                <a:r>
                  <a:rPr lang="en-US" altLang="zh-CN" b="1" dirty="0"/>
                  <a:t>ID</a:t>
                </a:r>
                <a:endParaRPr lang="zh-CN" altLang="en-US" b="1" dirty="0"/>
              </a:p>
            </p:txBody>
          </p:sp>
          <p:sp>
            <p:nvSpPr>
              <p:cNvPr id="124" name="椭圆 123">
                <a:extLst>
                  <a:ext uri="{FF2B5EF4-FFF2-40B4-BE49-F238E27FC236}">
                    <a16:creationId xmlns:a16="http://schemas.microsoft.com/office/drawing/2014/main" id="{3F5D0232-E39A-F97D-0A32-DB408B042930}"/>
                  </a:ext>
                </a:extLst>
              </p:cNvPr>
              <p:cNvSpPr/>
              <p:nvPr/>
            </p:nvSpPr>
            <p:spPr>
              <a:xfrm>
                <a:off x="-64094" y="4098921"/>
                <a:ext cx="1133150" cy="53578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b="1" dirty="0"/>
                  <a:t>宾馆</a:t>
                </a:r>
                <a:r>
                  <a:rPr lang="en-US" altLang="zh-CN" b="1" dirty="0"/>
                  <a:t>ID</a:t>
                </a:r>
                <a:endParaRPr lang="zh-CN" altLang="en-US" b="1" dirty="0"/>
              </a:p>
            </p:txBody>
          </p:sp>
          <p:sp>
            <p:nvSpPr>
              <p:cNvPr id="125" name="椭圆 124">
                <a:extLst>
                  <a:ext uri="{FF2B5EF4-FFF2-40B4-BE49-F238E27FC236}">
                    <a16:creationId xmlns:a16="http://schemas.microsoft.com/office/drawing/2014/main" id="{B1B2935C-2DC8-CB69-DDDA-67B719EF05A5}"/>
                  </a:ext>
                </a:extLst>
              </p:cNvPr>
              <p:cNvSpPr/>
              <p:nvPr/>
            </p:nvSpPr>
            <p:spPr>
              <a:xfrm>
                <a:off x="-259806" y="4875610"/>
                <a:ext cx="1133150" cy="53578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b="1" dirty="0"/>
                  <a:t>客房号码</a:t>
                </a:r>
              </a:p>
            </p:txBody>
          </p:sp>
          <p:sp>
            <p:nvSpPr>
              <p:cNvPr id="126" name="椭圆 125">
                <a:extLst>
                  <a:ext uri="{FF2B5EF4-FFF2-40B4-BE49-F238E27FC236}">
                    <a16:creationId xmlns:a16="http://schemas.microsoft.com/office/drawing/2014/main" id="{BCD8AB6E-7985-39D7-8D0A-57FC1DC15FFC}"/>
                  </a:ext>
                </a:extLst>
              </p:cNvPr>
              <p:cNvSpPr/>
              <p:nvPr/>
            </p:nvSpPr>
            <p:spPr>
              <a:xfrm>
                <a:off x="-316478" y="5789833"/>
                <a:ext cx="1133150" cy="53578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b="1" dirty="0"/>
                  <a:t>客房类型</a:t>
                </a:r>
              </a:p>
            </p:txBody>
          </p:sp>
          <p:sp>
            <p:nvSpPr>
              <p:cNvPr id="127" name="椭圆 126">
                <a:extLst>
                  <a:ext uri="{FF2B5EF4-FFF2-40B4-BE49-F238E27FC236}">
                    <a16:creationId xmlns:a16="http://schemas.microsoft.com/office/drawing/2014/main" id="{B2E34541-5680-7309-36A3-EEA4085DB673}"/>
                  </a:ext>
                </a:extLst>
              </p:cNvPr>
              <p:cNvSpPr/>
              <p:nvPr/>
            </p:nvSpPr>
            <p:spPr>
              <a:xfrm>
                <a:off x="-10932" y="6483342"/>
                <a:ext cx="1133150" cy="53578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b="1" dirty="0"/>
                  <a:t>客房价格</a:t>
                </a:r>
              </a:p>
            </p:txBody>
          </p:sp>
          <p:sp>
            <p:nvSpPr>
              <p:cNvPr id="128" name="椭圆 127">
                <a:extLst>
                  <a:ext uri="{FF2B5EF4-FFF2-40B4-BE49-F238E27FC236}">
                    <a16:creationId xmlns:a16="http://schemas.microsoft.com/office/drawing/2014/main" id="{1E42C24B-C530-33D7-9226-1FC24C252FAA}"/>
                  </a:ext>
                </a:extLst>
              </p:cNvPr>
              <p:cNvSpPr/>
              <p:nvPr/>
            </p:nvSpPr>
            <p:spPr>
              <a:xfrm>
                <a:off x="861471" y="7302161"/>
                <a:ext cx="1133150" cy="53578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b="1" dirty="0"/>
                  <a:t>客房状态</a:t>
                </a:r>
              </a:p>
            </p:txBody>
          </p:sp>
          <p:cxnSp>
            <p:nvCxnSpPr>
              <p:cNvPr id="129" name="直接连接符 128">
                <a:extLst>
                  <a:ext uri="{FF2B5EF4-FFF2-40B4-BE49-F238E27FC236}">
                    <a16:creationId xmlns:a16="http://schemas.microsoft.com/office/drawing/2014/main" id="{FA3EAA04-34CB-1D03-F63F-7B2DEEEBDD1B}"/>
                  </a:ext>
                </a:extLst>
              </p:cNvPr>
              <p:cNvCxnSpPr>
                <a:cxnSpLocks/>
                <a:stCxn id="16" idx="0"/>
                <a:endCxn id="4" idx="2"/>
              </p:cNvCxnSpPr>
              <p:nvPr/>
            </p:nvCxnSpPr>
            <p:spPr>
              <a:xfrm flipV="1">
                <a:off x="2495550" y="1404480"/>
                <a:ext cx="0" cy="1425996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" name="直接连接符 131">
                <a:extLst>
                  <a:ext uri="{FF2B5EF4-FFF2-40B4-BE49-F238E27FC236}">
                    <a16:creationId xmlns:a16="http://schemas.microsoft.com/office/drawing/2014/main" id="{F814FC25-152B-3520-D54E-523924F64687}"/>
                  </a:ext>
                </a:extLst>
              </p:cNvPr>
              <p:cNvCxnSpPr>
                <a:cxnSpLocks/>
                <a:stCxn id="5" idx="0"/>
                <a:endCxn id="16" idx="2"/>
              </p:cNvCxnSpPr>
              <p:nvPr/>
            </p:nvCxnSpPr>
            <p:spPr>
              <a:xfrm flipV="1">
                <a:off x="2495549" y="4027521"/>
                <a:ext cx="1" cy="1425999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直接连接符 134">
                <a:extLst>
                  <a:ext uri="{FF2B5EF4-FFF2-40B4-BE49-F238E27FC236}">
                    <a16:creationId xmlns:a16="http://schemas.microsoft.com/office/drawing/2014/main" id="{EE1CB7DB-3BD5-EC07-60F6-4DF862C59A76}"/>
                  </a:ext>
                </a:extLst>
              </p:cNvPr>
              <p:cNvCxnSpPr>
                <a:cxnSpLocks/>
                <a:stCxn id="12" idx="3"/>
                <a:endCxn id="6" idx="1"/>
              </p:cNvCxnSpPr>
              <p:nvPr/>
            </p:nvCxnSpPr>
            <p:spPr>
              <a:xfrm flipV="1">
                <a:off x="4689020" y="3432108"/>
                <a:ext cx="813474" cy="694101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" name="直接连接符 137">
                <a:extLst>
                  <a:ext uri="{FF2B5EF4-FFF2-40B4-BE49-F238E27FC236}">
                    <a16:creationId xmlns:a16="http://schemas.microsoft.com/office/drawing/2014/main" id="{948C0878-A928-F61C-1485-475EE4160D5C}"/>
                  </a:ext>
                </a:extLst>
              </p:cNvPr>
              <p:cNvCxnSpPr>
                <a:cxnSpLocks/>
                <a:stCxn id="164" idx="3"/>
                <a:endCxn id="10" idx="1"/>
              </p:cNvCxnSpPr>
              <p:nvPr/>
            </p:nvCxnSpPr>
            <p:spPr>
              <a:xfrm>
                <a:off x="8860766" y="3428998"/>
                <a:ext cx="1307407" cy="2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3" name="直接连接符 142">
                <a:extLst>
                  <a:ext uri="{FF2B5EF4-FFF2-40B4-BE49-F238E27FC236}">
                    <a16:creationId xmlns:a16="http://schemas.microsoft.com/office/drawing/2014/main" id="{90C10082-F55C-56D0-8859-A31D6DFBBE98}"/>
                  </a:ext>
                </a:extLst>
              </p:cNvPr>
              <p:cNvCxnSpPr>
                <a:cxnSpLocks/>
                <a:stCxn id="176" idx="1"/>
                <a:endCxn id="10" idx="1"/>
              </p:cNvCxnSpPr>
              <p:nvPr/>
            </p:nvCxnSpPr>
            <p:spPr>
              <a:xfrm flipH="1" flipV="1">
                <a:off x="10168173" y="3429000"/>
                <a:ext cx="1797708" cy="36736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6" name="直接连接符 145">
                <a:extLst>
                  <a:ext uri="{FF2B5EF4-FFF2-40B4-BE49-F238E27FC236}">
                    <a16:creationId xmlns:a16="http://schemas.microsoft.com/office/drawing/2014/main" id="{C37FA1FF-C05D-9B3C-3D38-0F2C7BFB4821}"/>
                  </a:ext>
                </a:extLst>
              </p:cNvPr>
              <p:cNvCxnSpPr>
                <a:cxnSpLocks/>
                <a:stCxn id="11" idx="0"/>
                <a:endCxn id="174" idx="4"/>
              </p:cNvCxnSpPr>
              <p:nvPr/>
            </p:nvCxnSpPr>
            <p:spPr>
              <a:xfrm flipH="1" flipV="1">
                <a:off x="14236376" y="2063351"/>
                <a:ext cx="1" cy="1161531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1" name="菱形 150">
                <a:extLst>
                  <a:ext uri="{FF2B5EF4-FFF2-40B4-BE49-F238E27FC236}">
                    <a16:creationId xmlns:a16="http://schemas.microsoft.com/office/drawing/2014/main" id="{5C5AB6A3-F3B0-2735-22B3-947E9605F26F}"/>
                  </a:ext>
                </a:extLst>
              </p:cNvPr>
              <p:cNvSpPr/>
              <p:nvPr/>
            </p:nvSpPr>
            <p:spPr>
              <a:xfrm rot="2459660">
                <a:off x="3555208" y="2141618"/>
                <a:ext cx="1284173" cy="454654"/>
              </a:xfrm>
              <a:prstGeom prst="diamond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b="1" dirty="0"/>
                  <a:t>预订</a:t>
                </a:r>
              </a:p>
            </p:txBody>
          </p:sp>
          <p:cxnSp>
            <p:nvCxnSpPr>
              <p:cNvPr id="152" name="直接连接符 151">
                <a:extLst>
                  <a:ext uri="{FF2B5EF4-FFF2-40B4-BE49-F238E27FC236}">
                    <a16:creationId xmlns:a16="http://schemas.microsoft.com/office/drawing/2014/main" id="{183866F6-3EEE-4446-3C94-ED52544A4F5C}"/>
                  </a:ext>
                </a:extLst>
              </p:cNvPr>
              <p:cNvCxnSpPr>
                <a:cxnSpLocks/>
                <a:stCxn id="151" idx="3"/>
                <a:endCxn id="6" idx="1"/>
              </p:cNvCxnSpPr>
              <p:nvPr/>
            </p:nvCxnSpPr>
            <p:spPr>
              <a:xfrm>
                <a:off x="4681925" y="2790144"/>
                <a:ext cx="820569" cy="641964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5" name="直接连接符 154">
                <a:extLst>
                  <a:ext uri="{FF2B5EF4-FFF2-40B4-BE49-F238E27FC236}">
                    <a16:creationId xmlns:a16="http://schemas.microsoft.com/office/drawing/2014/main" id="{ECB2E27F-F87F-05B4-ECE3-EE251ABD1689}"/>
                  </a:ext>
                </a:extLst>
              </p:cNvPr>
              <p:cNvCxnSpPr>
                <a:cxnSpLocks/>
                <a:stCxn id="151" idx="1"/>
                <a:endCxn id="4" idx="3"/>
              </p:cNvCxnSpPr>
              <p:nvPr/>
            </p:nvCxnSpPr>
            <p:spPr>
              <a:xfrm flipH="1" flipV="1">
                <a:off x="2934416" y="1196975"/>
                <a:ext cx="778248" cy="750771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4" name="菱形 163">
                <a:extLst>
                  <a:ext uri="{FF2B5EF4-FFF2-40B4-BE49-F238E27FC236}">
                    <a16:creationId xmlns:a16="http://schemas.microsoft.com/office/drawing/2014/main" id="{9839B45C-35B9-1CF5-4BF9-8A3979ACCC84}"/>
                  </a:ext>
                </a:extLst>
              </p:cNvPr>
              <p:cNvSpPr/>
              <p:nvPr/>
            </p:nvSpPr>
            <p:spPr>
              <a:xfrm>
                <a:off x="7576593" y="3164498"/>
                <a:ext cx="1284173" cy="528999"/>
              </a:xfrm>
              <a:prstGeom prst="diamond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b="1" dirty="0"/>
                  <a:t>预订</a:t>
                </a:r>
              </a:p>
            </p:txBody>
          </p:sp>
          <p:sp>
            <p:nvSpPr>
              <p:cNvPr id="174" name="椭圆 173">
                <a:extLst>
                  <a:ext uri="{FF2B5EF4-FFF2-40B4-BE49-F238E27FC236}">
                    <a16:creationId xmlns:a16="http://schemas.microsoft.com/office/drawing/2014/main" id="{77FE7F13-310B-8B49-ACCA-6FE020F1178A}"/>
                  </a:ext>
                </a:extLst>
              </p:cNvPr>
              <p:cNvSpPr/>
              <p:nvPr/>
            </p:nvSpPr>
            <p:spPr>
              <a:xfrm>
                <a:off x="13745611" y="1599261"/>
                <a:ext cx="981530" cy="46409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b="1" dirty="0"/>
                  <a:t>账号</a:t>
                </a:r>
              </a:p>
            </p:txBody>
          </p:sp>
          <p:sp>
            <p:nvSpPr>
              <p:cNvPr id="176" name="菱形 175">
                <a:extLst>
                  <a:ext uri="{FF2B5EF4-FFF2-40B4-BE49-F238E27FC236}">
                    <a16:creationId xmlns:a16="http://schemas.microsoft.com/office/drawing/2014/main" id="{A6B30635-82C0-6EDB-1F48-FDB465C12CFF}"/>
                  </a:ext>
                </a:extLst>
              </p:cNvPr>
              <p:cNvSpPr/>
              <p:nvPr/>
            </p:nvSpPr>
            <p:spPr>
              <a:xfrm rot="21453165">
                <a:off x="11965295" y="3230813"/>
                <a:ext cx="1284173" cy="415011"/>
              </a:xfrm>
              <a:prstGeom prst="diamond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b="1" dirty="0"/>
                  <a:t>登录</a:t>
                </a:r>
              </a:p>
            </p:txBody>
          </p:sp>
          <p:cxnSp>
            <p:nvCxnSpPr>
              <p:cNvPr id="192" name="直接连接符 191">
                <a:extLst>
                  <a:ext uri="{FF2B5EF4-FFF2-40B4-BE49-F238E27FC236}">
                    <a16:creationId xmlns:a16="http://schemas.microsoft.com/office/drawing/2014/main" id="{F2336EB6-EE8F-D24E-A431-ED2BFE962E26}"/>
                  </a:ext>
                </a:extLst>
              </p:cNvPr>
              <p:cNvCxnSpPr>
                <a:cxnSpLocks/>
                <a:stCxn id="5" idx="3"/>
                <a:endCxn id="12" idx="1"/>
              </p:cNvCxnSpPr>
              <p:nvPr/>
            </p:nvCxnSpPr>
            <p:spPr>
              <a:xfrm flipV="1">
                <a:off x="2934415" y="4931909"/>
                <a:ext cx="754631" cy="729117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7" name="直接连接符 216">
                <a:extLst>
                  <a:ext uri="{FF2B5EF4-FFF2-40B4-BE49-F238E27FC236}">
                    <a16:creationId xmlns:a16="http://schemas.microsoft.com/office/drawing/2014/main" id="{0F40AE4F-F2DC-292B-FB16-88B08CFD69A4}"/>
                  </a:ext>
                </a:extLst>
              </p:cNvPr>
              <p:cNvCxnSpPr>
                <a:cxnSpLocks/>
                <a:stCxn id="6" idx="3"/>
                <a:endCxn id="164" idx="1"/>
              </p:cNvCxnSpPr>
              <p:nvPr/>
            </p:nvCxnSpPr>
            <p:spPr>
              <a:xfrm flipV="1">
                <a:off x="6380227" y="3428998"/>
                <a:ext cx="1196366" cy="311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79" name="文本框 278">
              <a:extLst>
                <a:ext uri="{FF2B5EF4-FFF2-40B4-BE49-F238E27FC236}">
                  <a16:creationId xmlns:a16="http://schemas.microsoft.com/office/drawing/2014/main" id="{638CD084-8E82-399B-3BA1-2F863AD46267}"/>
                </a:ext>
              </a:extLst>
            </p:cNvPr>
            <p:cNvSpPr txBox="1"/>
            <p:nvPr/>
          </p:nvSpPr>
          <p:spPr>
            <a:xfrm>
              <a:off x="13246284" y="3009736"/>
              <a:ext cx="914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1</a:t>
              </a:r>
              <a:endParaRPr lang="zh-CN" altLang="en-US" b="1" dirty="0"/>
            </a:p>
          </p:txBody>
        </p:sp>
        <p:sp>
          <p:nvSpPr>
            <p:cNvPr id="280" name="文本框 279">
              <a:extLst>
                <a:ext uri="{FF2B5EF4-FFF2-40B4-BE49-F238E27FC236}">
                  <a16:creationId xmlns:a16="http://schemas.microsoft.com/office/drawing/2014/main" id="{1ADC16F8-8A4B-D9A8-F24E-8E350006D5D4}"/>
                </a:ext>
              </a:extLst>
            </p:cNvPr>
            <p:cNvSpPr txBox="1"/>
            <p:nvPr/>
          </p:nvSpPr>
          <p:spPr>
            <a:xfrm>
              <a:off x="6849510" y="2984421"/>
              <a:ext cx="914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1</a:t>
              </a:r>
              <a:endParaRPr lang="zh-CN" altLang="en-US" b="1" dirty="0"/>
            </a:p>
          </p:txBody>
        </p:sp>
        <p:sp>
          <p:nvSpPr>
            <p:cNvPr id="281" name="文本框 280">
              <a:extLst>
                <a:ext uri="{FF2B5EF4-FFF2-40B4-BE49-F238E27FC236}">
                  <a16:creationId xmlns:a16="http://schemas.microsoft.com/office/drawing/2014/main" id="{C5FE5549-F249-C864-47FC-81B71BC868B5}"/>
                </a:ext>
              </a:extLst>
            </p:cNvPr>
            <p:cNvSpPr txBox="1"/>
            <p:nvPr/>
          </p:nvSpPr>
          <p:spPr>
            <a:xfrm>
              <a:off x="3372131" y="1325241"/>
              <a:ext cx="914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m</a:t>
              </a:r>
              <a:endParaRPr lang="zh-CN" altLang="en-US" b="1" dirty="0"/>
            </a:p>
          </p:txBody>
        </p:sp>
        <p:sp>
          <p:nvSpPr>
            <p:cNvPr id="282" name="文本框 281">
              <a:extLst>
                <a:ext uri="{FF2B5EF4-FFF2-40B4-BE49-F238E27FC236}">
                  <a16:creationId xmlns:a16="http://schemas.microsoft.com/office/drawing/2014/main" id="{C2988183-0BF0-1A22-4096-9204CF44CD23}"/>
                </a:ext>
              </a:extLst>
            </p:cNvPr>
            <p:cNvSpPr txBox="1"/>
            <p:nvPr/>
          </p:nvSpPr>
          <p:spPr>
            <a:xfrm>
              <a:off x="5058327" y="2774357"/>
              <a:ext cx="914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n</a:t>
              </a:r>
              <a:endParaRPr lang="zh-CN" altLang="en-US" b="1" dirty="0"/>
            </a:p>
          </p:txBody>
        </p:sp>
        <p:sp>
          <p:nvSpPr>
            <p:cNvPr id="283" name="文本框 282">
              <a:extLst>
                <a:ext uri="{FF2B5EF4-FFF2-40B4-BE49-F238E27FC236}">
                  <a16:creationId xmlns:a16="http://schemas.microsoft.com/office/drawing/2014/main" id="{4BD982E0-6209-926C-7D52-7AEFAB5C6253}"/>
                </a:ext>
              </a:extLst>
            </p:cNvPr>
            <p:cNvSpPr txBox="1"/>
            <p:nvPr/>
          </p:nvSpPr>
          <p:spPr>
            <a:xfrm>
              <a:off x="9150993" y="3002086"/>
              <a:ext cx="914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m</a:t>
              </a:r>
              <a:endParaRPr lang="zh-CN" altLang="en-US" b="1" dirty="0"/>
            </a:p>
          </p:txBody>
        </p:sp>
        <p:sp>
          <p:nvSpPr>
            <p:cNvPr id="284" name="文本框 283">
              <a:extLst>
                <a:ext uri="{FF2B5EF4-FFF2-40B4-BE49-F238E27FC236}">
                  <a16:creationId xmlns:a16="http://schemas.microsoft.com/office/drawing/2014/main" id="{852AA631-6DF9-F759-28C6-ACEB45AB514B}"/>
                </a:ext>
              </a:extLst>
            </p:cNvPr>
            <p:cNvSpPr txBox="1"/>
            <p:nvPr/>
          </p:nvSpPr>
          <p:spPr>
            <a:xfrm>
              <a:off x="2099374" y="2116364"/>
              <a:ext cx="914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1</a:t>
              </a:r>
              <a:endParaRPr lang="zh-CN" altLang="en-US" b="1" dirty="0"/>
            </a:p>
          </p:txBody>
        </p:sp>
        <p:sp>
          <p:nvSpPr>
            <p:cNvPr id="285" name="文本框 284">
              <a:extLst>
                <a:ext uri="{FF2B5EF4-FFF2-40B4-BE49-F238E27FC236}">
                  <a16:creationId xmlns:a16="http://schemas.microsoft.com/office/drawing/2014/main" id="{B7CE15B0-7363-3E5B-1707-659653DB04CE}"/>
                </a:ext>
              </a:extLst>
            </p:cNvPr>
            <p:cNvSpPr txBox="1"/>
            <p:nvPr/>
          </p:nvSpPr>
          <p:spPr>
            <a:xfrm>
              <a:off x="2099374" y="4342067"/>
              <a:ext cx="914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m</a:t>
              </a:r>
              <a:endParaRPr lang="zh-CN" altLang="en-US" b="1" dirty="0"/>
            </a:p>
          </p:txBody>
        </p:sp>
        <p:sp>
          <p:nvSpPr>
            <p:cNvPr id="286" name="文本框 285">
              <a:extLst>
                <a:ext uri="{FF2B5EF4-FFF2-40B4-BE49-F238E27FC236}">
                  <a16:creationId xmlns:a16="http://schemas.microsoft.com/office/drawing/2014/main" id="{0ED28D98-FEF8-BD08-47BB-D6CDFA079356}"/>
                </a:ext>
              </a:extLst>
            </p:cNvPr>
            <p:cNvSpPr txBox="1"/>
            <p:nvPr/>
          </p:nvSpPr>
          <p:spPr>
            <a:xfrm>
              <a:off x="3006773" y="4813238"/>
              <a:ext cx="914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m</a:t>
              </a:r>
              <a:endParaRPr lang="zh-CN" altLang="en-US" b="1" dirty="0"/>
            </a:p>
          </p:txBody>
        </p:sp>
        <p:sp>
          <p:nvSpPr>
            <p:cNvPr id="287" name="文本框 286">
              <a:extLst>
                <a:ext uri="{FF2B5EF4-FFF2-40B4-BE49-F238E27FC236}">
                  <a16:creationId xmlns:a16="http://schemas.microsoft.com/office/drawing/2014/main" id="{243F3E2D-1E95-C18E-2BE3-0884AAB687DA}"/>
                </a:ext>
              </a:extLst>
            </p:cNvPr>
            <p:cNvSpPr txBox="1"/>
            <p:nvPr/>
          </p:nvSpPr>
          <p:spPr>
            <a:xfrm>
              <a:off x="4666543" y="3490740"/>
              <a:ext cx="914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n</a:t>
              </a:r>
              <a:endParaRPr lang="zh-CN" altLang="en-US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29576137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</TotalTime>
  <Words>62</Words>
  <Application>Microsoft Office PowerPoint</Application>
  <PresentationFormat>宽屏</PresentationFormat>
  <Paragraphs>40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张 清晨</dc:creator>
  <cp:lastModifiedBy>张 清晨</cp:lastModifiedBy>
  <cp:revision>9</cp:revision>
  <dcterms:created xsi:type="dcterms:W3CDTF">2023-06-30T05:56:09Z</dcterms:created>
  <dcterms:modified xsi:type="dcterms:W3CDTF">2023-06-30T07:40:41Z</dcterms:modified>
</cp:coreProperties>
</file>