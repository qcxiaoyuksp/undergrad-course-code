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06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9B71DA-5B25-2D56-BF2B-3CAAB8E52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2BB6FB-DB4F-63FF-EA48-8051E5B9A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F050B-CE78-57C8-B0D4-29201121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E214DF-CD0F-008F-E994-C5944448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8CB59B-5CF8-465D-F8E3-A6026570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890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52D63-DDF6-E5F0-125C-1EE1103E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49A511-012F-A086-C1A3-44EBBD010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ABD3F7-99BE-2046-A170-7E512887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DD5DC8-8D74-5A17-4252-90697BD1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EB1796-FC5E-8DE1-82BC-9D0D0BE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73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1C7BA-6517-5E42-D52D-E10DADC1C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F37783-A3F7-1A77-00F0-A90C0470E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FB851-086F-63F6-3150-60C4390C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D324E3-8A98-1D66-44C3-4CFDA42B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0C829D-CFAA-36E8-1D8B-408CF732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00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F97E7-23A8-9B32-BAD9-61C9A4DD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FEBCA0-E36E-662A-26D5-F22CEC096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E46594-AA5A-BE6B-C437-75F3CE3CC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FD40E3-5078-1651-1F53-D3B8BC01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0B40B9-D497-D7AE-3F3E-3D962EBA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E33049-506D-C054-4959-20ADDAEB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42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5A6D4-A9E5-0B3B-CC12-E94DF822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8538DE-7C72-20ED-F71D-284076435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D87FA4-70EB-3683-26FA-F69299864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3EF8CD-4A42-5F71-F869-241E1561F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24A05B-5E3D-D168-A9AA-5200FB0B3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0A1F09-0F9C-BC87-8D11-6AA93C03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DC79B6-40F4-B59D-A2C4-E55DB5A3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86C09E-3D79-FC6A-35C1-BA4CAD492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22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CF7DE-22F4-E29F-3500-4DA2D08B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BA40BC-90FB-5948-E83E-2CCF431D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7F4A56-343C-18E1-85EB-F99CBAB0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5AB40C-DB6C-D890-01AF-7DF51A26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96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E6E06A-00D9-DA72-D23F-D556120F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07F0DE-100D-DD19-DBF9-30AD7A5E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E6F46D-7160-629D-05E0-0F81449D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17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9BAF5-F3C3-A65A-2622-D26E49AB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13DD1D-20EA-2923-A254-8EB9E6615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98993E-6B70-C598-CB00-34DAC8FE6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F9C365-FABD-CF65-917B-A10C2BFF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8955ED-4120-2B3F-3935-DE5CE2D1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5EE77A-073F-727F-AD4F-D77F7650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66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B9BC1-54D1-DF9F-5F01-2B532A8D9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2530E7-BC35-C8E6-3BDE-A967A756B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75FE7D-F048-21B6-1C7E-9FF242530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1C5CBC-821D-0D45-5DCF-D9F79051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2F1B62-7317-1C0F-7A86-4B723E34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475CCC-3D82-4368-7C7A-F92CCCFC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47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AAE41-3D8A-5B45-AE90-792FED89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5916AD-E53B-0B61-43C9-6F8999A1A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E0E6A-A447-D094-E626-19F75A510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11BD1-24F6-9264-339D-6BEB99FC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EB8A0C-ADC3-6FA5-340D-95D9CC810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34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AEACCD9-601A-B1DF-E280-D09227C6D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BF9B93-A6A1-0A11-F19F-21663ADB6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02418-6D75-1B95-6207-57D60C16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CBE050-F0AB-A1BC-8489-6AD227C2E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95ADC6-F916-F8D3-5626-CCF85BF6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55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92FEEF-C82C-C38D-4373-F160B26B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DEEA46-06F8-1774-1A5A-F2BF4CC00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030BA-DD54-08A8-0A3C-D3EE6DA5F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0AA7C-3D75-476B-B996-9E6E74A2CB1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489072-04E1-8E27-8C7B-49797EC10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440F54-1E05-C1E1-68B7-7F823F06A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F25CF-0EE3-43E8-8189-2355C8ADA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019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E0EA4262-E024-4BF0-5DAA-61B998ECBBDB}"/>
              </a:ext>
            </a:extLst>
          </p:cNvPr>
          <p:cNvGrpSpPr/>
          <p:nvPr/>
        </p:nvGrpSpPr>
        <p:grpSpPr>
          <a:xfrm>
            <a:off x="4539343" y="685799"/>
            <a:ext cx="3113314" cy="5910942"/>
            <a:chOff x="4539343" y="685799"/>
            <a:chExt cx="3113314" cy="591094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26BC9EB-E59B-E8B6-9B36-0C333EB77FB8}"/>
                </a:ext>
              </a:extLst>
            </p:cNvPr>
            <p:cNvSpPr/>
            <p:nvPr/>
          </p:nvSpPr>
          <p:spPr>
            <a:xfrm>
              <a:off x="5453742" y="685799"/>
              <a:ext cx="1284516" cy="4027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开始</a:t>
              </a: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BD8F27E2-7E51-2179-9D10-9B096D24A606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6096000" y="1088570"/>
              <a:ext cx="0" cy="5116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6D5357-F433-BFAB-FFA2-1785B68811C1}"/>
                </a:ext>
              </a:extLst>
            </p:cNvPr>
            <p:cNvSpPr/>
            <p:nvPr/>
          </p:nvSpPr>
          <p:spPr>
            <a:xfrm>
              <a:off x="4822370" y="1600200"/>
              <a:ext cx="2547260" cy="402771"/>
            </a:xfrm>
            <a:prstGeom prst="parallelogram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输入中缀表达式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F8C144E-852E-CE3C-907B-BC7786369FFA}"/>
                </a:ext>
              </a:extLst>
            </p:cNvPr>
            <p:cNvCxnSpPr>
              <a:cxnSpLocks/>
              <a:stCxn id="9" idx="4"/>
            </p:cNvCxnSpPr>
            <p:nvPr/>
          </p:nvCxnSpPr>
          <p:spPr>
            <a:xfrm>
              <a:off x="6096000" y="2002971"/>
              <a:ext cx="0" cy="5116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8785A22-3277-DBBB-5B89-D02D62F0248C}"/>
                </a:ext>
              </a:extLst>
            </p:cNvPr>
            <p:cNvSpPr/>
            <p:nvPr/>
          </p:nvSpPr>
          <p:spPr>
            <a:xfrm>
              <a:off x="5061858" y="2514601"/>
              <a:ext cx="2068284" cy="4027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中缀表达式求值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8D734782-3D02-D199-3760-5385770E421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917370"/>
              <a:ext cx="0" cy="5116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D4CE8F3-C90A-D631-9D2B-33B0DC0B3B47}"/>
                </a:ext>
              </a:extLst>
            </p:cNvPr>
            <p:cNvSpPr/>
            <p:nvPr/>
          </p:nvSpPr>
          <p:spPr>
            <a:xfrm>
              <a:off x="5061858" y="3429000"/>
              <a:ext cx="2068284" cy="4027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前缀表达式求值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6115EAD5-2EA3-1EB6-CD6C-72E01486AB4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831769"/>
              <a:ext cx="0" cy="5116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624DCCC-F9DA-61AB-9E5E-998AD39BEE6F}"/>
                </a:ext>
              </a:extLst>
            </p:cNvPr>
            <p:cNvSpPr/>
            <p:nvPr/>
          </p:nvSpPr>
          <p:spPr>
            <a:xfrm>
              <a:off x="5061858" y="4343399"/>
              <a:ext cx="2068284" cy="4027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后缀表达式求值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004BB607-037C-EF01-0A07-4676C6ED825F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6096000" y="4724397"/>
              <a:ext cx="0" cy="5116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平行四边形 19">
              <a:extLst>
                <a:ext uri="{FF2B5EF4-FFF2-40B4-BE49-F238E27FC236}">
                  <a16:creationId xmlns:a16="http://schemas.microsoft.com/office/drawing/2014/main" id="{3E48D4F1-98F6-8F0C-4DE6-8BC47DDE32A2}"/>
                </a:ext>
              </a:extLst>
            </p:cNvPr>
            <p:cNvSpPr/>
            <p:nvPr/>
          </p:nvSpPr>
          <p:spPr>
            <a:xfrm>
              <a:off x="4539343" y="5236027"/>
              <a:ext cx="3113314" cy="402771"/>
            </a:xfrm>
            <a:prstGeom prst="parallelogram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输出表达式的各种形式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89640E9F-4455-ED97-427C-1779BFA8666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638798"/>
              <a:ext cx="0" cy="5116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DACC6B3-D114-0775-2602-F1D8CE004F22}"/>
                </a:ext>
              </a:extLst>
            </p:cNvPr>
            <p:cNvSpPr/>
            <p:nvPr/>
          </p:nvSpPr>
          <p:spPr>
            <a:xfrm>
              <a:off x="5453742" y="6193970"/>
              <a:ext cx="1284516" cy="4027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结束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4218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清晨</dc:creator>
  <cp:lastModifiedBy>张 清晨</cp:lastModifiedBy>
  <cp:revision>3</cp:revision>
  <dcterms:created xsi:type="dcterms:W3CDTF">2023-07-07T05:44:41Z</dcterms:created>
  <dcterms:modified xsi:type="dcterms:W3CDTF">2023-07-07T05:48:23Z</dcterms:modified>
</cp:coreProperties>
</file>