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902" y="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9EA33-17A1-1055-4EB7-6CDD8FDD5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791AC8-53D9-5215-7BCD-FFDB3038A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CE99C3-C716-C695-850B-E04310210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FF7E-26AD-4C16-8B8D-38DAE229FD17}" type="datetimeFigureOut">
              <a:rPr lang="zh-CN" altLang="en-US" smtClean="0"/>
              <a:t>2023/6/26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EA596A-5459-1B57-D89B-17C521811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929123-FD65-42AF-E951-3531477D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441B-0B10-4265-9016-72E487B032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431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1A407-154F-6567-7FE5-A83CC05F0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B80B79-FBE9-8605-5490-1861619E8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E6B99F-873C-0AA2-55DF-64131806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FF7E-26AD-4C16-8B8D-38DAE229FD17}" type="datetimeFigureOut">
              <a:rPr lang="zh-CN" altLang="en-US" smtClean="0"/>
              <a:t>2023/6/26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9D24A9-01BC-C936-245B-21CA3E2DC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3254C5-8461-4A12-5004-3ED1E6ABB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441B-0B10-4265-9016-72E487B032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335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0762B5-A47D-5CDF-E35C-1FDC1B920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58FFC4-183E-5747-EA7D-3EE08AC5B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4689A2-78F0-B33A-1075-008F1910E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FF7E-26AD-4C16-8B8D-38DAE229FD17}" type="datetimeFigureOut">
              <a:rPr lang="zh-CN" altLang="en-US" smtClean="0"/>
              <a:t>2023/6/26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9DA3CF-06DA-5D58-C65C-BE24F72D4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B55B8E-EDB0-97CF-1F09-353722BE3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441B-0B10-4265-9016-72E487B032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982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F6B12-C2F2-DC01-372A-1995592B7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B469C-0FA4-0E32-1672-B40EB20176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DA9941-5D44-87BC-B249-359F335EEB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A21558-6CFF-88CF-8A35-F6F8F0FFF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FF7E-26AD-4C16-8B8D-38DAE229FD17}" type="datetimeFigureOut">
              <a:rPr lang="zh-CN" altLang="en-US" smtClean="0"/>
              <a:t>2023/6/26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1ABF1A-C6A0-4172-B263-607040C0C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9F8D0B-B7B4-32E0-953B-DE1B90BD7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441B-0B10-4265-9016-72E487B032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44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44E805-1C56-6FA9-E52B-5CDB78F5C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57BEAF-4F7D-E164-6AC2-84CF9EF66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273F2E-E74F-2C15-68B8-87F2CDF63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9B63DE9-7968-5120-1527-A055268489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CFEE641-30B8-04DD-1092-9B0F67DDA9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49A70D8-EE22-3F93-EC85-882AB59BD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FF7E-26AD-4C16-8B8D-38DAE229FD17}" type="datetimeFigureOut">
              <a:rPr lang="zh-CN" altLang="en-US" smtClean="0"/>
              <a:t>2023/6/26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21B4501-B9D1-A256-56C5-776646E19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2227CC3-865F-96B6-F610-D0CCC1B93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441B-0B10-4265-9016-72E487B032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561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DD99D8-4352-F15F-B47A-FF109CD2C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B2D03EA-DAC7-C559-B311-BADE7DF6B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FF7E-26AD-4C16-8B8D-38DAE229FD17}" type="datetimeFigureOut">
              <a:rPr lang="zh-CN" altLang="en-US" smtClean="0"/>
              <a:t>2023/6/26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7E62143-B4C6-F7E3-9939-821F4CE9E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741790D-75F2-C3BA-4A7A-A97834CC4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441B-0B10-4265-9016-72E487B032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478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EC28A8A-881A-5595-40E2-F69A536DD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FF7E-26AD-4C16-8B8D-38DAE229FD17}" type="datetimeFigureOut">
              <a:rPr lang="zh-CN" altLang="en-US" smtClean="0"/>
              <a:t>2023/6/26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8A945A-76F7-B365-7B08-1203AC251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2548F5-A4FD-045A-9CA6-7BF18AF9F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441B-0B10-4265-9016-72E487B032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218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8150C2-7572-108A-287A-DF780D827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9057D0-4493-75BB-C02A-50D5EBA12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33B416-572E-222C-F903-81F105E76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4730E6-524D-E95B-560F-8D758693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FF7E-26AD-4C16-8B8D-38DAE229FD17}" type="datetimeFigureOut">
              <a:rPr lang="zh-CN" altLang="en-US" smtClean="0"/>
              <a:t>2023/6/26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33D9EA-756A-406F-9966-6F3AEE4AA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0BFE31-7FF9-29F1-2384-8315C101B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441B-0B10-4265-9016-72E487B032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38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1FCD65-C37D-FAB5-0206-96CDEDF1F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ADADA21-FC18-1822-598F-961AC1BD62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CB237E-B0D8-46DB-8024-9653F14E8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23B34C-8EEC-13BF-02AD-AFFB1FA6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FF7E-26AD-4C16-8B8D-38DAE229FD17}" type="datetimeFigureOut">
              <a:rPr lang="zh-CN" altLang="en-US" smtClean="0"/>
              <a:t>2023/6/26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F43D19-ECED-A3EF-6B8E-9A37A472E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FA4AD1-D747-4AE6-D418-1FA017E73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441B-0B10-4265-9016-72E487B032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124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FE3EB4-066D-398B-8619-0DA4F4E9B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E7AFC4-2D48-B63A-4F67-EAFE31D27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B4D5CB-9AF4-09E1-3EA2-09238217C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FF7E-26AD-4C16-8B8D-38DAE229FD17}" type="datetimeFigureOut">
              <a:rPr lang="zh-CN" altLang="en-US" smtClean="0"/>
              <a:t>2023/6/26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AD562D-9CCA-AEE0-7FCB-C7E61CFA1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DA8C12-90FA-7612-3B66-02AB84EC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441B-0B10-4265-9016-72E487B032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367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6C540E5-FB9C-8B66-C3E2-1F0BBC2EAB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578B90-8A1B-5515-404F-B422BE3B5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3E9AB7-1423-BEEE-53ED-9F236D668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FF7E-26AD-4C16-8B8D-38DAE229FD17}" type="datetimeFigureOut">
              <a:rPr lang="zh-CN" altLang="en-US" smtClean="0"/>
              <a:t>2023/6/26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03065D-F850-0F90-E2C4-0DE412791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2AA1A7-0A97-490B-A632-0590D3796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441B-0B10-4265-9016-72E487B032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958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94C74C-3703-9A72-65A7-05FFDD2B2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191EE5-BCCF-1E17-A4F3-B255755F1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8EF8E6-7D4A-F498-842F-FE3C0E1579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7FF7E-26AD-4C16-8B8D-38DAE229FD17}" type="datetimeFigureOut">
              <a:rPr lang="zh-CN" altLang="en-US" smtClean="0"/>
              <a:t>2023/6/26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2A3603-7F86-3820-FA86-8AD682068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8A9127-278E-F835-1C9B-AA4949B04F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F441B-0B10-4265-9016-72E487B032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211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DADCA3B-13DB-97F7-9F16-B653D1E1FF2B}"/>
              </a:ext>
            </a:extLst>
          </p:cNvPr>
          <p:cNvSpPr/>
          <p:nvPr/>
        </p:nvSpPr>
        <p:spPr>
          <a:xfrm>
            <a:off x="4968586" y="446810"/>
            <a:ext cx="2254828" cy="6442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主菜单</a:t>
            </a:r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1DBBE08A-659E-AF82-C0DE-3007B1A6A9C2}"/>
              </a:ext>
            </a:extLst>
          </p:cNvPr>
          <p:cNvSpPr/>
          <p:nvPr/>
        </p:nvSpPr>
        <p:spPr>
          <a:xfrm rot="5400000">
            <a:off x="5711535" y="-119495"/>
            <a:ext cx="768927" cy="319000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73B8B8-F4AF-4903-CB26-8918A367CA01}"/>
              </a:ext>
            </a:extLst>
          </p:cNvPr>
          <p:cNvSpPr/>
          <p:nvPr/>
        </p:nvSpPr>
        <p:spPr>
          <a:xfrm>
            <a:off x="3243694" y="1859973"/>
            <a:ext cx="2514600" cy="862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a.</a:t>
            </a:r>
            <a:r>
              <a:rPr lang="zh-CN" altLang="en-US" dirty="0"/>
              <a:t>链表的基本操作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1106DC-C4CB-9ABB-57FC-F0F4D65C4633}"/>
              </a:ext>
            </a:extLst>
          </p:cNvPr>
          <p:cNvSpPr/>
          <p:nvPr/>
        </p:nvSpPr>
        <p:spPr>
          <a:xfrm>
            <a:off x="6433703" y="1859972"/>
            <a:ext cx="2514600" cy="862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b.</a:t>
            </a:r>
            <a:r>
              <a:rPr lang="zh-CN" altLang="en-US" dirty="0"/>
              <a:t>栈的基本操作及括号匹配</a:t>
            </a:r>
          </a:p>
        </p:txBody>
      </p:sp>
    </p:spTree>
    <p:extLst>
      <p:ext uri="{BB962C8B-B14F-4D97-AF65-F5344CB8AC3E}">
        <p14:creationId xmlns:p14="http://schemas.microsoft.com/office/powerpoint/2010/main" val="3679205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>
            <a:extLst>
              <a:ext uri="{FF2B5EF4-FFF2-40B4-BE49-F238E27FC236}">
                <a16:creationId xmlns:a16="http://schemas.microsoft.com/office/drawing/2014/main" id="{FA3D10AC-993B-53EC-C42B-E43E44ED6734}"/>
              </a:ext>
            </a:extLst>
          </p:cNvPr>
          <p:cNvGrpSpPr/>
          <p:nvPr/>
        </p:nvGrpSpPr>
        <p:grpSpPr>
          <a:xfrm>
            <a:off x="852055" y="202620"/>
            <a:ext cx="9831184" cy="6449643"/>
            <a:chOff x="852055" y="202620"/>
            <a:chExt cx="9831184" cy="644964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DF4842A-42E2-542D-619C-528375E1057C}"/>
                </a:ext>
              </a:extLst>
            </p:cNvPr>
            <p:cNvSpPr/>
            <p:nvPr/>
          </p:nvSpPr>
          <p:spPr>
            <a:xfrm>
              <a:off x="852055" y="2457624"/>
              <a:ext cx="477981" cy="1942752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主</a:t>
              </a:r>
              <a:endPara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ctr"/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菜</a:t>
              </a:r>
              <a:endPara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ctr"/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单</a:t>
              </a:r>
            </a:p>
          </p:txBody>
        </p:sp>
        <p:sp>
          <p:nvSpPr>
            <p:cNvPr id="5" name="左大括号 4">
              <a:extLst>
                <a:ext uri="{FF2B5EF4-FFF2-40B4-BE49-F238E27FC236}">
                  <a16:creationId xmlns:a16="http://schemas.microsoft.com/office/drawing/2014/main" id="{CF505943-8644-C13C-BBA4-6B3ECB36B811}"/>
                </a:ext>
              </a:extLst>
            </p:cNvPr>
            <p:cNvSpPr/>
            <p:nvPr/>
          </p:nvSpPr>
          <p:spPr>
            <a:xfrm>
              <a:off x="1330037" y="1537854"/>
              <a:ext cx="477981" cy="3787486"/>
            </a:xfrm>
            <a:prstGeom prst="leftBrace">
              <a:avLst>
                <a:gd name="adj1" fmla="val 5864"/>
                <a:gd name="adj2" fmla="val 50000"/>
              </a:avLst>
            </a:prstGeom>
            <a:noFill/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FEB45F9-904D-373C-755B-F106AD4B8A60}"/>
                </a:ext>
              </a:extLst>
            </p:cNvPr>
            <p:cNvSpPr/>
            <p:nvPr/>
          </p:nvSpPr>
          <p:spPr>
            <a:xfrm>
              <a:off x="1936173" y="1166553"/>
              <a:ext cx="2982191" cy="742602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a.</a:t>
              </a:r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链表的基本操作：</a:t>
              </a:r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List();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528BB9D-07F2-3BFB-F079-A45470107EA8}"/>
                </a:ext>
              </a:extLst>
            </p:cNvPr>
            <p:cNvSpPr/>
            <p:nvPr/>
          </p:nvSpPr>
          <p:spPr>
            <a:xfrm>
              <a:off x="1936172" y="4948845"/>
              <a:ext cx="2982191" cy="742602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b.</a:t>
              </a:r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栈的基本操作及括号匹配</a:t>
              </a:r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:</a:t>
              </a:r>
            </a:p>
            <a:p>
              <a:pPr algn="ctr"/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Stack();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0C1AE16-E791-07E6-6E93-5DA744943178}"/>
                </a:ext>
              </a:extLst>
            </p:cNvPr>
            <p:cNvSpPr/>
            <p:nvPr/>
          </p:nvSpPr>
          <p:spPr>
            <a:xfrm>
              <a:off x="1936172" y="3057699"/>
              <a:ext cx="2982191" cy="742602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c.</a:t>
              </a:r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退出程序：</a:t>
              </a:r>
              <a:endPara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ctr"/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exit(0);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左大括号 8">
              <a:extLst>
                <a:ext uri="{FF2B5EF4-FFF2-40B4-BE49-F238E27FC236}">
                  <a16:creationId xmlns:a16="http://schemas.microsoft.com/office/drawing/2014/main" id="{B157BDC4-C046-7205-C914-93247DD1890A}"/>
                </a:ext>
              </a:extLst>
            </p:cNvPr>
            <p:cNvSpPr/>
            <p:nvPr/>
          </p:nvSpPr>
          <p:spPr>
            <a:xfrm>
              <a:off x="4918363" y="351906"/>
              <a:ext cx="381001" cy="2317173"/>
            </a:xfrm>
            <a:prstGeom prst="leftBrace">
              <a:avLst/>
            </a:prstGeom>
            <a:noFill/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左大括号 9">
              <a:extLst>
                <a:ext uri="{FF2B5EF4-FFF2-40B4-BE49-F238E27FC236}">
                  <a16:creationId xmlns:a16="http://schemas.microsoft.com/office/drawing/2014/main" id="{D9C5E8B5-700B-A41C-83B7-C969C1DDCA97}"/>
                </a:ext>
              </a:extLst>
            </p:cNvPr>
            <p:cNvSpPr/>
            <p:nvPr/>
          </p:nvSpPr>
          <p:spPr>
            <a:xfrm>
              <a:off x="4918363" y="4161559"/>
              <a:ext cx="381002" cy="2317173"/>
            </a:xfrm>
            <a:prstGeom prst="leftBrace">
              <a:avLst/>
            </a:prstGeom>
            <a:noFill/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55E8E33-4251-C821-5031-7879E90825E2}"/>
                </a:ext>
              </a:extLst>
            </p:cNvPr>
            <p:cNvSpPr/>
            <p:nvPr/>
          </p:nvSpPr>
          <p:spPr>
            <a:xfrm>
              <a:off x="5472546" y="205737"/>
              <a:ext cx="2345574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1. Create a list;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DB2C6BC-08C0-A05F-5584-0ACA3CBBFD55}"/>
                </a:ext>
              </a:extLst>
            </p:cNvPr>
            <p:cNvSpPr/>
            <p:nvPr/>
          </p:nvSpPr>
          <p:spPr>
            <a:xfrm>
              <a:off x="8028708" y="202620"/>
              <a:ext cx="2654531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2. Create a list from tail;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7F68206-2B35-2D5B-650F-C3FDFE612B7D}"/>
                </a:ext>
              </a:extLst>
            </p:cNvPr>
            <p:cNvSpPr/>
            <p:nvPr/>
          </p:nvSpPr>
          <p:spPr>
            <a:xfrm>
              <a:off x="5472546" y="687183"/>
              <a:ext cx="2345574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3. Display a list;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FB1F088-5180-5A2F-793D-E03A57924671}"/>
                </a:ext>
              </a:extLst>
            </p:cNvPr>
            <p:cNvSpPr/>
            <p:nvPr/>
          </p:nvSpPr>
          <p:spPr>
            <a:xfrm>
              <a:off x="8028708" y="684066"/>
              <a:ext cx="2654531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4. Insert an element;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F7A62DE-FB8A-0ECC-B5FC-291139FCF264}"/>
                </a:ext>
              </a:extLst>
            </p:cNvPr>
            <p:cNvSpPr/>
            <p:nvPr/>
          </p:nvSpPr>
          <p:spPr>
            <a:xfrm>
              <a:off x="5472546" y="1168629"/>
              <a:ext cx="2345574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5. Delete an element;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68D4638-A1D1-14DB-ECF3-32F24924A5A2}"/>
                </a:ext>
              </a:extLst>
            </p:cNvPr>
            <p:cNvSpPr/>
            <p:nvPr/>
          </p:nvSpPr>
          <p:spPr>
            <a:xfrm>
              <a:off x="8028708" y="1165512"/>
              <a:ext cx="2654531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6. Get </a:t>
              </a:r>
              <a:r>
                <a:rPr lang="en-US" altLang="zh-CN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linklist</a:t>
              </a:r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length;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F4BD39D8-50D9-8572-671C-118F69FA3685}"/>
                </a:ext>
              </a:extLst>
            </p:cNvPr>
            <p:cNvSpPr/>
            <p:nvPr/>
          </p:nvSpPr>
          <p:spPr>
            <a:xfrm>
              <a:off x="5472546" y="1650075"/>
              <a:ext cx="2345574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7. Get an element;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E034DAE4-4010-D2F3-B9DC-6D83EAB90731}"/>
                </a:ext>
              </a:extLst>
            </p:cNvPr>
            <p:cNvSpPr/>
            <p:nvPr/>
          </p:nvSpPr>
          <p:spPr>
            <a:xfrm>
              <a:off x="8028708" y="1646958"/>
              <a:ext cx="2654531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8. Search an element;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35C22A8-7808-7024-6B32-85156C6539EE}"/>
                </a:ext>
              </a:extLst>
            </p:cNvPr>
            <p:cNvSpPr/>
            <p:nvPr/>
          </p:nvSpPr>
          <p:spPr>
            <a:xfrm>
              <a:off x="5472546" y="2131521"/>
              <a:ext cx="2345574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9. Clear a list;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C490CB4-486F-984D-FD69-BD3D17430BAD}"/>
                </a:ext>
              </a:extLst>
            </p:cNvPr>
            <p:cNvSpPr/>
            <p:nvPr/>
          </p:nvSpPr>
          <p:spPr>
            <a:xfrm>
              <a:off x="8028708" y="2128402"/>
              <a:ext cx="2654531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10.Destroy a list;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1DCFD59-5D4C-A07C-E8EB-82AC2312B461}"/>
                </a:ext>
              </a:extLst>
            </p:cNvPr>
            <p:cNvSpPr/>
            <p:nvPr/>
          </p:nvSpPr>
          <p:spPr>
            <a:xfrm>
              <a:off x="5472546" y="2561357"/>
              <a:ext cx="2345574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0. Exit;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F1E9838-9DCE-13C2-7248-C1ABBC582670}"/>
                </a:ext>
              </a:extLst>
            </p:cNvPr>
            <p:cNvSpPr/>
            <p:nvPr/>
          </p:nvSpPr>
          <p:spPr>
            <a:xfrm>
              <a:off x="5472546" y="3995307"/>
              <a:ext cx="2345574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1. Initialize a stack;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AC2F34F4-5AFB-35FA-227F-2280A16B2788}"/>
                </a:ext>
              </a:extLst>
            </p:cNvPr>
            <p:cNvSpPr/>
            <p:nvPr/>
          </p:nvSpPr>
          <p:spPr>
            <a:xfrm>
              <a:off x="8028708" y="3992190"/>
              <a:ext cx="2654531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2. Push an element;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85F79532-049C-8CBA-51F8-FF26444BB427}"/>
                </a:ext>
              </a:extLst>
            </p:cNvPr>
            <p:cNvSpPr/>
            <p:nvPr/>
          </p:nvSpPr>
          <p:spPr>
            <a:xfrm>
              <a:off x="5472546" y="4476753"/>
              <a:ext cx="2345574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3. Pop an element;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838C9A2-8439-B79F-F892-AFB135B1F535}"/>
                </a:ext>
              </a:extLst>
            </p:cNvPr>
            <p:cNvSpPr/>
            <p:nvPr/>
          </p:nvSpPr>
          <p:spPr>
            <a:xfrm>
              <a:off x="8028708" y="4473636"/>
              <a:ext cx="2654531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4. </a:t>
              </a:r>
              <a:r>
                <a:rPr lang="en-US" altLang="zh-CN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TraverseDispStack</a:t>
              </a:r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43F2782-31F2-3BB1-B7B3-FF486B554B01}"/>
                </a:ext>
              </a:extLst>
            </p:cNvPr>
            <p:cNvSpPr/>
            <p:nvPr/>
          </p:nvSpPr>
          <p:spPr>
            <a:xfrm>
              <a:off x="5472546" y="4958199"/>
              <a:ext cx="2345574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5. Is a stack empty;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E4F28F8D-D374-7623-BE3B-29E4A18AFF73}"/>
                </a:ext>
              </a:extLst>
            </p:cNvPr>
            <p:cNvSpPr/>
            <p:nvPr/>
          </p:nvSpPr>
          <p:spPr>
            <a:xfrm>
              <a:off x="8028708" y="4955082"/>
              <a:ext cx="2654531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6. Clear a stack;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4C701914-2EF3-7EDB-2B87-F30C6BB5D781}"/>
                </a:ext>
              </a:extLst>
            </p:cNvPr>
            <p:cNvSpPr/>
            <p:nvPr/>
          </p:nvSpPr>
          <p:spPr>
            <a:xfrm>
              <a:off x="5472546" y="5439645"/>
              <a:ext cx="2345574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7. Get stack length;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69260919-8772-64BF-74DB-D145B18AA2FB}"/>
                </a:ext>
              </a:extLst>
            </p:cNvPr>
            <p:cNvSpPr/>
            <p:nvPr/>
          </p:nvSpPr>
          <p:spPr>
            <a:xfrm>
              <a:off x="8028708" y="5436528"/>
              <a:ext cx="2654531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8. Get top element;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E8F23B51-402E-FC18-4277-735EC5CD4E09}"/>
                </a:ext>
              </a:extLst>
            </p:cNvPr>
            <p:cNvSpPr/>
            <p:nvPr/>
          </p:nvSpPr>
          <p:spPr>
            <a:xfrm>
              <a:off x="5472546" y="5921091"/>
              <a:ext cx="3745576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9. Check if brackets are balanced;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7697388A-6386-6767-48C4-8223BB0A26CF}"/>
                </a:ext>
              </a:extLst>
            </p:cNvPr>
            <p:cNvSpPr/>
            <p:nvPr/>
          </p:nvSpPr>
          <p:spPr>
            <a:xfrm>
              <a:off x="5472546" y="6350927"/>
              <a:ext cx="2345574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10.Destroy a stack;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B1BC7A62-3C62-1F27-AFE2-F0E319604435}"/>
                </a:ext>
              </a:extLst>
            </p:cNvPr>
            <p:cNvSpPr/>
            <p:nvPr/>
          </p:nvSpPr>
          <p:spPr>
            <a:xfrm>
              <a:off x="8028018" y="6350927"/>
              <a:ext cx="2654530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0. Exit;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9035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>
            <a:extLst>
              <a:ext uri="{FF2B5EF4-FFF2-40B4-BE49-F238E27FC236}">
                <a16:creationId xmlns:a16="http://schemas.microsoft.com/office/drawing/2014/main" id="{35D88F09-7E05-CE65-1D78-B6BF4EDA9CF6}"/>
              </a:ext>
            </a:extLst>
          </p:cNvPr>
          <p:cNvGrpSpPr/>
          <p:nvPr/>
        </p:nvGrpSpPr>
        <p:grpSpPr>
          <a:xfrm>
            <a:off x="852055" y="205737"/>
            <a:ext cx="9057062" cy="6350078"/>
            <a:chOff x="852055" y="205737"/>
            <a:chExt cx="9057062" cy="635007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DF4842A-42E2-542D-619C-528375E1057C}"/>
                </a:ext>
              </a:extLst>
            </p:cNvPr>
            <p:cNvSpPr/>
            <p:nvPr/>
          </p:nvSpPr>
          <p:spPr>
            <a:xfrm>
              <a:off x="852055" y="2457624"/>
              <a:ext cx="477981" cy="1942752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主</a:t>
              </a:r>
              <a:endPara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ctr"/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菜</a:t>
              </a:r>
              <a:endPara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ctr"/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单</a:t>
              </a:r>
            </a:p>
          </p:txBody>
        </p:sp>
        <p:sp>
          <p:nvSpPr>
            <p:cNvPr id="5" name="左大括号 4">
              <a:extLst>
                <a:ext uri="{FF2B5EF4-FFF2-40B4-BE49-F238E27FC236}">
                  <a16:creationId xmlns:a16="http://schemas.microsoft.com/office/drawing/2014/main" id="{CF505943-8644-C13C-BBA4-6B3ECB36B811}"/>
                </a:ext>
              </a:extLst>
            </p:cNvPr>
            <p:cNvSpPr/>
            <p:nvPr/>
          </p:nvSpPr>
          <p:spPr>
            <a:xfrm>
              <a:off x="1330037" y="1537854"/>
              <a:ext cx="477981" cy="3787486"/>
            </a:xfrm>
            <a:prstGeom prst="leftBrace">
              <a:avLst>
                <a:gd name="adj1" fmla="val 5864"/>
                <a:gd name="adj2" fmla="val 50000"/>
              </a:avLst>
            </a:prstGeom>
            <a:noFill/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FEB45F9-904D-373C-755B-F106AD4B8A60}"/>
                </a:ext>
              </a:extLst>
            </p:cNvPr>
            <p:cNvSpPr/>
            <p:nvPr/>
          </p:nvSpPr>
          <p:spPr>
            <a:xfrm>
              <a:off x="1936173" y="1166553"/>
              <a:ext cx="2982191" cy="742602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a.</a:t>
              </a:r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二叉树的遍历：</a:t>
              </a:r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tree();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528BB9D-07F2-3BFB-F079-A45470107EA8}"/>
                </a:ext>
              </a:extLst>
            </p:cNvPr>
            <p:cNvSpPr/>
            <p:nvPr/>
          </p:nvSpPr>
          <p:spPr>
            <a:xfrm>
              <a:off x="1936172" y="4948845"/>
              <a:ext cx="2982191" cy="742602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b.</a:t>
              </a:r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图的遍历</a:t>
              </a:r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:  DFS_BFS(); 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0C1AE16-E791-07E6-6E93-5DA744943178}"/>
                </a:ext>
              </a:extLst>
            </p:cNvPr>
            <p:cNvSpPr/>
            <p:nvPr/>
          </p:nvSpPr>
          <p:spPr>
            <a:xfrm>
              <a:off x="1936172" y="3057699"/>
              <a:ext cx="2982191" cy="742602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c.</a:t>
              </a:r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退出程序：</a:t>
              </a:r>
              <a:endPara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ctr"/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exit(0);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左大括号 8">
              <a:extLst>
                <a:ext uri="{FF2B5EF4-FFF2-40B4-BE49-F238E27FC236}">
                  <a16:creationId xmlns:a16="http://schemas.microsoft.com/office/drawing/2014/main" id="{B157BDC4-C046-7205-C914-93247DD1890A}"/>
                </a:ext>
              </a:extLst>
            </p:cNvPr>
            <p:cNvSpPr/>
            <p:nvPr/>
          </p:nvSpPr>
          <p:spPr>
            <a:xfrm>
              <a:off x="4918363" y="351906"/>
              <a:ext cx="381001" cy="2317173"/>
            </a:xfrm>
            <a:prstGeom prst="leftBrace">
              <a:avLst/>
            </a:prstGeom>
            <a:noFill/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左大括号 9">
              <a:extLst>
                <a:ext uri="{FF2B5EF4-FFF2-40B4-BE49-F238E27FC236}">
                  <a16:creationId xmlns:a16="http://schemas.microsoft.com/office/drawing/2014/main" id="{D9C5E8B5-700B-A41C-83B7-C969C1DDCA97}"/>
                </a:ext>
              </a:extLst>
            </p:cNvPr>
            <p:cNvSpPr/>
            <p:nvPr/>
          </p:nvSpPr>
          <p:spPr>
            <a:xfrm>
              <a:off x="4918363" y="4161559"/>
              <a:ext cx="381002" cy="2317173"/>
            </a:xfrm>
            <a:prstGeom prst="leftBrace">
              <a:avLst/>
            </a:prstGeom>
            <a:noFill/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55E8E33-4251-C821-5031-7879E90825E2}"/>
                </a:ext>
              </a:extLst>
            </p:cNvPr>
            <p:cNvSpPr/>
            <p:nvPr/>
          </p:nvSpPr>
          <p:spPr>
            <a:xfrm>
              <a:off x="5472546" y="205737"/>
              <a:ext cx="2094114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1. </a:t>
              </a:r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建立二叉树</a:t>
              </a:r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DB2C6BC-08C0-A05F-5584-0ACA3CBBFD55}"/>
                </a:ext>
              </a:extLst>
            </p:cNvPr>
            <p:cNvSpPr/>
            <p:nvPr/>
          </p:nvSpPr>
          <p:spPr>
            <a:xfrm>
              <a:off x="5472546" y="793342"/>
              <a:ext cx="2094114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2. </a:t>
              </a:r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先序遍历</a:t>
              </a:r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7F68206-2B35-2D5B-650F-C3FDFE612B7D}"/>
                </a:ext>
              </a:extLst>
            </p:cNvPr>
            <p:cNvSpPr/>
            <p:nvPr/>
          </p:nvSpPr>
          <p:spPr>
            <a:xfrm>
              <a:off x="5472546" y="1380947"/>
              <a:ext cx="2094114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3. </a:t>
              </a:r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中序遍历</a:t>
              </a:r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FB1F088-5180-5A2F-793D-E03A57924671}"/>
                </a:ext>
              </a:extLst>
            </p:cNvPr>
            <p:cNvSpPr/>
            <p:nvPr/>
          </p:nvSpPr>
          <p:spPr>
            <a:xfrm>
              <a:off x="5472547" y="1968552"/>
              <a:ext cx="2094114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4. </a:t>
              </a:r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后序遍历</a:t>
              </a:r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;</a:t>
              </a:r>
              <a:endPara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F7A62DE-FB8A-0ECC-B5FC-291139FCF264}"/>
                </a:ext>
              </a:extLst>
            </p:cNvPr>
            <p:cNvSpPr/>
            <p:nvPr/>
          </p:nvSpPr>
          <p:spPr>
            <a:xfrm>
              <a:off x="5472546" y="2556158"/>
              <a:ext cx="2094114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0.</a:t>
              </a:r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离开程序；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F1E9838-9DCE-13C2-7248-C1ABBC582670}"/>
                </a:ext>
              </a:extLst>
            </p:cNvPr>
            <p:cNvSpPr/>
            <p:nvPr/>
          </p:nvSpPr>
          <p:spPr>
            <a:xfrm>
              <a:off x="5472546" y="4106339"/>
              <a:ext cx="2594494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1. </a:t>
              </a:r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建立图；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85F79532-049C-8CBA-51F8-FF26444BB427}"/>
                </a:ext>
              </a:extLst>
            </p:cNvPr>
            <p:cNvSpPr/>
            <p:nvPr/>
          </p:nvSpPr>
          <p:spPr>
            <a:xfrm>
              <a:off x="5472546" y="4822386"/>
              <a:ext cx="2594494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2. DFS</a:t>
              </a:r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深度优先遍历图；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43F2782-31F2-3BB1-B7B3-FF486B554B01}"/>
                </a:ext>
              </a:extLst>
            </p:cNvPr>
            <p:cNvSpPr/>
            <p:nvPr/>
          </p:nvSpPr>
          <p:spPr>
            <a:xfrm>
              <a:off x="5472546" y="5538433"/>
              <a:ext cx="2594494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3. BFS</a:t>
              </a:r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广度优先遍历图；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4C701914-2EF3-7EDB-2B87-F30C6BB5D781}"/>
                </a:ext>
              </a:extLst>
            </p:cNvPr>
            <p:cNvSpPr/>
            <p:nvPr/>
          </p:nvSpPr>
          <p:spPr>
            <a:xfrm>
              <a:off x="5472546" y="6254479"/>
              <a:ext cx="2594494" cy="301336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0. </a:t>
              </a:r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离开程序；</a:t>
              </a:r>
            </a:p>
          </p:txBody>
        </p:sp>
        <p:sp>
          <p:nvSpPr>
            <p:cNvPr id="2" name="左大括号 1">
              <a:extLst>
                <a:ext uri="{FF2B5EF4-FFF2-40B4-BE49-F238E27FC236}">
                  <a16:creationId xmlns:a16="http://schemas.microsoft.com/office/drawing/2014/main" id="{7150EB4B-2611-22AF-F502-945E2F1FB2BD}"/>
                </a:ext>
              </a:extLst>
            </p:cNvPr>
            <p:cNvSpPr/>
            <p:nvPr/>
          </p:nvSpPr>
          <p:spPr>
            <a:xfrm>
              <a:off x="7566660" y="721456"/>
              <a:ext cx="381001" cy="422394"/>
            </a:xfrm>
            <a:prstGeom prst="leftBrace">
              <a:avLst/>
            </a:prstGeom>
            <a:noFill/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BEF93EB8-8754-EBB9-1FCC-2CA1E67E41F0}"/>
                </a:ext>
              </a:extLst>
            </p:cNvPr>
            <p:cNvSpPr/>
            <p:nvPr/>
          </p:nvSpPr>
          <p:spPr>
            <a:xfrm>
              <a:off x="8028016" y="603521"/>
              <a:ext cx="1881099" cy="235869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递归先序遍历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60D71D73-8807-179B-884D-E508422257B6}"/>
                </a:ext>
              </a:extLst>
            </p:cNvPr>
            <p:cNvSpPr/>
            <p:nvPr/>
          </p:nvSpPr>
          <p:spPr>
            <a:xfrm>
              <a:off x="8028018" y="923429"/>
              <a:ext cx="1881099" cy="235869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非递归先序遍历</a:t>
              </a:r>
            </a:p>
          </p:txBody>
        </p:sp>
        <p:sp>
          <p:nvSpPr>
            <p:cNvPr id="35" name="左大括号 34">
              <a:extLst>
                <a:ext uri="{FF2B5EF4-FFF2-40B4-BE49-F238E27FC236}">
                  <a16:creationId xmlns:a16="http://schemas.microsoft.com/office/drawing/2014/main" id="{27A6DDE7-96B6-2AF7-863B-C65950A5352D}"/>
                </a:ext>
              </a:extLst>
            </p:cNvPr>
            <p:cNvSpPr/>
            <p:nvPr/>
          </p:nvSpPr>
          <p:spPr>
            <a:xfrm>
              <a:off x="7566660" y="1329851"/>
              <a:ext cx="381001" cy="422394"/>
            </a:xfrm>
            <a:prstGeom prst="leftBrace">
              <a:avLst/>
            </a:prstGeom>
            <a:noFill/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7C6F44C8-329E-E659-F04A-73044419F188}"/>
                </a:ext>
              </a:extLst>
            </p:cNvPr>
            <p:cNvSpPr/>
            <p:nvPr/>
          </p:nvSpPr>
          <p:spPr>
            <a:xfrm>
              <a:off x="8028018" y="1243337"/>
              <a:ext cx="1881099" cy="235869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递归中序遍历</a:t>
              </a: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4D1EA7B8-20FE-A1DD-AF3E-E5CBF72E9059}"/>
                </a:ext>
              </a:extLst>
            </p:cNvPr>
            <p:cNvSpPr/>
            <p:nvPr/>
          </p:nvSpPr>
          <p:spPr>
            <a:xfrm>
              <a:off x="8028018" y="1563245"/>
              <a:ext cx="1881099" cy="235869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非递归中序遍历</a:t>
              </a:r>
            </a:p>
          </p:txBody>
        </p:sp>
        <p:sp>
          <p:nvSpPr>
            <p:cNvPr id="38" name="左大括号 37">
              <a:extLst>
                <a:ext uri="{FF2B5EF4-FFF2-40B4-BE49-F238E27FC236}">
                  <a16:creationId xmlns:a16="http://schemas.microsoft.com/office/drawing/2014/main" id="{14DBF420-3F29-BE35-A6F3-7994B811F924}"/>
                </a:ext>
              </a:extLst>
            </p:cNvPr>
            <p:cNvSpPr/>
            <p:nvPr/>
          </p:nvSpPr>
          <p:spPr>
            <a:xfrm>
              <a:off x="7566660" y="1896601"/>
              <a:ext cx="381001" cy="422394"/>
            </a:xfrm>
            <a:prstGeom prst="leftBrace">
              <a:avLst/>
            </a:prstGeom>
            <a:noFill/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0947C2F1-D56C-CE65-D424-2A6B6A0788FD}"/>
                </a:ext>
              </a:extLst>
            </p:cNvPr>
            <p:cNvSpPr/>
            <p:nvPr/>
          </p:nvSpPr>
          <p:spPr>
            <a:xfrm>
              <a:off x="8028018" y="1883153"/>
              <a:ext cx="1881099" cy="235869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递归后序遍历</a:t>
              </a: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9B635ADC-4563-A1BA-5C84-B629D6E007D2}"/>
                </a:ext>
              </a:extLst>
            </p:cNvPr>
            <p:cNvSpPr/>
            <p:nvPr/>
          </p:nvSpPr>
          <p:spPr>
            <a:xfrm>
              <a:off x="8028016" y="2203061"/>
              <a:ext cx="1881099" cy="235869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非递归后序遍历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9834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291</Words>
  <Application>Microsoft Office PowerPoint</Application>
  <PresentationFormat>宽屏</PresentationFormat>
  <Paragraphs>55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 清晨</dc:creator>
  <cp:lastModifiedBy>张 清晨</cp:lastModifiedBy>
  <cp:revision>3</cp:revision>
  <dcterms:created xsi:type="dcterms:W3CDTF">2023-06-25T17:18:33Z</dcterms:created>
  <dcterms:modified xsi:type="dcterms:W3CDTF">2023-06-26T04:37:12Z</dcterms:modified>
</cp:coreProperties>
</file>