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60" r:id="rId3"/>
    <p:sldId id="382" r:id="rId4"/>
    <p:sldId id="422" r:id="rId5"/>
    <p:sldId id="418" r:id="rId6"/>
    <p:sldId id="380" r:id="rId7"/>
    <p:sldId id="383" r:id="rId8"/>
    <p:sldId id="366" r:id="rId9"/>
    <p:sldId id="412" r:id="rId10"/>
    <p:sldId id="411" r:id="rId11"/>
    <p:sldId id="415" r:id="rId12"/>
    <p:sldId id="414" r:id="rId13"/>
    <p:sldId id="417" r:id="rId14"/>
    <p:sldId id="413" r:id="rId15"/>
    <p:sldId id="384" r:id="rId16"/>
    <p:sldId id="390" r:id="rId17"/>
    <p:sldId id="385" r:id="rId18"/>
    <p:sldId id="404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D7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314" autoAdjust="0"/>
  </p:normalViewPr>
  <p:slideViewPr>
    <p:cSldViewPr snapToGrid="0">
      <p:cViewPr varScale="1">
        <p:scale>
          <a:sx n="70" d="100"/>
          <a:sy n="70" d="100"/>
        </p:scale>
        <p:origin x="883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B2E4C-0070-47C5-825D-1B4A568F26C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FEF6E-AA88-4EFA-B2EE-922C92261B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954961" y="720127"/>
            <a:ext cx="8390822" cy="4573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感谢您下载觅知网平台上提供的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作品，为了您和觅知网以及原创作者的利益，请勿复制、传播、销售，否则将承担法律责任！觅知网将对作品进行维权，按照传播下载次数进行十倍的索取赔偿！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在觅知网出售的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模板是免版税类（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Royalty-Free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）正版受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中国人民共和国著作法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世界版权公约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的保护，作品的所有权、版权和著作权归觅知网所有，您下载的是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模板素材的使用权。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不得将觅知网的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1204630" y="5745134"/>
            <a:ext cx="978274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更多模板烦请登陆：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http://www.51miz.com/ppt/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145551" y="138293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E1E3B-4889-452A-A628-BD62FA40F833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894B0-CFDA-4883-BF25-FD63E7A55B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088956" y="-1127760"/>
            <a:ext cx="10500360" cy="105003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353333" y="-186338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2193973" y="-5322863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44487" y="-2380957"/>
            <a:ext cx="10500360" cy="10500360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59"/>
          <p:cNvSpPr>
            <a:spLocks noChangeArrowheads="1"/>
          </p:cNvSpPr>
          <p:nvPr/>
        </p:nvSpPr>
        <p:spPr bwMode="auto">
          <a:xfrm>
            <a:off x="810581" y="3175268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项目答辩</a:t>
            </a:r>
            <a:endParaRPr lang="en-US" altLang="zh-CN" sz="6000" b="1" dirty="0">
              <a:solidFill>
                <a:schemeClr val="accent1">
                  <a:lumMod val="60000"/>
                  <a:lumOff val="4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816785" y="805943"/>
            <a:ext cx="249385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85750"/>
            <a:r>
              <a:rPr lang="en-US" sz="1125" spc="6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Struggle to Build Dreams</a:t>
            </a:r>
            <a:endParaRPr lang="id-ID" sz="1125" spc="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7" name="TextBox 19"/>
          <p:cNvSpPr txBox="1"/>
          <p:nvPr/>
        </p:nvSpPr>
        <p:spPr>
          <a:xfrm>
            <a:off x="807437" y="4293716"/>
            <a:ext cx="2057190" cy="289611"/>
          </a:xfrm>
          <a:prstGeom prst="rect">
            <a:avLst/>
          </a:prstGeom>
          <a:noFill/>
        </p:spPr>
        <p:txBody>
          <a:bodyPr wrap="none" lIns="42970" tIns="21485" rIns="42970" bIns="21485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 Defense PPT</a:t>
            </a:r>
          </a:p>
        </p:txBody>
      </p:sp>
      <p:sp>
        <p:nvSpPr>
          <p:cNvPr id="48" name="矩形 47"/>
          <p:cNvSpPr/>
          <p:nvPr/>
        </p:nvSpPr>
        <p:spPr>
          <a:xfrm>
            <a:off x="807437" y="4583327"/>
            <a:ext cx="4572794" cy="646339"/>
          </a:xfrm>
          <a:prstGeom prst="rect">
            <a:avLst/>
          </a:prstGeom>
        </p:spPr>
        <p:txBody>
          <a:bodyPr lIns="91448" tIns="45724" rIns="91448" bIns="45724">
            <a:spAutoFit/>
          </a:bodyPr>
          <a:lstStyle/>
          <a:p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</a:rPr>
              <a:t>Through the project, the theoretical knowledge learned in the classroom was applied to practical projects, improving problem-solving and project management abilities. I have learned to collaborate with team members, divide tasks, manage project progress, and solve technical challenges in projects.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33268" y="5312060"/>
            <a:ext cx="2484635" cy="642380"/>
            <a:chOff x="8222964" y="7595340"/>
            <a:chExt cx="3317667" cy="997970"/>
          </a:xfrm>
          <a:gradFill>
            <a:gsLst>
              <a:gs pos="100000">
                <a:srgbClr val="61C9D4">
                  <a:alpha val="90000"/>
                </a:srgbClr>
              </a:gs>
              <a:gs pos="33000">
                <a:srgbClr val="418EAA">
                  <a:alpha val="90000"/>
                </a:srgbClr>
              </a:gs>
            </a:gsLst>
            <a:lin ang="2700000" scaled="1"/>
          </a:gradFill>
        </p:grpSpPr>
        <p:sp>
          <p:nvSpPr>
            <p:cNvPr id="51" name="圆角矩形 16"/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381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2964" y="7684832"/>
              <a:ext cx="3317667" cy="90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汇报人：刘骐睿</a:t>
              </a:r>
              <a:endPara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制作人：殷家豪</a:t>
              </a:r>
              <a:endPara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810581" y="1552945"/>
            <a:ext cx="5400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600" b="1" dirty="0">
                <a:solidFill>
                  <a:srgbClr val="5D7DB6"/>
                </a:solidFill>
                <a:cs typeface="Arial" panose="020B0604020202020204" pitchFamily="34" charset="0"/>
              </a:rPr>
              <a:t>简约记账</a:t>
            </a:r>
            <a:endParaRPr lang="en-US" altLang="zh-CN" sz="6600" b="1" dirty="0">
              <a:solidFill>
                <a:srgbClr val="5D7DB6"/>
              </a:solidFill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5420" y="-24276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85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3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800"/>
                            </p:stCondLst>
                            <p:childTnLst>
                              <p:par>
                                <p:cTn id="5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2" grpId="0"/>
      <p:bldP spid="22" grpId="1"/>
      <p:bldP spid="43" grpId="0"/>
      <p:bldP spid="47" grpId="0"/>
      <p:bldP spid="48" grpId="0"/>
      <p:bldP spid="15" grpId="0"/>
      <p:bldP spid="1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-5361716" y="-5142520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-1055398" y="843283"/>
            <a:ext cx="5467850" cy="546785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13500000">
            <a:off x="4592346" y="3222528"/>
            <a:ext cx="448105" cy="44810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6281507" y="-255680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A_文本框 22"/>
          <p:cNvSpPr txBox="1"/>
          <p:nvPr>
            <p:custDataLst>
              <p:tags r:id="rId1"/>
            </p:custDataLst>
          </p:nvPr>
        </p:nvSpPr>
        <p:spPr>
          <a:xfrm>
            <a:off x="198" y="1690934"/>
            <a:ext cx="3367385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Impact" panose="020B0806030902050204" pitchFamily="34" charset="0"/>
                <a:ea typeface="汉仪菱心体简" panose="02010609000101010101" pitchFamily="49" charset="-122"/>
              </a:rPr>
              <a:t>CONTENTS</a:t>
            </a:r>
          </a:p>
        </p:txBody>
      </p:sp>
      <p:sp>
        <p:nvSpPr>
          <p:cNvPr id="27" name="椭圆 26"/>
          <p:cNvSpPr/>
          <p:nvPr/>
        </p:nvSpPr>
        <p:spPr>
          <a:xfrm>
            <a:off x="8110338" y="192957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8110338" y="2966106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110338" y="4002635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110338" y="5039164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943751" y="-874752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76825" y="1880384"/>
            <a:ext cx="2818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776825" y="2914032"/>
            <a:ext cx="2818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功能功能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776825" y="3947680"/>
            <a:ext cx="2818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776825" y="4981328"/>
            <a:ext cx="2818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学习总结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794864" y="2204853"/>
            <a:ext cx="2778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 Introduction</a:t>
            </a:r>
            <a:endParaRPr lang="zh-CN" altLang="en-US" sz="900" spc="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794864" y="3242949"/>
            <a:ext cx="2778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features added</a:t>
            </a:r>
            <a:endParaRPr lang="zh-CN" altLang="en-US" sz="900" spc="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794864" y="4281045"/>
            <a:ext cx="2778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Problems encountered</a:t>
            </a:r>
            <a:endParaRPr lang="zh-CN" altLang="en-US" sz="900" spc="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794864" y="5319140"/>
            <a:ext cx="2778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Learning Summary</a:t>
            </a:r>
            <a:endParaRPr lang="zh-CN" altLang="en-US" sz="900" spc="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5" dur="10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7" dur="200" fill="hold"/>
                                        <p:tgtEl>
                                          <p:spTgt spid="1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9" dur="100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6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1" dur="200" fill="hold"/>
                                        <p:tgtEl>
                                          <p:spTgt spid="17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 animBg="1"/>
      <p:bldP spid="4" grpId="0" animBg="1"/>
      <p:bldP spid="15" grpId="0" animBg="1"/>
      <p:bldP spid="17" grpId="0"/>
      <p:bldP spid="17" grpId="1"/>
      <p:bldP spid="17" grpId="2"/>
      <p:bldP spid="17" grpId="3"/>
      <p:bldP spid="17" grpId="4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088956" y="-1127760"/>
            <a:ext cx="10500360" cy="105003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353333" y="-186338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2193973" y="-5322863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44487" y="-2380957"/>
            <a:ext cx="10500360" cy="10500360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59"/>
          <p:cNvSpPr>
            <a:spLocks noChangeArrowheads="1"/>
          </p:cNvSpPr>
          <p:nvPr/>
        </p:nvSpPr>
        <p:spPr bwMode="auto">
          <a:xfrm>
            <a:off x="649094" y="3215389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项目介绍</a:t>
            </a:r>
          </a:p>
        </p:txBody>
      </p:sp>
      <p:sp>
        <p:nvSpPr>
          <p:cNvPr id="48" name="矩形 47"/>
          <p:cNvSpPr/>
          <p:nvPr/>
        </p:nvSpPr>
        <p:spPr>
          <a:xfrm>
            <a:off x="1062997" y="4266413"/>
            <a:ext cx="4572794" cy="707894"/>
          </a:xfrm>
          <a:prstGeom prst="rect">
            <a:avLst/>
          </a:prstGeom>
        </p:spPr>
        <p:txBody>
          <a:bodyPr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Through the project, the theoretical knowledge learned in the classroom was applied to practical projects, improving problem-solving and project management abilities. I have learned to collaborate with team members, divide tasks, manage project progress, and solve technical challenges in projects.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202982" y="5175292"/>
            <a:ext cx="2292824" cy="436878"/>
            <a:chOff x="8222965" y="7595340"/>
            <a:chExt cx="3061547" cy="678712"/>
          </a:xfrm>
          <a:gradFill>
            <a:gsLst>
              <a:gs pos="100000">
                <a:srgbClr val="61C9D4">
                  <a:alpha val="90000"/>
                </a:srgbClr>
              </a:gs>
              <a:gs pos="33000">
                <a:srgbClr val="418EAA">
                  <a:alpha val="90000"/>
                </a:srgbClr>
              </a:gs>
            </a:gsLst>
            <a:lin ang="2700000" scaled="1"/>
          </a:gradFill>
        </p:grpSpPr>
        <p:sp>
          <p:nvSpPr>
            <p:cNvPr id="51" name="圆角矩形 16"/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381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2965" y="7684831"/>
              <a:ext cx="3061547" cy="525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THE  PART  ONE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365364" y="1048351"/>
            <a:ext cx="39680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3800">
                <a:solidFill>
                  <a:srgbClr val="C00000"/>
                </a:solidFill>
                <a:latin typeface="Swiss911 UCm BT" panose="020B0608020202060204" pitchFamily="34" charset="0"/>
                <a:ea typeface="造字工房形黑（非商用）细体" pitchFamily="50" charset="-122"/>
              </a:defRPr>
            </a:lvl1pPr>
          </a:lstStyle>
          <a:p>
            <a:pPr algn="ctr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0" dist="127000" dir="2700000" algn="tl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Impact" panose="020B0806030902050204" pitchFamily="34" charset="0"/>
                <a:sym typeface="+mn-lt"/>
              </a:rPr>
              <a:t>01</a:t>
            </a:r>
          </a:p>
        </p:txBody>
      </p:sp>
      <p:sp>
        <p:nvSpPr>
          <p:cNvPr id="16" name="椭圆 15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240" y="208230"/>
            <a:ext cx="320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https://www.ypppt.com/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5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5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2" grpId="0"/>
      <p:bldP spid="22" grpId="1"/>
      <p:bldP spid="48" grpId="0"/>
      <p:bldP spid="14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803" y="470479"/>
            <a:ext cx="3254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</a:p>
          <a:p>
            <a:endParaRPr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98171" y="2148113"/>
            <a:ext cx="3164115" cy="3831771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549732" y="1707270"/>
            <a:ext cx="756615" cy="756615"/>
            <a:chOff x="5623375" y="5276093"/>
            <a:chExt cx="756615" cy="756615"/>
          </a:xfrm>
        </p:grpSpPr>
        <p:sp>
          <p:nvSpPr>
            <p:cNvPr id="45" name="Freeform 5"/>
            <p:cNvSpPr/>
            <p:nvPr/>
          </p:nvSpPr>
          <p:spPr bwMode="auto">
            <a:xfrm rot="16200000" flipH="1">
              <a:off x="5623375" y="5276093"/>
              <a:ext cx="756615" cy="7566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01600" dist="762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  <p:sp>
          <p:nvSpPr>
            <p:cNvPr id="46" name="KSO_Shape"/>
            <p:cNvSpPr/>
            <p:nvPr/>
          </p:nvSpPr>
          <p:spPr bwMode="auto">
            <a:xfrm>
              <a:off x="5776687" y="5471035"/>
              <a:ext cx="449984" cy="366732"/>
            </a:xfrm>
            <a:custGeom>
              <a:avLst/>
              <a:gdLst>
                <a:gd name="T0" fmla="*/ 997933 w 2276475"/>
                <a:gd name="T1" fmla="*/ 1269676 h 1854200"/>
                <a:gd name="T2" fmla="*/ 1009889 w 2276475"/>
                <a:gd name="T3" fmla="*/ 1351750 h 1854200"/>
                <a:gd name="T4" fmla="*/ 835331 w 2276475"/>
                <a:gd name="T5" fmla="*/ 1523335 h 1854200"/>
                <a:gd name="T6" fmla="*/ 754028 w 2276475"/>
                <a:gd name="T7" fmla="*/ 1507399 h 1854200"/>
                <a:gd name="T8" fmla="*/ 721880 w 2276475"/>
                <a:gd name="T9" fmla="*/ 1430106 h 1854200"/>
                <a:gd name="T10" fmla="*/ 881029 w 2276475"/>
                <a:gd name="T11" fmla="*/ 1246568 h 1854200"/>
                <a:gd name="T12" fmla="*/ 816466 w 2276475"/>
                <a:gd name="T13" fmla="*/ 1096373 h 1854200"/>
                <a:gd name="T14" fmla="*/ 870136 w 2276475"/>
                <a:gd name="T15" fmla="*/ 1161507 h 1854200"/>
                <a:gd name="T16" fmla="*/ 845161 w 2276475"/>
                <a:gd name="T17" fmla="*/ 1241528 h 1854200"/>
                <a:gd name="T18" fmla="*/ 653598 w 2276475"/>
                <a:gd name="T19" fmla="*/ 1382962 h 1854200"/>
                <a:gd name="T20" fmla="*/ 586112 w 2276475"/>
                <a:gd name="T21" fmla="*/ 1332450 h 1854200"/>
                <a:gd name="T22" fmla="*/ 590629 w 2276475"/>
                <a:gd name="T23" fmla="*/ 1249770 h 1854200"/>
                <a:gd name="T24" fmla="*/ 774222 w 2276475"/>
                <a:gd name="T25" fmla="*/ 1090524 h 1854200"/>
                <a:gd name="T26" fmla="*/ 1453397 w 2276475"/>
                <a:gd name="T27" fmla="*/ 1042897 h 1854200"/>
                <a:gd name="T28" fmla="*/ 1567594 w 2276475"/>
                <a:gd name="T29" fmla="*/ 988687 h 1854200"/>
                <a:gd name="T30" fmla="*/ 1612210 w 2276475"/>
                <a:gd name="T31" fmla="*/ 1042897 h 1854200"/>
                <a:gd name="T32" fmla="*/ 1492172 w 2276475"/>
                <a:gd name="T33" fmla="*/ 1123415 h 1854200"/>
                <a:gd name="T34" fmla="*/ 1445165 w 2276475"/>
                <a:gd name="T35" fmla="*/ 1246981 h 1854200"/>
                <a:gd name="T36" fmla="*/ 1348762 w 2276475"/>
                <a:gd name="T37" fmla="*/ 1331219 h 1854200"/>
                <a:gd name="T38" fmla="*/ 1260061 w 2276475"/>
                <a:gd name="T39" fmla="*/ 1422897 h 1854200"/>
                <a:gd name="T40" fmla="*/ 1177203 w 2276475"/>
                <a:gd name="T41" fmla="*/ 1540352 h 1854200"/>
                <a:gd name="T42" fmla="*/ 1034856 w 2276475"/>
                <a:gd name="T43" fmla="*/ 1530785 h 1854200"/>
                <a:gd name="T44" fmla="*/ 1040433 w 2276475"/>
                <a:gd name="T45" fmla="*/ 1461163 h 1854200"/>
                <a:gd name="T46" fmla="*/ 1133649 w 2276475"/>
                <a:gd name="T47" fmla="*/ 1466211 h 1854200"/>
                <a:gd name="T48" fmla="*/ 1174281 w 2276475"/>
                <a:gd name="T49" fmla="*/ 1410407 h 1854200"/>
                <a:gd name="T50" fmla="*/ 1053977 w 2276475"/>
                <a:gd name="T51" fmla="*/ 1249107 h 1854200"/>
                <a:gd name="T52" fmla="*/ 1120371 w 2276475"/>
                <a:gd name="T53" fmla="*/ 1222799 h 1854200"/>
                <a:gd name="T54" fmla="*/ 1260061 w 2276475"/>
                <a:gd name="T55" fmla="*/ 1306771 h 1854200"/>
                <a:gd name="T56" fmla="*/ 1182515 w 2276475"/>
                <a:gd name="T57" fmla="*/ 1142016 h 1854200"/>
                <a:gd name="T58" fmla="*/ 1192606 w 2276475"/>
                <a:gd name="T59" fmla="*/ 1071330 h 1854200"/>
                <a:gd name="T60" fmla="*/ 1353012 w 2276475"/>
                <a:gd name="T61" fmla="*/ 1181876 h 1854200"/>
                <a:gd name="T62" fmla="*/ 1406126 w 2276475"/>
                <a:gd name="T63" fmla="*/ 1160617 h 1854200"/>
                <a:gd name="T64" fmla="*/ 1287150 w 2276475"/>
                <a:gd name="T65" fmla="*/ 1020309 h 1854200"/>
                <a:gd name="T66" fmla="*/ 1299632 w 2276475"/>
                <a:gd name="T67" fmla="*/ 958925 h 1854200"/>
                <a:gd name="T68" fmla="*/ 684418 w 2276475"/>
                <a:gd name="T69" fmla="*/ 952771 h 1854200"/>
                <a:gd name="T70" fmla="*/ 727726 w 2276475"/>
                <a:gd name="T71" fmla="*/ 1024821 h 1854200"/>
                <a:gd name="T72" fmla="*/ 579205 w 2276475"/>
                <a:gd name="T73" fmla="*/ 1213422 h 1854200"/>
                <a:gd name="T74" fmla="*/ 497372 w 2276475"/>
                <a:gd name="T75" fmla="*/ 1230110 h 1854200"/>
                <a:gd name="T76" fmla="*/ 437592 w 2276475"/>
                <a:gd name="T77" fmla="*/ 1170509 h 1854200"/>
                <a:gd name="T78" fmla="*/ 454330 w 2276475"/>
                <a:gd name="T79" fmla="*/ 1089189 h 1854200"/>
                <a:gd name="T80" fmla="*/ 497292 w 2276475"/>
                <a:gd name="T81" fmla="*/ 786922 h 1854200"/>
                <a:gd name="T82" fmla="*/ 571487 w 2276475"/>
                <a:gd name="T83" fmla="*/ 826799 h 1854200"/>
                <a:gd name="T84" fmla="*/ 579199 w 2276475"/>
                <a:gd name="T85" fmla="*/ 908948 h 1854200"/>
                <a:gd name="T86" fmla="*/ 401823 w 2276475"/>
                <a:gd name="T87" fmla="*/ 1078030 h 1854200"/>
                <a:gd name="T88" fmla="*/ 321246 w 2276475"/>
                <a:gd name="T89" fmla="*/ 1058091 h 1854200"/>
                <a:gd name="T90" fmla="*/ 293057 w 2276475"/>
                <a:gd name="T91" fmla="*/ 979133 h 1854200"/>
                <a:gd name="T92" fmla="*/ 455808 w 2276475"/>
                <a:gd name="T93" fmla="*/ 797290 h 1854200"/>
                <a:gd name="T94" fmla="*/ 383899 w 2276475"/>
                <a:gd name="T95" fmla="*/ 716565 h 1854200"/>
                <a:gd name="T96" fmla="*/ 369256 w 2276475"/>
                <a:gd name="T97" fmla="*/ 785065 h 1854200"/>
                <a:gd name="T98" fmla="*/ 0 w 2276475"/>
                <a:gd name="T99" fmla="*/ 428228 h 1854200"/>
                <a:gd name="T100" fmla="*/ 992885 w 2276475"/>
                <a:gd name="T101" fmla="*/ 138775 h 1854200"/>
                <a:gd name="T102" fmla="*/ 1742929 w 2276475"/>
                <a:gd name="T103" fmla="*/ 624953 h 1854200"/>
                <a:gd name="T104" fmla="*/ 1040444 w 2276475"/>
                <a:gd name="T105" fmla="*/ 471129 h 1854200"/>
                <a:gd name="T106" fmla="*/ 943201 w 2276475"/>
                <a:gd name="T107" fmla="*/ 518684 h 1854200"/>
                <a:gd name="T108" fmla="*/ 859508 w 2276475"/>
                <a:gd name="T109" fmla="*/ 657364 h 1854200"/>
                <a:gd name="T110" fmla="*/ 726397 w 2276475"/>
                <a:gd name="T111" fmla="*/ 703591 h 1854200"/>
                <a:gd name="T112" fmla="*/ 669540 w 2276475"/>
                <a:gd name="T113" fmla="*/ 600511 h 1854200"/>
                <a:gd name="T114" fmla="*/ 799728 w 2276475"/>
                <a:gd name="T115" fmla="*/ 287816 h 1854200"/>
                <a:gd name="T116" fmla="*/ 941872 w 2276475"/>
                <a:gd name="T117" fmla="*/ 140634 h 1854200"/>
                <a:gd name="T118" fmla="*/ 1894118 w 2276475"/>
                <a:gd name="T119" fmla="*/ 357920 h 1854200"/>
                <a:gd name="T120" fmla="*/ 1874478 w 2276475"/>
                <a:gd name="T121" fmla="*/ 459956 h 1854200"/>
                <a:gd name="T122" fmla="*/ 1736198 w 2276475"/>
                <a:gd name="T123" fmla="*/ 510974 h 1854200"/>
                <a:gd name="T124" fmla="*/ 1402841 w 2276475"/>
                <a:gd name="T125" fmla="*/ 103364 h 185420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854200">
                  <a:moveTo>
                    <a:pt x="1106805" y="1473200"/>
                  </a:moveTo>
                  <a:lnTo>
                    <a:pt x="1111885" y="1473835"/>
                  </a:lnTo>
                  <a:lnTo>
                    <a:pt x="1116965" y="1474152"/>
                  </a:lnTo>
                  <a:lnTo>
                    <a:pt x="1122045" y="1474469"/>
                  </a:lnTo>
                  <a:lnTo>
                    <a:pt x="1127442" y="1475103"/>
                  </a:lnTo>
                  <a:lnTo>
                    <a:pt x="1132522" y="1476372"/>
                  </a:lnTo>
                  <a:lnTo>
                    <a:pt x="1137285" y="1477641"/>
                  </a:lnTo>
                  <a:lnTo>
                    <a:pt x="1142365" y="1479227"/>
                  </a:lnTo>
                  <a:lnTo>
                    <a:pt x="1147127" y="1481130"/>
                  </a:lnTo>
                  <a:lnTo>
                    <a:pt x="1151572" y="1483034"/>
                  </a:lnTo>
                  <a:lnTo>
                    <a:pt x="1156335" y="1485254"/>
                  </a:lnTo>
                  <a:lnTo>
                    <a:pt x="1160780" y="1487792"/>
                  </a:lnTo>
                  <a:lnTo>
                    <a:pt x="1165542" y="1490964"/>
                  </a:lnTo>
                  <a:lnTo>
                    <a:pt x="1169987" y="1493819"/>
                  </a:lnTo>
                  <a:lnTo>
                    <a:pt x="1173797" y="1496991"/>
                  </a:lnTo>
                  <a:lnTo>
                    <a:pt x="1178242" y="1500163"/>
                  </a:lnTo>
                  <a:lnTo>
                    <a:pt x="1182052" y="1504287"/>
                  </a:lnTo>
                  <a:lnTo>
                    <a:pt x="1185862" y="1508411"/>
                  </a:lnTo>
                  <a:lnTo>
                    <a:pt x="1189355" y="1512217"/>
                  </a:lnTo>
                  <a:lnTo>
                    <a:pt x="1192530" y="1516341"/>
                  </a:lnTo>
                  <a:lnTo>
                    <a:pt x="1195705" y="1520782"/>
                  </a:lnTo>
                  <a:lnTo>
                    <a:pt x="1198245" y="1525540"/>
                  </a:lnTo>
                  <a:lnTo>
                    <a:pt x="1200785" y="1529664"/>
                  </a:lnTo>
                  <a:lnTo>
                    <a:pt x="1203325" y="1534422"/>
                  </a:lnTo>
                  <a:lnTo>
                    <a:pt x="1205230" y="1539181"/>
                  </a:lnTo>
                  <a:lnTo>
                    <a:pt x="1207135" y="1543939"/>
                  </a:lnTo>
                  <a:lnTo>
                    <a:pt x="1208722" y="1549014"/>
                  </a:lnTo>
                  <a:lnTo>
                    <a:pt x="1209992" y="1553772"/>
                  </a:lnTo>
                  <a:lnTo>
                    <a:pt x="1211262" y="1558848"/>
                  </a:lnTo>
                  <a:lnTo>
                    <a:pt x="1211897" y="1563923"/>
                  </a:lnTo>
                  <a:lnTo>
                    <a:pt x="1212532" y="1568999"/>
                  </a:lnTo>
                  <a:lnTo>
                    <a:pt x="1212850" y="1574074"/>
                  </a:lnTo>
                  <a:lnTo>
                    <a:pt x="1212850" y="1579467"/>
                  </a:lnTo>
                  <a:lnTo>
                    <a:pt x="1212850" y="1584542"/>
                  </a:lnTo>
                  <a:lnTo>
                    <a:pt x="1212215" y="1589618"/>
                  </a:lnTo>
                  <a:lnTo>
                    <a:pt x="1211897" y="1594693"/>
                  </a:lnTo>
                  <a:lnTo>
                    <a:pt x="1210627" y="1599451"/>
                  </a:lnTo>
                  <a:lnTo>
                    <a:pt x="1209675" y="1604527"/>
                  </a:lnTo>
                  <a:lnTo>
                    <a:pt x="1208087" y="1609602"/>
                  </a:lnTo>
                  <a:lnTo>
                    <a:pt x="1206817" y="1614360"/>
                  </a:lnTo>
                  <a:lnTo>
                    <a:pt x="1204912" y="1619436"/>
                  </a:lnTo>
                  <a:lnTo>
                    <a:pt x="1202690" y="1624194"/>
                  </a:lnTo>
                  <a:lnTo>
                    <a:pt x="1200467" y="1628952"/>
                  </a:lnTo>
                  <a:lnTo>
                    <a:pt x="1197927" y="1633076"/>
                  </a:lnTo>
                  <a:lnTo>
                    <a:pt x="1195070" y="1637517"/>
                  </a:lnTo>
                  <a:lnTo>
                    <a:pt x="1191895" y="1642275"/>
                  </a:lnTo>
                  <a:lnTo>
                    <a:pt x="1188402" y="1646399"/>
                  </a:lnTo>
                  <a:lnTo>
                    <a:pt x="1184910" y="1650523"/>
                  </a:lnTo>
                  <a:lnTo>
                    <a:pt x="1181100" y="1654646"/>
                  </a:lnTo>
                  <a:lnTo>
                    <a:pt x="1042987" y="1792317"/>
                  </a:lnTo>
                  <a:lnTo>
                    <a:pt x="1039495" y="1795806"/>
                  </a:lnTo>
                  <a:lnTo>
                    <a:pt x="1035050" y="1799613"/>
                  </a:lnTo>
                  <a:lnTo>
                    <a:pt x="1031240" y="1802785"/>
                  </a:lnTo>
                  <a:lnTo>
                    <a:pt x="1026795" y="1806274"/>
                  </a:lnTo>
                  <a:lnTo>
                    <a:pt x="1022032" y="1808812"/>
                  </a:lnTo>
                  <a:lnTo>
                    <a:pt x="1017587" y="1811667"/>
                  </a:lnTo>
                  <a:lnTo>
                    <a:pt x="1012825" y="1813887"/>
                  </a:lnTo>
                  <a:lnTo>
                    <a:pt x="1008062" y="1816108"/>
                  </a:lnTo>
                  <a:lnTo>
                    <a:pt x="1002982" y="1817694"/>
                  </a:lnTo>
                  <a:lnTo>
                    <a:pt x="998220" y="1819280"/>
                  </a:lnTo>
                  <a:lnTo>
                    <a:pt x="993140" y="1820866"/>
                  </a:lnTo>
                  <a:lnTo>
                    <a:pt x="988060" y="1821818"/>
                  </a:lnTo>
                  <a:lnTo>
                    <a:pt x="983297" y="1822452"/>
                  </a:lnTo>
                  <a:lnTo>
                    <a:pt x="978217" y="1823404"/>
                  </a:lnTo>
                  <a:lnTo>
                    <a:pt x="973137" y="1823721"/>
                  </a:lnTo>
                  <a:lnTo>
                    <a:pt x="968057" y="1824038"/>
                  </a:lnTo>
                  <a:lnTo>
                    <a:pt x="962977" y="1823721"/>
                  </a:lnTo>
                  <a:lnTo>
                    <a:pt x="957897" y="1823404"/>
                  </a:lnTo>
                  <a:lnTo>
                    <a:pt x="952817" y="1822769"/>
                  </a:lnTo>
                  <a:lnTo>
                    <a:pt x="947737" y="1822135"/>
                  </a:lnTo>
                  <a:lnTo>
                    <a:pt x="942657" y="1821183"/>
                  </a:lnTo>
                  <a:lnTo>
                    <a:pt x="937894" y="1819597"/>
                  </a:lnTo>
                  <a:lnTo>
                    <a:pt x="932814" y="1818011"/>
                  </a:lnTo>
                  <a:lnTo>
                    <a:pt x="928052" y="1816425"/>
                  </a:lnTo>
                  <a:lnTo>
                    <a:pt x="923289" y="1814205"/>
                  </a:lnTo>
                  <a:lnTo>
                    <a:pt x="918527" y="1811984"/>
                  </a:lnTo>
                  <a:lnTo>
                    <a:pt x="914082" y="1809446"/>
                  </a:lnTo>
                  <a:lnTo>
                    <a:pt x="909319" y="1806591"/>
                  </a:lnTo>
                  <a:lnTo>
                    <a:pt x="904874" y="1803737"/>
                  </a:lnTo>
                  <a:lnTo>
                    <a:pt x="901064" y="1800247"/>
                  </a:lnTo>
                  <a:lnTo>
                    <a:pt x="896937" y="1796758"/>
                  </a:lnTo>
                  <a:lnTo>
                    <a:pt x="892809" y="1792951"/>
                  </a:lnTo>
                  <a:lnTo>
                    <a:pt x="888999" y="1789145"/>
                  </a:lnTo>
                  <a:lnTo>
                    <a:pt x="885507" y="1785021"/>
                  </a:lnTo>
                  <a:lnTo>
                    <a:pt x="882332" y="1780897"/>
                  </a:lnTo>
                  <a:lnTo>
                    <a:pt x="879157" y="1776773"/>
                  </a:lnTo>
                  <a:lnTo>
                    <a:pt x="876617" y="1772015"/>
                  </a:lnTo>
                  <a:lnTo>
                    <a:pt x="874077" y="1767574"/>
                  </a:lnTo>
                  <a:lnTo>
                    <a:pt x="871854" y="1762816"/>
                  </a:lnTo>
                  <a:lnTo>
                    <a:pt x="869632" y="1758058"/>
                  </a:lnTo>
                  <a:lnTo>
                    <a:pt x="867727" y="1753300"/>
                  </a:lnTo>
                  <a:lnTo>
                    <a:pt x="866457" y="1748224"/>
                  </a:lnTo>
                  <a:lnTo>
                    <a:pt x="864869" y="1743466"/>
                  </a:lnTo>
                  <a:lnTo>
                    <a:pt x="863917" y="1738391"/>
                  </a:lnTo>
                  <a:lnTo>
                    <a:pt x="862964" y="1733315"/>
                  </a:lnTo>
                  <a:lnTo>
                    <a:pt x="862329" y="1728240"/>
                  </a:lnTo>
                  <a:lnTo>
                    <a:pt x="862012" y="1723164"/>
                  </a:lnTo>
                  <a:lnTo>
                    <a:pt x="862012" y="1718089"/>
                  </a:lnTo>
                  <a:lnTo>
                    <a:pt x="862329" y="1713014"/>
                  </a:lnTo>
                  <a:lnTo>
                    <a:pt x="862647" y="1707938"/>
                  </a:lnTo>
                  <a:lnTo>
                    <a:pt x="862964" y="1702863"/>
                  </a:lnTo>
                  <a:lnTo>
                    <a:pt x="864234" y="1697787"/>
                  </a:lnTo>
                  <a:lnTo>
                    <a:pt x="865187" y="1693029"/>
                  </a:lnTo>
                  <a:lnTo>
                    <a:pt x="866774" y="1687954"/>
                  </a:lnTo>
                  <a:lnTo>
                    <a:pt x="868044" y="1683196"/>
                  </a:lnTo>
                  <a:lnTo>
                    <a:pt x="869949" y="1678120"/>
                  </a:lnTo>
                  <a:lnTo>
                    <a:pt x="872172" y="1673362"/>
                  </a:lnTo>
                  <a:lnTo>
                    <a:pt x="874394" y="1668604"/>
                  </a:lnTo>
                  <a:lnTo>
                    <a:pt x="876934" y="1664163"/>
                  </a:lnTo>
                  <a:lnTo>
                    <a:pt x="879792" y="1659404"/>
                  </a:lnTo>
                  <a:lnTo>
                    <a:pt x="882967" y="1654964"/>
                  </a:lnTo>
                  <a:lnTo>
                    <a:pt x="886459" y="1651157"/>
                  </a:lnTo>
                  <a:lnTo>
                    <a:pt x="889634" y="1646716"/>
                  </a:lnTo>
                  <a:lnTo>
                    <a:pt x="893762" y="1642592"/>
                  </a:lnTo>
                  <a:lnTo>
                    <a:pt x="1031557" y="1504921"/>
                  </a:lnTo>
                  <a:lnTo>
                    <a:pt x="1035367" y="1501115"/>
                  </a:lnTo>
                  <a:lnTo>
                    <a:pt x="1039812" y="1497626"/>
                  </a:lnTo>
                  <a:lnTo>
                    <a:pt x="1043940" y="1494453"/>
                  </a:lnTo>
                  <a:lnTo>
                    <a:pt x="1048067" y="1491281"/>
                  </a:lnTo>
                  <a:lnTo>
                    <a:pt x="1052830" y="1488744"/>
                  </a:lnTo>
                  <a:lnTo>
                    <a:pt x="1057275" y="1485889"/>
                  </a:lnTo>
                  <a:lnTo>
                    <a:pt x="1062037" y="1483668"/>
                  </a:lnTo>
                  <a:lnTo>
                    <a:pt x="1066800" y="1481448"/>
                  </a:lnTo>
                  <a:lnTo>
                    <a:pt x="1071880" y="1479544"/>
                  </a:lnTo>
                  <a:lnTo>
                    <a:pt x="1076642" y="1477958"/>
                  </a:lnTo>
                  <a:lnTo>
                    <a:pt x="1081722" y="1476689"/>
                  </a:lnTo>
                  <a:lnTo>
                    <a:pt x="1086485" y="1475421"/>
                  </a:lnTo>
                  <a:lnTo>
                    <a:pt x="1091565" y="1474786"/>
                  </a:lnTo>
                  <a:lnTo>
                    <a:pt x="1096645" y="1474152"/>
                  </a:lnTo>
                  <a:lnTo>
                    <a:pt x="1101725" y="1473835"/>
                  </a:lnTo>
                  <a:lnTo>
                    <a:pt x="1106805" y="1473200"/>
                  </a:lnTo>
                  <a:close/>
                  <a:moveTo>
                    <a:pt x="935355" y="1301750"/>
                  </a:moveTo>
                  <a:lnTo>
                    <a:pt x="940752" y="1302068"/>
                  </a:lnTo>
                  <a:lnTo>
                    <a:pt x="945832" y="1302385"/>
                  </a:lnTo>
                  <a:lnTo>
                    <a:pt x="950912" y="1302703"/>
                  </a:lnTo>
                  <a:lnTo>
                    <a:pt x="955992" y="1303338"/>
                  </a:lnTo>
                  <a:lnTo>
                    <a:pt x="961072" y="1304608"/>
                  </a:lnTo>
                  <a:lnTo>
                    <a:pt x="965835" y="1305878"/>
                  </a:lnTo>
                  <a:lnTo>
                    <a:pt x="970915" y="1307465"/>
                  </a:lnTo>
                  <a:lnTo>
                    <a:pt x="975677" y="1309370"/>
                  </a:lnTo>
                  <a:lnTo>
                    <a:pt x="980440" y="1311593"/>
                  </a:lnTo>
                  <a:lnTo>
                    <a:pt x="985202" y="1313815"/>
                  </a:lnTo>
                  <a:lnTo>
                    <a:pt x="989647" y="1316355"/>
                  </a:lnTo>
                  <a:lnTo>
                    <a:pt x="994092" y="1318895"/>
                  </a:lnTo>
                  <a:lnTo>
                    <a:pt x="998537" y="1322070"/>
                  </a:lnTo>
                  <a:lnTo>
                    <a:pt x="1002665" y="1325245"/>
                  </a:lnTo>
                  <a:lnTo>
                    <a:pt x="1006792" y="1328738"/>
                  </a:lnTo>
                  <a:lnTo>
                    <a:pt x="1010602" y="1332230"/>
                  </a:lnTo>
                  <a:lnTo>
                    <a:pt x="1014730" y="1336358"/>
                  </a:lnTo>
                  <a:lnTo>
                    <a:pt x="1017905" y="1340803"/>
                  </a:lnTo>
                  <a:lnTo>
                    <a:pt x="1021080" y="1344613"/>
                  </a:lnTo>
                  <a:lnTo>
                    <a:pt x="1024572" y="1349058"/>
                  </a:lnTo>
                  <a:lnTo>
                    <a:pt x="1027112" y="1353503"/>
                  </a:lnTo>
                  <a:lnTo>
                    <a:pt x="1029652" y="1358265"/>
                  </a:lnTo>
                  <a:lnTo>
                    <a:pt x="1031875" y="1363028"/>
                  </a:lnTo>
                  <a:lnTo>
                    <a:pt x="1033780" y="1367473"/>
                  </a:lnTo>
                  <a:lnTo>
                    <a:pt x="1035685" y="1372235"/>
                  </a:lnTo>
                  <a:lnTo>
                    <a:pt x="1037272" y="1376998"/>
                  </a:lnTo>
                  <a:lnTo>
                    <a:pt x="1038542" y="1382078"/>
                  </a:lnTo>
                  <a:lnTo>
                    <a:pt x="1039812" y="1387158"/>
                  </a:lnTo>
                  <a:lnTo>
                    <a:pt x="1040447" y="1392555"/>
                  </a:lnTo>
                  <a:lnTo>
                    <a:pt x="1041082" y="1397635"/>
                  </a:lnTo>
                  <a:lnTo>
                    <a:pt x="1041400" y="1402715"/>
                  </a:lnTo>
                  <a:lnTo>
                    <a:pt x="1041400" y="1407795"/>
                  </a:lnTo>
                  <a:lnTo>
                    <a:pt x="1041082" y="1412875"/>
                  </a:lnTo>
                  <a:lnTo>
                    <a:pt x="1040765" y="1417955"/>
                  </a:lnTo>
                  <a:lnTo>
                    <a:pt x="1040447" y="1422718"/>
                  </a:lnTo>
                  <a:lnTo>
                    <a:pt x="1039495" y="1427798"/>
                  </a:lnTo>
                  <a:lnTo>
                    <a:pt x="1038225" y="1432878"/>
                  </a:lnTo>
                  <a:lnTo>
                    <a:pt x="1036955" y="1437958"/>
                  </a:lnTo>
                  <a:lnTo>
                    <a:pt x="1035367" y="1442720"/>
                  </a:lnTo>
                  <a:lnTo>
                    <a:pt x="1033462" y="1447483"/>
                  </a:lnTo>
                  <a:lnTo>
                    <a:pt x="1031240" y="1452563"/>
                  </a:lnTo>
                  <a:lnTo>
                    <a:pt x="1029017" y="1457008"/>
                  </a:lnTo>
                  <a:lnTo>
                    <a:pt x="1026477" y="1461770"/>
                  </a:lnTo>
                  <a:lnTo>
                    <a:pt x="1023620" y="1465898"/>
                  </a:lnTo>
                  <a:lnTo>
                    <a:pt x="1020445" y="1470343"/>
                  </a:lnTo>
                  <a:lnTo>
                    <a:pt x="1017270" y="1474788"/>
                  </a:lnTo>
                  <a:lnTo>
                    <a:pt x="1013460" y="1478915"/>
                  </a:lnTo>
                  <a:lnTo>
                    <a:pt x="1009967" y="1482725"/>
                  </a:lnTo>
                  <a:lnTo>
                    <a:pt x="871855" y="1620838"/>
                  </a:lnTo>
                  <a:lnTo>
                    <a:pt x="867727" y="1624966"/>
                  </a:lnTo>
                  <a:lnTo>
                    <a:pt x="863600" y="1628458"/>
                  </a:lnTo>
                  <a:lnTo>
                    <a:pt x="859472" y="1631951"/>
                  </a:lnTo>
                  <a:lnTo>
                    <a:pt x="855027" y="1634808"/>
                  </a:lnTo>
                  <a:lnTo>
                    <a:pt x="850582" y="1637666"/>
                  </a:lnTo>
                  <a:lnTo>
                    <a:pt x="845820" y="1640206"/>
                  </a:lnTo>
                  <a:lnTo>
                    <a:pt x="841057" y="1642428"/>
                  </a:lnTo>
                  <a:lnTo>
                    <a:pt x="836295" y="1644651"/>
                  </a:lnTo>
                  <a:lnTo>
                    <a:pt x="831532" y="1646556"/>
                  </a:lnTo>
                  <a:lnTo>
                    <a:pt x="826770" y="1648143"/>
                  </a:lnTo>
                  <a:lnTo>
                    <a:pt x="821690" y="1649413"/>
                  </a:lnTo>
                  <a:lnTo>
                    <a:pt x="816610" y="1650366"/>
                  </a:lnTo>
                  <a:lnTo>
                    <a:pt x="811530" y="1651636"/>
                  </a:lnTo>
                  <a:lnTo>
                    <a:pt x="806450" y="1652271"/>
                  </a:lnTo>
                  <a:lnTo>
                    <a:pt x="801370" y="1652588"/>
                  </a:lnTo>
                  <a:lnTo>
                    <a:pt x="796290" y="1652588"/>
                  </a:lnTo>
                  <a:lnTo>
                    <a:pt x="791210" y="1652588"/>
                  </a:lnTo>
                  <a:lnTo>
                    <a:pt x="786130" y="1652271"/>
                  </a:lnTo>
                  <a:lnTo>
                    <a:pt x="781050" y="1651636"/>
                  </a:lnTo>
                  <a:lnTo>
                    <a:pt x="776287" y="1650683"/>
                  </a:lnTo>
                  <a:lnTo>
                    <a:pt x="771207" y="1649731"/>
                  </a:lnTo>
                  <a:lnTo>
                    <a:pt x="766127" y="1648143"/>
                  </a:lnTo>
                  <a:lnTo>
                    <a:pt x="761364" y="1646873"/>
                  </a:lnTo>
                  <a:lnTo>
                    <a:pt x="756602" y="1644968"/>
                  </a:lnTo>
                  <a:lnTo>
                    <a:pt x="751839" y="1643063"/>
                  </a:lnTo>
                  <a:lnTo>
                    <a:pt x="747077" y="1640523"/>
                  </a:lnTo>
                  <a:lnTo>
                    <a:pt x="742314" y="1637983"/>
                  </a:lnTo>
                  <a:lnTo>
                    <a:pt x="737869" y="1635443"/>
                  </a:lnTo>
                  <a:lnTo>
                    <a:pt x="733424" y="1632268"/>
                  </a:lnTo>
                  <a:lnTo>
                    <a:pt x="729614" y="1628776"/>
                  </a:lnTo>
                  <a:lnTo>
                    <a:pt x="725169" y="1625601"/>
                  </a:lnTo>
                  <a:lnTo>
                    <a:pt x="721677" y="1622108"/>
                  </a:lnTo>
                  <a:lnTo>
                    <a:pt x="717549" y="1617981"/>
                  </a:lnTo>
                  <a:lnTo>
                    <a:pt x="714374" y="1613536"/>
                  </a:lnTo>
                  <a:lnTo>
                    <a:pt x="710882" y="1609726"/>
                  </a:lnTo>
                  <a:lnTo>
                    <a:pt x="707707" y="1605281"/>
                  </a:lnTo>
                  <a:lnTo>
                    <a:pt x="705167" y="1600836"/>
                  </a:lnTo>
                  <a:lnTo>
                    <a:pt x="702627" y="1596073"/>
                  </a:lnTo>
                  <a:lnTo>
                    <a:pt x="700404" y="1591311"/>
                  </a:lnTo>
                  <a:lnTo>
                    <a:pt x="698182" y="1586548"/>
                  </a:lnTo>
                  <a:lnTo>
                    <a:pt x="696277" y="1581786"/>
                  </a:lnTo>
                  <a:lnTo>
                    <a:pt x="695007" y="1576706"/>
                  </a:lnTo>
                  <a:lnTo>
                    <a:pt x="693419" y="1571943"/>
                  </a:lnTo>
                  <a:lnTo>
                    <a:pt x="692467" y="1566863"/>
                  </a:lnTo>
                  <a:lnTo>
                    <a:pt x="691514" y="1561783"/>
                  </a:lnTo>
                  <a:lnTo>
                    <a:pt x="690879" y="1556703"/>
                  </a:lnTo>
                  <a:lnTo>
                    <a:pt x="690562" y="1551623"/>
                  </a:lnTo>
                  <a:lnTo>
                    <a:pt x="690562" y="1546543"/>
                  </a:lnTo>
                  <a:lnTo>
                    <a:pt x="690879" y="1541463"/>
                  </a:lnTo>
                  <a:lnTo>
                    <a:pt x="691197" y="1536383"/>
                  </a:lnTo>
                  <a:lnTo>
                    <a:pt x="691514" y="1531303"/>
                  </a:lnTo>
                  <a:lnTo>
                    <a:pt x="692784" y="1526540"/>
                  </a:lnTo>
                  <a:lnTo>
                    <a:pt x="693737" y="1521460"/>
                  </a:lnTo>
                  <a:lnTo>
                    <a:pt x="695324" y="1516380"/>
                  </a:lnTo>
                  <a:lnTo>
                    <a:pt x="696912" y="1511618"/>
                  </a:lnTo>
                  <a:lnTo>
                    <a:pt x="698499" y="1506538"/>
                  </a:lnTo>
                  <a:lnTo>
                    <a:pt x="700722" y="1501775"/>
                  </a:lnTo>
                  <a:lnTo>
                    <a:pt x="702944" y="1497013"/>
                  </a:lnTo>
                  <a:lnTo>
                    <a:pt x="705802" y="1492568"/>
                  </a:lnTo>
                  <a:lnTo>
                    <a:pt x="708342" y="1487805"/>
                  </a:lnTo>
                  <a:lnTo>
                    <a:pt x="711834" y="1483360"/>
                  </a:lnTo>
                  <a:lnTo>
                    <a:pt x="715009" y="1479550"/>
                  </a:lnTo>
                  <a:lnTo>
                    <a:pt x="718502" y="1475105"/>
                  </a:lnTo>
                  <a:lnTo>
                    <a:pt x="722312" y="1470978"/>
                  </a:lnTo>
                  <a:lnTo>
                    <a:pt x="860107" y="1333500"/>
                  </a:lnTo>
                  <a:lnTo>
                    <a:pt x="863917" y="1329690"/>
                  </a:lnTo>
                  <a:lnTo>
                    <a:pt x="868362" y="1326198"/>
                  </a:lnTo>
                  <a:lnTo>
                    <a:pt x="872490" y="1322705"/>
                  </a:lnTo>
                  <a:lnTo>
                    <a:pt x="876935" y="1319530"/>
                  </a:lnTo>
                  <a:lnTo>
                    <a:pt x="881697" y="1316990"/>
                  </a:lnTo>
                  <a:lnTo>
                    <a:pt x="885825" y="1314450"/>
                  </a:lnTo>
                  <a:lnTo>
                    <a:pt x="890587" y="1311910"/>
                  </a:lnTo>
                  <a:lnTo>
                    <a:pt x="895350" y="1309688"/>
                  </a:lnTo>
                  <a:lnTo>
                    <a:pt x="900430" y="1307783"/>
                  </a:lnTo>
                  <a:lnTo>
                    <a:pt x="905192" y="1306513"/>
                  </a:lnTo>
                  <a:lnTo>
                    <a:pt x="910272" y="1304925"/>
                  </a:lnTo>
                  <a:lnTo>
                    <a:pt x="915352" y="1303973"/>
                  </a:lnTo>
                  <a:lnTo>
                    <a:pt x="920115" y="1303020"/>
                  </a:lnTo>
                  <a:lnTo>
                    <a:pt x="925195" y="1302385"/>
                  </a:lnTo>
                  <a:lnTo>
                    <a:pt x="930275" y="1302068"/>
                  </a:lnTo>
                  <a:lnTo>
                    <a:pt x="935355" y="1301750"/>
                  </a:lnTo>
                  <a:close/>
                  <a:moveTo>
                    <a:pt x="1574640" y="1138237"/>
                  </a:moveTo>
                  <a:lnTo>
                    <a:pt x="1577813" y="1138872"/>
                  </a:lnTo>
                  <a:lnTo>
                    <a:pt x="1580670" y="1139189"/>
                  </a:lnTo>
                  <a:lnTo>
                    <a:pt x="1584161" y="1139824"/>
                  </a:lnTo>
                  <a:lnTo>
                    <a:pt x="1590190" y="1141728"/>
                  </a:lnTo>
                  <a:lnTo>
                    <a:pt x="1596538" y="1144267"/>
                  </a:lnTo>
                  <a:lnTo>
                    <a:pt x="1602567" y="1147758"/>
                  </a:lnTo>
                  <a:lnTo>
                    <a:pt x="1609232" y="1151884"/>
                  </a:lnTo>
                  <a:lnTo>
                    <a:pt x="1615896" y="1156644"/>
                  </a:lnTo>
                  <a:lnTo>
                    <a:pt x="1622244" y="1161722"/>
                  </a:lnTo>
                  <a:lnTo>
                    <a:pt x="1628908" y="1166799"/>
                  </a:lnTo>
                  <a:lnTo>
                    <a:pt x="1642237" y="1178542"/>
                  </a:lnTo>
                  <a:lnTo>
                    <a:pt x="1683177" y="1213451"/>
                  </a:lnTo>
                  <a:lnTo>
                    <a:pt x="1703805" y="1231223"/>
                  </a:lnTo>
                  <a:lnTo>
                    <a:pt x="1719990" y="1243918"/>
                  </a:lnTo>
                  <a:lnTo>
                    <a:pt x="1725068" y="1244870"/>
                  </a:lnTo>
                  <a:lnTo>
                    <a:pt x="1730781" y="1245505"/>
                  </a:lnTo>
                  <a:lnTo>
                    <a:pt x="1736810" y="1245505"/>
                  </a:lnTo>
                  <a:lnTo>
                    <a:pt x="1743158" y="1245505"/>
                  </a:lnTo>
                  <a:lnTo>
                    <a:pt x="1749822" y="1245187"/>
                  </a:lnTo>
                  <a:lnTo>
                    <a:pt x="1757121" y="1243918"/>
                  </a:lnTo>
                  <a:lnTo>
                    <a:pt x="1764421" y="1242648"/>
                  </a:lnTo>
                  <a:lnTo>
                    <a:pt x="1772037" y="1240427"/>
                  </a:lnTo>
                  <a:lnTo>
                    <a:pt x="1779971" y="1237888"/>
                  </a:lnTo>
                  <a:lnTo>
                    <a:pt x="1788540" y="1234080"/>
                  </a:lnTo>
                  <a:lnTo>
                    <a:pt x="1797109" y="1230271"/>
                  </a:lnTo>
                  <a:lnTo>
                    <a:pt x="1805995" y="1225194"/>
                  </a:lnTo>
                  <a:lnTo>
                    <a:pt x="1814563" y="1219164"/>
                  </a:lnTo>
                  <a:lnTo>
                    <a:pt x="1824084" y="1212182"/>
                  </a:lnTo>
                  <a:lnTo>
                    <a:pt x="1833287" y="1204248"/>
                  </a:lnTo>
                  <a:lnTo>
                    <a:pt x="1842808" y="1195362"/>
                  </a:lnTo>
                  <a:lnTo>
                    <a:pt x="1846616" y="1191871"/>
                  </a:lnTo>
                  <a:lnTo>
                    <a:pt x="1850742" y="1189015"/>
                  </a:lnTo>
                  <a:lnTo>
                    <a:pt x="1854868" y="1186476"/>
                  </a:lnTo>
                  <a:lnTo>
                    <a:pt x="1859628" y="1184254"/>
                  </a:lnTo>
                  <a:lnTo>
                    <a:pt x="1863754" y="1182985"/>
                  </a:lnTo>
                  <a:lnTo>
                    <a:pt x="1868514" y="1181398"/>
                  </a:lnTo>
                  <a:lnTo>
                    <a:pt x="1873275" y="1180763"/>
                  </a:lnTo>
                  <a:lnTo>
                    <a:pt x="1878035" y="1180763"/>
                  </a:lnTo>
                  <a:lnTo>
                    <a:pt x="1883113" y="1180763"/>
                  </a:lnTo>
                  <a:lnTo>
                    <a:pt x="1887873" y="1181398"/>
                  </a:lnTo>
                  <a:lnTo>
                    <a:pt x="1892633" y="1182985"/>
                  </a:lnTo>
                  <a:lnTo>
                    <a:pt x="1897076" y="1184254"/>
                  </a:lnTo>
                  <a:lnTo>
                    <a:pt x="1901837" y="1186476"/>
                  </a:lnTo>
                  <a:lnTo>
                    <a:pt x="1906280" y="1189015"/>
                  </a:lnTo>
                  <a:lnTo>
                    <a:pt x="1910088" y="1191871"/>
                  </a:lnTo>
                  <a:lnTo>
                    <a:pt x="1913896" y="1195679"/>
                  </a:lnTo>
                  <a:lnTo>
                    <a:pt x="1917387" y="1199170"/>
                  </a:lnTo>
                  <a:lnTo>
                    <a:pt x="1920244" y="1203296"/>
                  </a:lnTo>
                  <a:lnTo>
                    <a:pt x="1922782" y="1207739"/>
                  </a:lnTo>
                  <a:lnTo>
                    <a:pt x="1925004" y="1211865"/>
                  </a:lnTo>
                  <a:lnTo>
                    <a:pt x="1926591" y="1216625"/>
                  </a:lnTo>
                  <a:lnTo>
                    <a:pt x="1927543" y="1221385"/>
                  </a:lnTo>
                  <a:lnTo>
                    <a:pt x="1928495" y="1226146"/>
                  </a:lnTo>
                  <a:lnTo>
                    <a:pt x="1928812" y="1230906"/>
                  </a:lnTo>
                  <a:lnTo>
                    <a:pt x="1928495" y="1235984"/>
                  </a:lnTo>
                  <a:lnTo>
                    <a:pt x="1927543" y="1240744"/>
                  </a:lnTo>
                  <a:lnTo>
                    <a:pt x="1926591" y="1245505"/>
                  </a:lnTo>
                  <a:lnTo>
                    <a:pt x="1925004" y="1249948"/>
                  </a:lnTo>
                  <a:lnTo>
                    <a:pt x="1922782" y="1254708"/>
                  </a:lnTo>
                  <a:lnTo>
                    <a:pt x="1920244" y="1258834"/>
                  </a:lnTo>
                  <a:lnTo>
                    <a:pt x="1917387" y="1262959"/>
                  </a:lnTo>
                  <a:lnTo>
                    <a:pt x="1913896" y="1266768"/>
                  </a:lnTo>
                  <a:lnTo>
                    <a:pt x="1904693" y="1275336"/>
                  </a:lnTo>
                  <a:lnTo>
                    <a:pt x="1895490" y="1283588"/>
                  </a:lnTo>
                  <a:lnTo>
                    <a:pt x="1886604" y="1291522"/>
                  </a:lnTo>
                  <a:lnTo>
                    <a:pt x="1877400" y="1298186"/>
                  </a:lnTo>
                  <a:lnTo>
                    <a:pt x="1868514" y="1304534"/>
                  </a:lnTo>
                  <a:lnTo>
                    <a:pt x="1859628" y="1310246"/>
                  </a:lnTo>
                  <a:lnTo>
                    <a:pt x="1850425" y="1315641"/>
                  </a:lnTo>
                  <a:lnTo>
                    <a:pt x="1841539" y="1320401"/>
                  </a:lnTo>
                  <a:lnTo>
                    <a:pt x="1832970" y="1324845"/>
                  </a:lnTo>
                  <a:lnTo>
                    <a:pt x="1824401" y="1328653"/>
                  </a:lnTo>
                  <a:lnTo>
                    <a:pt x="1815833" y="1332144"/>
                  </a:lnTo>
                  <a:lnTo>
                    <a:pt x="1807264" y="1335000"/>
                  </a:lnTo>
                  <a:lnTo>
                    <a:pt x="1799013" y="1337539"/>
                  </a:lnTo>
                  <a:lnTo>
                    <a:pt x="1791079" y="1339760"/>
                  </a:lnTo>
                  <a:lnTo>
                    <a:pt x="1783145" y="1341665"/>
                  </a:lnTo>
                  <a:lnTo>
                    <a:pt x="1775211" y="1343251"/>
                  </a:lnTo>
                  <a:lnTo>
                    <a:pt x="1777750" y="1352137"/>
                  </a:lnTo>
                  <a:lnTo>
                    <a:pt x="1779654" y="1361341"/>
                  </a:lnTo>
                  <a:lnTo>
                    <a:pt x="1781241" y="1370227"/>
                  </a:lnTo>
                  <a:lnTo>
                    <a:pt x="1781875" y="1378796"/>
                  </a:lnTo>
                  <a:lnTo>
                    <a:pt x="1781875" y="1387682"/>
                  </a:lnTo>
                  <a:lnTo>
                    <a:pt x="1781558" y="1396250"/>
                  </a:lnTo>
                  <a:lnTo>
                    <a:pt x="1780606" y="1404819"/>
                  </a:lnTo>
                  <a:lnTo>
                    <a:pt x="1779019" y="1413070"/>
                  </a:lnTo>
                  <a:lnTo>
                    <a:pt x="1776798" y="1421322"/>
                  </a:lnTo>
                  <a:lnTo>
                    <a:pt x="1773941" y="1429573"/>
                  </a:lnTo>
                  <a:lnTo>
                    <a:pt x="1770133" y="1437507"/>
                  </a:lnTo>
                  <a:lnTo>
                    <a:pt x="1766325" y="1445124"/>
                  </a:lnTo>
                  <a:lnTo>
                    <a:pt x="1761882" y="1452740"/>
                  </a:lnTo>
                  <a:lnTo>
                    <a:pt x="1756487" y="1460040"/>
                  </a:lnTo>
                  <a:lnTo>
                    <a:pt x="1750457" y="1467022"/>
                  </a:lnTo>
                  <a:lnTo>
                    <a:pt x="1744427" y="1474003"/>
                  </a:lnTo>
                  <a:lnTo>
                    <a:pt x="1738715" y="1479399"/>
                  </a:lnTo>
                  <a:lnTo>
                    <a:pt x="1732685" y="1484476"/>
                  </a:lnTo>
                  <a:lnTo>
                    <a:pt x="1726972" y="1489237"/>
                  </a:lnTo>
                  <a:lnTo>
                    <a:pt x="1720625" y="1493680"/>
                  </a:lnTo>
                  <a:lnTo>
                    <a:pt x="1714595" y="1497488"/>
                  </a:lnTo>
                  <a:lnTo>
                    <a:pt x="1708248" y="1501614"/>
                  </a:lnTo>
                  <a:lnTo>
                    <a:pt x="1701901" y="1504787"/>
                  </a:lnTo>
                  <a:lnTo>
                    <a:pt x="1695237" y="1507644"/>
                  </a:lnTo>
                  <a:lnTo>
                    <a:pt x="1688572" y="1510182"/>
                  </a:lnTo>
                  <a:lnTo>
                    <a:pt x="1682225" y="1512404"/>
                  </a:lnTo>
                  <a:lnTo>
                    <a:pt x="1675243" y="1514625"/>
                  </a:lnTo>
                  <a:lnTo>
                    <a:pt x="1668261" y="1516212"/>
                  </a:lnTo>
                  <a:lnTo>
                    <a:pt x="1661279" y="1517164"/>
                  </a:lnTo>
                  <a:lnTo>
                    <a:pt x="1654297" y="1518116"/>
                  </a:lnTo>
                  <a:lnTo>
                    <a:pt x="1647632" y="1518434"/>
                  </a:lnTo>
                  <a:lnTo>
                    <a:pt x="1640333" y="1518434"/>
                  </a:lnTo>
                  <a:lnTo>
                    <a:pt x="1638429" y="1528272"/>
                  </a:lnTo>
                  <a:lnTo>
                    <a:pt x="1635890" y="1538110"/>
                  </a:lnTo>
                  <a:lnTo>
                    <a:pt x="1632399" y="1548266"/>
                  </a:lnTo>
                  <a:lnTo>
                    <a:pt x="1628591" y="1558421"/>
                  </a:lnTo>
                  <a:lnTo>
                    <a:pt x="1623830" y="1568577"/>
                  </a:lnTo>
                  <a:lnTo>
                    <a:pt x="1618435" y="1579050"/>
                  </a:lnTo>
                  <a:lnTo>
                    <a:pt x="1611771" y="1589840"/>
                  </a:lnTo>
                  <a:lnTo>
                    <a:pt x="1604472" y="1600313"/>
                  </a:lnTo>
                  <a:lnTo>
                    <a:pt x="1598442" y="1608564"/>
                  </a:lnTo>
                  <a:lnTo>
                    <a:pt x="1592095" y="1616181"/>
                  </a:lnTo>
                  <a:lnTo>
                    <a:pt x="1585430" y="1623163"/>
                  </a:lnTo>
                  <a:lnTo>
                    <a:pt x="1579400" y="1629827"/>
                  </a:lnTo>
                  <a:lnTo>
                    <a:pt x="1572736" y="1635857"/>
                  </a:lnTo>
                  <a:lnTo>
                    <a:pt x="1566706" y="1641569"/>
                  </a:lnTo>
                  <a:lnTo>
                    <a:pt x="1560041" y="1646647"/>
                  </a:lnTo>
                  <a:lnTo>
                    <a:pt x="1553377" y="1650773"/>
                  </a:lnTo>
                  <a:lnTo>
                    <a:pt x="1547347" y="1655216"/>
                  </a:lnTo>
                  <a:lnTo>
                    <a:pt x="1540683" y="1659024"/>
                  </a:lnTo>
                  <a:lnTo>
                    <a:pt x="1534653" y="1662198"/>
                  </a:lnTo>
                  <a:lnTo>
                    <a:pt x="1527988" y="1665054"/>
                  </a:lnTo>
                  <a:lnTo>
                    <a:pt x="1521641" y="1667593"/>
                  </a:lnTo>
                  <a:lnTo>
                    <a:pt x="1515611" y="1669814"/>
                  </a:lnTo>
                  <a:lnTo>
                    <a:pt x="1509264" y="1671719"/>
                  </a:lnTo>
                  <a:lnTo>
                    <a:pt x="1503552" y="1673305"/>
                  </a:lnTo>
                  <a:lnTo>
                    <a:pt x="1504821" y="1682191"/>
                  </a:lnTo>
                  <a:lnTo>
                    <a:pt x="1505456" y="1691077"/>
                  </a:lnTo>
                  <a:lnTo>
                    <a:pt x="1505773" y="1699329"/>
                  </a:lnTo>
                  <a:lnTo>
                    <a:pt x="1505456" y="1708215"/>
                  </a:lnTo>
                  <a:lnTo>
                    <a:pt x="1504821" y="1716466"/>
                  </a:lnTo>
                  <a:lnTo>
                    <a:pt x="1503234" y="1725352"/>
                  </a:lnTo>
                  <a:lnTo>
                    <a:pt x="1501330" y="1733286"/>
                  </a:lnTo>
                  <a:lnTo>
                    <a:pt x="1499109" y="1741538"/>
                  </a:lnTo>
                  <a:lnTo>
                    <a:pt x="1496252" y="1749789"/>
                  </a:lnTo>
                  <a:lnTo>
                    <a:pt x="1492762" y="1757723"/>
                  </a:lnTo>
                  <a:lnTo>
                    <a:pt x="1488953" y="1765340"/>
                  </a:lnTo>
                  <a:lnTo>
                    <a:pt x="1484193" y="1772956"/>
                  </a:lnTo>
                  <a:lnTo>
                    <a:pt x="1479432" y="1780255"/>
                  </a:lnTo>
                  <a:lnTo>
                    <a:pt x="1474037" y="1787555"/>
                  </a:lnTo>
                  <a:lnTo>
                    <a:pt x="1468325" y="1794537"/>
                  </a:lnTo>
                  <a:lnTo>
                    <a:pt x="1461660" y="1801519"/>
                  </a:lnTo>
                  <a:lnTo>
                    <a:pt x="1454044" y="1808818"/>
                  </a:lnTo>
                  <a:lnTo>
                    <a:pt x="1446427" y="1815165"/>
                  </a:lnTo>
                  <a:lnTo>
                    <a:pt x="1438811" y="1821195"/>
                  </a:lnTo>
                  <a:lnTo>
                    <a:pt x="1430877" y="1826590"/>
                  </a:lnTo>
                  <a:lnTo>
                    <a:pt x="1422625" y="1831350"/>
                  </a:lnTo>
                  <a:lnTo>
                    <a:pt x="1414691" y="1835476"/>
                  </a:lnTo>
                  <a:lnTo>
                    <a:pt x="1406757" y="1839602"/>
                  </a:lnTo>
                  <a:lnTo>
                    <a:pt x="1398189" y="1842775"/>
                  </a:lnTo>
                  <a:lnTo>
                    <a:pt x="1390255" y="1845949"/>
                  </a:lnTo>
                  <a:lnTo>
                    <a:pt x="1382321" y="1847853"/>
                  </a:lnTo>
                  <a:lnTo>
                    <a:pt x="1373752" y="1850075"/>
                  </a:lnTo>
                  <a:lnTo>
                    <a:pt x="1365818" y="1851661"/>
                  </a:lnTo>
                  <a:lnTo>
                    <a:pt x="1357884" y="1852613"/>
                  </a:lnTo>
                  <a:lnTo>
                    <a:pt x="1349950" y="1853565"/>
                  </a:lnTo>
                  <a:lnTo>
                    <a:pt x="1342334" y="1854200"/>
                  </a:lnTo>
                  <a:lnTo>
                    <a:pt x="1334082" y="1854200"/>
                  </a:lnTo>
                  <a:lnTo>
                    <a:pt x="1327735" y="1854200"/>
                  </a:lnTo>
                  <a:lnTo>
                    <a:pt x="1321071" y="1853883"/>
                  </a:lnTo>
                  <a:lnTo>
                    <a:pt x="1308376" y="1852296"/>
                  </a:lnTo>
                  <a:lnTo>
                    <a:pt x="1295999" y="1850709"/>
                  </a:lnTo>
                  <a:lnTo>
                    <a:pt x="1284257" y="1847853"/>
                  </a:lnTo>
                  <a:lnTo>
                    <a:pt x="1272832" y="1844997"/>
                  </a:lnTo>
                  <a:lnTo>
                    <a:pt x="1262677" y="1841506"/>
                  </a:lnTo>
                  <a:lnTo>
                    <a:pt x="1253791" y="1837698"/>
                  </a:lnTo>
                  <a:lnTo>
                    <a:pt x="1245222" y="1833889"/>
                  </a:lnTo>
                  <a:lnTo>
                    <a:pt x="1240462" y="1831350"/>
                  </a:lnTo>
                  <a:lnTo>
                    <a:pt x="1236653" y="1828177"/>
                  </a:lnTo>
                  <a:lnTo>
                    <a:pt x="1232845" y="1825003"/>
                  </a:lnTo>
                  <a:lnTo>
                    <a:pt x="1229671" y="1821512"/>
                  </a:lnTo>
                  <a:lnTo>
                    <a:pt x="1226815" y="1817387"/>
                  </a:lnTo>
                  <a:lnTo>
                    <a:pt x="1224276" y="1813261"/>
                  </a:lnTo>
                  <a:lnTo>
                    <a:pt x="1222055" y="1809135"/>
                  </a:lnTo>
                  <a:lnTo>
                    <a:pt x="1220151" y="1804375"/>
                  </a:lnTo>
                  <a:lnTo>
                    <a:pt x="1219199" y="1799932"/>
                  </a:lnTo>
                  <a:lnTo>
                    <a:pt x="1217929" y="1794854"/>
                  </a:lnTo>
                  <a:lnTo>
                    <a:pt x="1217612" y="1790094"/>
                  </a:lnTo>
                  <a:lnTo>
                    <a:pt x="1217929" y="1785333"/>
                  </a:lnTo>
                  <a:lnTo>
                    <a:pt x="1218247" y="1780255"/>
                  </a:lnTo>
                  <a:lnTo>
                    <a:pt x="1219516" y="1775495"/>
                  </a:lnTo>
                  <a:lnTo>
                    <a:pt x="1221103" y="1770735"/>
                  </a:lnTo>
                  <a:lnTo>
                    <a:pt x="1223007" y="1765974"/>
                  </a:lnTo>
                  <a:lnTo>
                    <a:pt x="1225546" y="1761531"/>
                  </a:lnTo>
                  <a:lnTo>
                    <a:pt x="1228402" y="1757406"/>
                  </a:lnTo>
                  <a:lnTo>
                    <a:pt x="1231893" y="1753597"/>
                  </a:lnTo>
                  <a:lnTo>
                    <a:pt x="1235384" y="1750424"/>
                  </a:lnTo>
                  <a:lnTo>
                    <a:pt x="1239510" y="1747567"/>
                  </a:lnTo>
                  <a:lnTo>
                    <a:pt x="1243318" y="1745029"/>
                  </a:lnTo>
                  <a:lnTo>
                    <a:pt x="1247761" y="1742807"/>
                  </a:lnTo>
                  <a:lnTo>
                    <a:pt x="1252204" y="1740903"/>
                  </a:lnTo>
                  <a:lnTo>
                    <a:pt x="1256964" y="1739951"/>
                  </a:lnTo>
                  <a:lnTo>
                    <a:pt x="1261725" y="1738999"/>
                  </a:lnTo>
                  <a:lnTo>
                    <a:pt x="1266485" y="1738681"/>
                  </a:lnTo>
                  <a:lnTo>
                    <a:pt x="1271245" y="1738681"/>
                  </a:lnTo>
                  <a:lnTo>
                    <a:pt x="1276323" y="1738999"/>
                  </a:lnTo>
                  <a:lnTo>
                    <a:pt x="1281084" y="1740268"/>
                  </a:lnTo>
                  <a:lnTo>
                    <a:pt x="1285844" y="1741855"/>
                  </a:lnTo>
                  <a:lnTo>
                    <a:pt x="1290604" y="1743759"/>
                  </a:lnTo>
                  <a:lnTo>
                    <a:pt x="1294730" y="1745663"/>
                  </a:lnTo>
                  <a:lnTo>
                    <a:pt x="1302981" y="1748520"/>
                  </a:lnTo>
                  <a:lnTo>
                    <a:pt x="1308376" y="1750106"/>
                  </a:lnTo>
                  <a:lnTo>
                    <a:pt x="1314089" y="1751376"/>
                  </a:lnTo>
                  <a:lnTo>
                    <a:pt x="1320753" y="1752645"/>
                  </a:lnTo>
                  <a:lnTo>
                    <a:pt x="1327735" y="1753280"/>
                  </a:lnTo>
                  <a:lnTo>
                    <a:pt x="1335034" y="1753597"/>
                  </a:lnTo>
                  <a:lnTo>
                    <a:pt x="1342651" y="1753280"/>
                  </a:lnTo>
                  <a:lnTo>
                    <a:pt x="1350585" y="1751693"/>
                  </a:lnTo>
                  <a:lnTo>
                    <a:pt x="1354711" y="1751058"/>
                  </a:lnTo>
                  <a:lnTo>
                    <a:pt x="1358519" y="1749789"/>
                  </a:lnTo>
                  <a:lnTo>
                    <a:pt x="1362645" y="1748520"/>
                  </a:lnTo>
                  <a:lnTo>
                    <a:pt x="1366453" y="1746615"/>
                  </a:lnTo>
                  <a:lnTo>
                    <a:pt x="1370579" y="1745029"/>
                  </a:lnTo>
                  <a:lnTo>
                    <a:pt x="1374704" y="1742490"/>
                  </a:lnTo>
                  <a:lnTo>
                    <a:pt x="1378513" y="1739951"/>
                  </a:lnTo>
                  <a:lnTo>
                    <a:pt x="1382638" y="1736777"/>
                  </a:lnTo>
                  <a:lnTo>
                    <a:pt x="1386764" y="1733604"/>
                  </a:lnTo>
                  <a:lnTo>
                    <a:pt x="1390255" y="1730113"/>
                  </a:lnTo>
                  <a:lnTo>
                    <a:pt x="1394063" y="1726622"/>
                  </a:lnTo>
                  <a:lnTo>
                    <a:pt x="1395650" y="1724083"/>
                  </a:lnTo>
                  <a:lnTo>
                    <a:pt x="1397554" y="1721544"/>
                  </a:lnTo>
                  <a:lnTo>
                    <a:pt x="1399776" y="1718688"/>
                  </a:lnTo>
                  <a:lnTo>
                    <a:pt x="1401680" y="1715197"/>
                  </a:lnTo>
                  <a:lnTo>
                    <a:pt x="1402949" y="1711071"/>
                  </a:lnTo>
                  <a:lnTo>
                    <a:pt x="1404219" y="1706628"/>
                  </a:lnTo>
                  <a:lnTo>
                    <a:pt x="1404853" y="1701868"/>
                  </a:lnTo>
                  <a:lnTo>
                    <a:pt x="1404853" y="1696473"/>
                  </a:lnTo>
                  <a:lnTo>
                    <a:pt x="1404536" y="1691077"/>
                  </a:lnTo>
                  <a:lnTo>
                    <a:pt x="1403266" y="1684413"/>
                  </a:lnTo>
                  <a:lnTo>
                    <a:pt x="1401362" y="1677748"/>
                  </a:lnTo>
                  <a:lnTo>
                    <a:pt x="1398189" y="1670449"/>
                  </a:lnTo>
                  <a:lnTo>
                    <a:pt x="1394063" y="1662515"/>
                  </a:lnTo>
                  <a:lnTo>
                    <a:pt x="1388668" y="1654264"/>
                  </a:lnTo>
                  <a:lnTo>
                    <a:pt x="1374387" y="1639031"/>
                  </a:lnTo>
                  <a:lnTo>
                    <a:pt x="1350585" y="1614276"/>
                  </a:lnTo>
                  <a:lnTo>
                    <a:pt x="1301077" y="1562864"/>
                  </a:lnTo>
                  <a:lnTo>
                    <a:pt x="1286161" y="1547631"/>
                  </a:lnTo>
                  <a:lnTo>
                    <a:pt x="1275371" y="1536523"/>
                  </a:lnTo>
                  <a:lnTo>
                    <a:pt x="1276323" y="1535889"/>
                  </a:lnTo>
                  <a:lnTo>
                    <a:pt x="1272832" y="1531446"/>
                  </a:lnTo>
                  <a:lnTo>
                    <a:pt x="1269976" y="1527003"/>
                  </a:lnTo>
                  <a:lnTo>
                    <a:pt x="1267120" y="1522559"/>
                  </a:lnTo>
                  <a:lnTo>
                    <a:pt x="1264898" y="1518434"/>
                  </a:lnTo>
                  <a:lnTo>
                    <a:pt x="1262677" y="1513991"/>
                  </a:lnTo>
                  <a:lnTo>
                    <a:pt x="1261407" y="1509548"/>
                  </a:lnTo>
                  <a:lnTo>
                    <a:pt x="1259821" y="1505105"/>
                  </a:lnTo>
                  <a:lnTo>
                    <a:pt x="1259503" y="1500979"/>
                  </a:lnTo>
                  <a:lnTo>
                    <a:pt x="1259186" y="1496536"/>
                  </a:lnTo>
                  <a:lnTo>
                    <a:pt x="1259503" y="1491776"/>
                  </a:lnTo>
                  <a:lnTo>
                    <a:pt x="1260455" y="1487333"/>
                  </a:lnTo>
                  <a:lnTo>
                    <a:pt x="1262042" y="1482890"/>
                  </a:lnTo>
                  <a:lnTo>
                    <a:pt x="1264581" y="1478129"/>
                  </a:lnTo>
                  <a:lnTo>
                    <a:pt x="1267437" y="1474003"/>
                  </a:lnTo>
                  <a:lnTo>
                    <a:pt x="1271245" y="1469243"/>
                  </a:lnTo>
                  <a:lnTo>
                    <a:pt x="1275371" y="1464483"/>
                  </a:lnTo>
                  <a:lnTo>
                    <a:pt x="1280766" y="1460040"/>
                  </a:lnTo>
                  <a:lnTo>
                    <a:pt x="1285209" y="1456549"/>
                  </a:lnTo>
                  <a:lnTo>
                    <a:pt x="1289970" y="1454010"/>
                  </a:lnTo>
                  <a:lnTo>
                    <a:pt x="1294730" y="1451788"/>
                  </a:lnTo>
                  <a:lnTo>
                    <a:pt x="1299173" y="1450202"/>
                  </a:lnTo>
                  <a:lnTo>
                    <a:pt x="1303933" y="1449567"/>
                  </a:lnTo>
                  <a:lnTo>
                    <a:pt x="1308376" y="1449249"/>
                  </a:lnTo>
                  <a:lnTo>
                    <a:pt x="1313137" y="1449567"/>
                  </a:lnTo>
                  <a:lnTo>
                    <a:pt x="1317262" y="1450202"/>
                  </a:lnTo>
                  <a:lnTo>
                    <a:pt x="1321705" y="1451788"/>
                  </a:lnTo>
                  <a:lnTo>
                    <a:pt x="1326148" y="1453058"/>
                  </a:lnTo>
                  <a:lnTo>
                    <a:pt x="1330274" y="1455279"/>
                  </a:lnTo>
                  <a:lnTo>
                    <a:pt x="1334400" y="1457818"/>
                  </a:lnTo>
                  <a:lnTo>
                    <a:pt x="1338843" y="1460357"/>
                  </a:lnTo>
                  <a:lnTo>
                    <a:pt x="1342968" y="1463531"/>
                  </a:lnTo>
                  <a:lnTo>
                    <a:pt x="1346777" y="1467022"/>
                  </a:lnTo>
                  <a:lnTo>
                    <a:pt x="1348046" y="1466387"/>
                  </a:lnTo>
                  <a:lnTo>
                    <a:pt x="1351220" y="1469878"/>
                  </a:lnTo>
                  <a:lnTo>
                    <a:pt x="1357884" y="1476542"/>
                  </a:lnTo>
                  <a:lnTo>
                    <a:pt x="1364549" y="1483207"/>
                  </a:lnTo>
                  <a:lnTo>
                    <a:pt x="1370896" y="1489871"/>
                  </a:lnTo>
                  <a:lnTo>
                    <a:pt x="1451822" y="1572702"/>
                  </a:lnTo>
                  <a:lnTo>
                    <a:pt x="1454996" y="1573654"/>
                  </a:lnTo>
                  <a:lnTo>
                    <a:pt x="1459439" y="1575241"/>
                  </a:lnTo>
                  <a:lnTo>
                    <a:pt x="1464834" y="1576193"/>
                  </a:lnTo>
                  <a:lnTo>
                    <a:pt x="1468325" y="1576193"/>
                  </a:lnTo>
                  <a:lnTo>
                    <a:pt x="1472133" y="1576193"/>
                  </a:lnTo>
                  <a:lnTo>
                    <a:pt x="1476259" y="1575876"/>
                  </a:lnTo>
                  <a:lnTo>
                    <a:pt x="1480385" y="1575241"/>
                  </a:lnTo>
                  <a:lnTo>
                    <a:pt x="1485145" y="1573654"/>
                  </a:lnTo>
                  <a:lnTo>
                    <a:pt x="1489588" y="1571433"/>
                  </a:lnTo>
                  <a:lnTo>
                    <a:pt x="1494983" y="1568894"/>
                  </a:lnTo>
                  <a:lnTo>
                    <a:pt x="1500378" y="1565403"/>
                  </a:lnTo>
                  <a:lnTo>
                    <a:pt x="1505773" y="1560643"/>
                  </a:lnTo>
                  <a:lnTo>
                    <a:pt x="1511486" y="1555248"/>
                  </a:lnTo>
                  <a:lnTo>
                    <a:pt x="1517515" y="1548583"/>
                  </a:lnTo>
                  <a:lnTo>
                    <a:pt x="1523228" y="1540966"/>
                  </a:lnTo>
                  <a:lnTo>
                    <a:pt x="1527354" y="1535571"/>
                  </a:lnTo>
                  <a:lnTo>
                    <a:pt x="1530527" y="1529859"/>
                  </a:lnTo>
                  <a:lnTo>
                    <a:pt x="1533066" y="1524781"/>
                  </a:lnTo>
                  <a:lnTo>
                    <a:pt x="1535605" y="1519703"/>
                  </a:lnTo>
                  <a:lnTo>
                    <a:pt x="1537509" y="1515260"/>
                  </a:lnTo>
                  <a:lnTo>
                    <a:pt x="1538461" y="1511135"/>
                  </a:lnTo>
                  <a:lnTo>
                    <a:pt x="1539731" y="1507009"/>
                  </a:lnTo>
                  <a:lnTo>
                    <a:pt x="1540365" y="1503518"/>
                  </a:lnTo>
                  <a:lnTo>
                    <a:pt x="1540683" y="1500027"/>
                  </a:lnTo>
                  <a:lnTo>
                    <a:pt x="1541000" y="1496853"/>
                  </a:lnTo>
                  <a:lnTo>
                    <a:pt x="1540683" y="1491776"/>
                  </a:lnTo>
                  <a:lnTo>
                    <a:pt x="1539731" y="1487967"/>
                  </a:lnTo>
                  <a:lnTo>
                    <a:pt x="1538461" y="1486063"/>
                  </a:lnTo>
                  <a:lnTo>
                    <a:pt x="1439128" y="1388951"/>
                  </a:lnTo>
                  <a:lnTo>
                    <a:pt x="1428973" y="1379113"/>
                  </a:lnTo>
                  <a:lnTo>
                    <a:pt x="1419452" y="1369275"/>
                  </a:lnTo>
                  <a:lnTo>
                    <a:pt x="1413105" y="1363880"/>
                  </a:lnTo>
                  <a:lnTo>
                    <a:pt x="1414057" y="1363245"/>
                  </a:lnTo>
                  <a:lnTo>
                    <a:pt x="1410248" y="1358802"/>
                  </a:lnTo>
                  <a:lnTo>
                    <a:pt x="1407075" y="1354359"/>
                  </a:lnTo>
                  <a:lnTo>
                    <a:pt x="1404219" y="1350551"/>
                  </a:lnTo>
                  <a:lnTo>
                    <a:pt x="1401680" y="1346108"/>
                  </a:lnTo>
                  <a:lnTo>
                    <a:pt x="1399458" y="1341665"/>
                  </a:lnTo>
                  <a:lnTo>
                    <a:pt x="1397554" y="1337222"/>
                  </a:lnTo>
                  <a:lnTo>
                    <a:pt x="1395967" y="1332461"/>
                  </a:lnTo>
                  <a:lnTo>
                    <a:pt x="1395333" y="1328335"/>
                  </a:lnTo>
                  <a:lnTo>
                    <a:pt x="1395015" y="1323892"/>
                  </a:lnTo>
                  <a:lnTo>
                    <a:pt x="1395015" y="1319132"/>
                  </a:lnTo>
                  <a:lnTo>
                    <a:pt x="1395967" y="1314689"/>
                  </a:lnTo>
                  <a:lnTo>
                    <a:pt x="1397554" y="1309929"/>
                  </a:lnTo>
                  <a:lnTo>
                    <a:pt x="1399458" y="1305168"/>
                  </a:lnTo>
                  <a:lnTo>
                    <a:pt x="1402314" y="1300408"/>
                  </a:lnTo>
                  <a:lnTo>
                    <a:pt x="1405805" y="1295647"/>
                  </a:lnTo>
                  <a:lnTo>
                    <a:pt x="1410248" y="1290570"/>
                  </a:lnTo>
                  <a:lnTo>
                    <a:pt x="1415326" y="1286444"/>
                  </a:lnTo>
                  <a:lnTo>
                    <a:pt x="1420086" y="1282318"/>
                  </a:lnTo>
                  <a:lnTo>
                    <a:pt x="1425164" y="1279462"/>
                  </a:lnTo>
                  <a:lnTo>
                    <a:pt x="1429925" y="1277558"/>
                  </a:lnTo>
                  <a:lnTo>
                    <a:pt x="1435002" y="1275971"/>
                  </a:lnTo>
                  <a:lnTo>
                    <a:pt x="1439763" y="1275019"/>
                  </a:lnTo>
                  <a:lnTo>
                    <a:pt x="1444523" y="1275019"/>
                  </a:lnTo>
                  <a:lnTo>
                    <a:pt x="1449283" y="1275336"/>
                  </a:lnTo>
                  <a:lnTo>
                    <a:pt x="1453726" y="1275971"/>
                  </a:lnTo>
                  <a:lnTo>
                    <a:pt x="1458487" y="1277558"/>
                  </a:lnTo>
                  <a:lnTo>
                    <a:pt x="1462930" y="1279462"/>
                  </a:lnTo>
                  <a:lnTo>
                    <a:pt x="1467056" y="1281049"/>
                  </a:lnTo>
                  <a:lnTo>
                    <a:pt x="1471181" y="1283588"/>
                  </a:lnTo>
                  <a:lnTo>
                    <a:pt x="1475307" y="1286444"/>
                  </a:lnTo>
                  <a:lnTo>
                    <a:pt x="1482923" y="1291839"/>
                  </a:lnTo>
                  <a:lnTo>
                    <a:pt x="1483241" y="1291839"/>
                  </a:lnTo>
                  <a:lnTo>
                    <a:pt x="1486732" y="1295013"/>
                  </a:lnTo>
                  <a:lnTo>
                    <a:pt x="1493714" y="1301360"/>
                  </a:lnTo>
                  <a:lnTo>
                    <a:pt x="1500061" y="1307072"/>
                  </a:lnTo>
                  <a:lnTo>
                    <a:pt x="1596855" y="1400059"/>
                  </a:lnTo>
                  <a:lnTo>
                    <a:pt x="1601933" y="1403550"/>
                  </a:lnTo>
                  <a:lnTo>
                    <a:pt x="1609867" y="1408310"/>
                  </a:lnTo>
                  <a:lnTo>
                    <a:pt x="1616849" y="1411484"/>
                  </a:lnTo>
                  <a:lnTo>
                    <a:pt x="1623513" y="1413705"/>
                  </a:lnTo>
                  <a:lnTo>
                    <a:pt x="1629226" y="1415609"/>
                  </a:lnTo>
                  <a:lnTo>
                    <a:pt x="1634621" y="1416561"/>
                  </a:lnTo>
                  <a:lnTo>
                    <a:pt x="1639698" y="1417196"/>
                  </a:lnTo>
                  <a:lnTo>
                    <a:pt x="1644459" y="1417196"/>
                  </a:lnTo>
                  <a:lnTo>
                    <a:pt x="1648902" y="1416244"/>
                  </a:lnTo>
                  <a:lnTo>
                    <a:pt x="1653027" y="1415609"/>
                  </a:lnTo>
                  <a:lnTo>
                    <a:pt x="1656201" y="1414023"/>
                  </a:lnTo>
                  <a:lnTo>
                    <a:pt x="1659375" y="1412753"/>
                  </a:lnTo>
                  <a:lnTo>
                    <a:pt x="1662548" y="1410849"/>
                  </a:lnTo>
                  <a:lnTo>
                    <a:pt x="1665087" y="1409262"/>
                  </a:lnTo>
                  <a:lnTo>
                    <a:pt x="1669213" y="1405771"/>
                  </a:lnTo>
                  <a:lnTo>
                    <a:pt x="1672704" y="1402598"/>
                  </a:lnTo>
                  <a:lnTo>
                    <a:pt x="1674926" y="1400376"/>
                  </a:lnTo>
                  <a:lnTo>
                    <a:pt x="1676195" y="1398155"/>
                  </a:lnTo>
                  <a:lnTo>
                    <a:pt x="1677782" y="1395933"/>
                  </a:lnTo>
                  <a:lnTo>
                    <a:pt x="1678734" y="1393712"/>
                  </a:lnTo>
                  <a:lnTo>
                    <a:pt x="1679686" y="1391173"/>
                  </a:lnTo>
                  <a:lnTo>
                    <a:pt x="1680003" y="1388634"/>
                  </a:lnTo>
                  <a:lnTo>
                    <a:pt x="1680321" y="1386095"/>
                  </a:lnTo>
                  <a:lnTo>
                    <a:pt x="1680321" y="1383556"/>
                  </a:lnTo>
                  <a:lnTo>
                    <a:pt x="1680003" y="1378478"/>
                  </a:lnTo>
                  <a:lnTo>
                    <a:pt x="1678734" y="1373083"/>
                  </a:lnTo>
                  <a:lnTo>
                    <a:pt x="1677464" y="1367371"/>
                  </a:lnTo>
                  <a:lnTo>
                    <a:pt x="1674926" y="1361976"/>
                  </a:lnTo>
                  <a:lnTo>
                    <a:pt x="1672387" y="1356898"/>
                  </a:lnTo>
                  <a:lnTo>
                    <a:pt x="1669213" y="1351820"/>
                  </a:lnTo>
                  <a:lnTo>
                    <a:pt x="1666039" y="1346742"/>
                  </a:lnTo>
                  <a:lnTo>
                    <a:pt x="1662865" y="1341982"/>
                  </a:lnTo>
                  <a:lnTo>
                    <a:pt x="1655884" y="1333731"/>
                  </a:lnTo>
                  <a:lnTo>
                    <a:pt x="1650171" y="1326749"/>
                  </a:lnTo>
                  <a:lnTo>
                    <a:pt x="1645728" y="1321988"/>
                  </a:lnTo>
                  <a:lnTo>
                    <a:pt x="1643507" y="1320084"/>
                  </a:lnTo>
                  <a:lnTo>
                    <a:pt x="1596538" y="1276606"/>
                  </a:lnTo>
                  <a:lnTo>
                    <a:pt x="1565437" y="1247726"/>
                  </a:lnTo>
                  <a:lnTo>
                    <a:pt x="1555916" y="1238523"/>
                  </a:lnTo>
                  <a:lnTo>
                    <a:pt x="1551155" y="1233762"/>
                  </a:lnTo>
                  <a:lnTo>
                    <a:pt x="1546712" y="1228685"/>
                  </a:lnTo>
                  <a:lnTo>
                    <a:pt x="1542269" y="1223607"/>
                  </a:lnTo>
                  <a:lnTo>
                    <a:pt x="1538144" y="1218529"/>
                  </a:lnTo>
                  <a:lnTo>
                    <a:pt x="1534653" y="1213134"/>
                  </a:lnTo>
                  <a:lnTo>
                    <a:pt x="1531479" y="1207104"/>
                  </a:lnTo>
                  <a:lnTo>
                    <a:pt x="1528940" y="1201392"/>
                  </a:lnTo>
                  <a:lnTo>
                    <a:pt x="1527671" y="1195679"/>
                  </a:lnTo>
                  <a:lnTo>
                    <a:pt x="1527354" y="1192188"/>
                  </a:lnTo>
                  <a:lnTo>
                    <a:pt x="1527036" y="1189332"/>
                  </a:lnTo>
                  <a:lnTo>
                    <a:pt x="1527036" y="1186158"/>
                  </a:lnTo>
                  <a:lnTo>
                    <a:pt x="1527354" y="1182985"/>
                  </a:lnTo>
                  <a:lnTo>
                    <a:pt x="1527671" y="1179811"/>
                  </a:lnTo>
                  <a:lnTo>
                    <a:pt x="1528623" y="1176638"/>
                  </a:lnTo>
                  <a:lnTo>
                    <a:pt x="1529892" y="1173464"/>
                  </a:lnTo>
                  <a:lnTo>
                    <a:pt x="1531162" y="1169973"/>
                  </a:lnTo>
                  <a:lnTo>
                    <a:pt x="1533066" y="1166482"/>
                  </a:lnTo>
                  <a:lnTo>
                    <a:pt x="1535288" y="1163309"/>
                  </a:lnTo>
                  <a:lnTo>
                    <a:pt x="1537826" y="1159818"/>
                  </a:lnTo>
                  <a:lnTo>
                    <a:pt x="1540683" y="1156327"/>
                  </a:lnTo>
                  <a:lnTo>
                    <a:pt x="1543539" y="1152836"/>
                  </a:lnTo>
                  <a:lnTo>
                    <a:pt x="1547030" y="1149979"/>
                  </a:lnTo>
                  <a:lnTo>
                    <a:pt x="1549886" y="1147441"/>
                  </a:lnTo>
                  <a:lnTo>
                    <a:pt x="1553060" y="1145219"/>
                  </a:lnTo>
                  <a:lnTo>
                    <a:pt x="1555916" y="1143632"/>
                  </a:lnTo>
                  <a:lnTo>
                    <a:pt x="1559407" y="1142045"/>
                  </a:lnTo>
                  <a:lnTo>
                    <a:pt x="1562263" y="1140459"/>
                  </a:lnTo>
                  <a:lnTo>
                    <a:pt x="1565437" y="1139507"/>
                  </a:lnTo>
                  <a:lnTo>
                    <a:pt x="1568293" y="1139189"/>
                  </a:lnTo>
                  <a:lnTo>
                    <a:pt x="1571784" y="1138872"/>
                  </a:lnTo>
                  <a:lnTo>
                    <a:pt x="1574640" y="1138237"/>
                  </a:lnTo>
                  <a:close/>
                  <a:moveTo>
                    <a:pt x="758825" y="1123950"/>
                  </a:moveTo>
                  <a:lnTo>
                    <a:pt x="763905" y="1123950"/>
                  </a:lnTo>
                  <a:lnTo>
                    <a:pt x="768985" y="1123950"/>
                  </a:lnTo>
                  <a:lnTo>
                    <a:pt x="774065" y="1124266"/>
                  </a:lnTo>
                  <a:lnTo>
                    <a:pt x="779145" y="1124583"/>
                  </a:lnTo>
                  <a:lnTo>
                    <a:pt x="784225" y="1125532"/>
                  </a:lnTo>
                  <a:lnTo>
                    <a:pt x="789305" y="1126797"/>
                  </a:lnTo>
                  <a:lnTo>
                    <a:pt x="794067" y="1127746"/>
                  </a:lnTo>
                  <a:lnTo>
                    <a:pt x="799147" y="1129644"/>
                  </a:lnTo>
                  <a:lnTo>
                    <a:pt x="803910" y="1131543"/>
                  </a:lnTo>
                  <a:lnTo>
                    <a:pt x="808672" y="1133124"/>
                  </a:lnTo>
                  <a:lnTo>
                    <a:pt x="813435" y="1135339"/>
                  </a:lnTo>
                  <a:lnTo>
                    <a:pt x="817880" y="1137870"/>
                  </a:lnTo>
                  <a:lnTo>
                    <a:pt x="822642" y="1141033"/>
                  </a:lnTo>
                  <a:lnTo>
                    <a:pt x="827087" y="1143880"/>
                  </a:lnTo>
                  <a:lnTo>
                    <a:pt x="830897" y="1147044"/>
                  </a:lnTo>
                  <a:lnTo>
                    <a:pt x="835025" y="1150840"/>
                  </a:lnTo>
                  <a:lnTo>
                    <a:pt x="839152" y="1154320"/>
                  </a:lnTo>
                  <a:lnTo>
                    <a:pt x="842962" y="1158432"/>
                  </a:lnTo>
                  <a:lnTo>
                    <a:pt x="846137" y="1162228"/>
                  </a:lnTo>
                  <a:lnTo>
                    <a:pt x="849630" y="1166657"/>
                  </a:lnTo>
                  <a:lnTo>
                    <a:pt x="852487" y="1171086"/>
                  </a:lnTo>
                  <a:lnTo>
                    <a:pt x="855345" y="1175515"/>
                  </a:lnTo>
                  <a:lnTo>
                    <a:pt x="857885" y="1179944"/>
                  </a:lnTo>
                  <a:lnTo>
                    <a:pt x="860107" y="1184689"/>
                  </a:lnTo>
                  <a:lnTo>
                    <a:pt x="862330" y="1189435"/>
                  </a:lnTo>
                  <a:lnTo>
                    <a:pt x="864235" y="1194180"/>
                  </a:lnTo>
                  <a:lnTo>
                    <a:pt x="865505" y="1198925"/>
                  </a:lnTo>
                  <a:lnTo>
                    <a:pt x="867092" y="1203987"/>
                  </a:lnTo>
                  <a:lnTo>
                    <a:pt x="868045" y="1209048"/>
                  </a:lnTo>
                  <a:lnTo>
                    <a:pt x="868997" y="1213793"/>
                  </a:lnTo>
                  <a:lnTo>
                    <a:pt x="869315" y="1218855"/>
                  </a:lnTo>
                  <a:lnTo>
                    <a:pt x="869632" y="1223917"/>
                  </a:lnTo>
                  <a:lnTo>
                    <a:pt x="869950" y="1228978"/>
                  </a:lnTo>
                  <a:lnTo>
                    <a:pt x="869632" y="1234356"/>
                  </a:lnTo>
                  <a:lnTo>
                    <a:pt x="869315" y="1239418"/>
                  </a:lnTo>
                  <a:lnTo>
                    <a:pt x="868680" y="1244479"/>
                  </a:lnTo>
                  <a:lnTo>
                    <a:pt x="867727" y="1249541"/>
                  </a:lnTo>
                  <a:lnTo>
                    <a:pt x="866775" y="1254603"/>
                  </a:lnTo>
                  <a:lnTo>
                    <a:pt x="865187" y="1259348"/>
                  </a:lnTo>
                  <a:lnTo>
                    <a:pt x="863917" y="1264409"/>
                  </a:lnTo>
                  <a:lnTo>
                    <a:pt x="862012" y="1269155"/>
                  </a:lnTo>
                  <a:lnTo>
                    <a:pt x="859790" y="1273900"/>
                  </a:lnTo>
                  <a:lnTo>
                    <a:pt x="857250" y="1278645"/>
                  </a:lnTo>
                  <a:lnTo>
                    <a:pt x="854710" y="1283074"/>
                  </a:lnTo>
                  <a:lnTo>
                    <a:pt x="852170" y="1287503"/>
                  </a:lnTo>
                  <a:lnTo>
                    <a:pt x="848995" y="1291932"/>
                  </a:lnTo>
                  <a:lnTo>
                    <a:pt x="845502" y="1296361"/>
                  </a:lnTo>
                  <a:lnTo>
                    <a:pt x="842327" y="1300157"/>
                  </a:lnTo>
                  <a:lnTo>
                    <a:pt x="838200" y="1304269"/>
                  </a:lnTo>
                  <a:lnTo>
                    <a:pt x="700405" y="1441882"/>
                  </a:lnTo>
                  <a:lnTo>
                    <a:pt x="696595" y="1445678"/>
                  </a:lnTo>
                  <a:lnTo>
                    <a:pt x="692150" y="1449158"/>
                  </a:lnTo>
                  <a:lnTo>
                    <a:pt x="688022" y="1452321"/>
                  </a:lnTo>
                  <a:lnTo>
                    <a:pt x="683260" y="1455485"/>
                  </a:lnTo>
                  <a:lnTo>
                    <a:pt x="679132" y="1458332"/>
                  </a:lnTo>
                  <a:lnTo>
                    <a:pt x="674370" y="1460863"/>
                  </a:lnTo>
                  <a:lnTo>
                    <a:pt x="669925" y="1463393"/>
                  </a:lnTo>
                  <a:lnTo>
                    <a:pt x="664845" y="1465608"/>
                  </a:lnTo>
                  <a:lnTo>
                    <a:pt x="660082" y="1467189"/>
                  </a:lnTo>
                  <a:lnTo>
                    <a:pt x="655320" y="1468771"/>
                  </a:lnTo>
                  <a:lnTo>
                    <a:pt x="650240" y="1470353"/>
                  </a:lnTo>
                  <a:lnTo>
                    <a:pt x="645160" y="1471302"/>
                  </a:lnTo>
                  <a:lnTo>
                    <a:pt x="640080" y="1471935"/>
                  </a:lnTo>
                  <a:lnTo>
                    <a:pt x="635000" y="1472884"/>
                  </a:lnTo>
                  <a:lnTo>
                    <a:pt x="629920" y="1473200"/>
                  </a:lnTo>
                  <a:lnTo>
                    <a:pt x="624840" y="1473200"/>
                  </a:lnTo>
                  <a:lnTo>
                    <a:pt x="619442" y="1473200"/>
                  </a:lnTo>
                  <a:lnTo>
                    <a:pt x="614362" y="1472884"/>
                  </a:lnTo>
                  <a:lnTo>
                    <a:pt x="609282" y="1472251"/>
                  </a:lnTo>
                  <a:lnTo>
                    <a:pt x="604519" y="1471302"/>
                  </a:lnTo>
                  <a:lnTo>
                    <a:pt x="599439" y="1470353"/>
                  </a:lnTo>
                  <a:lnTo>
                    <a:pt x="594359" y="1469088"/>
                  </a:lnTo>
                  <a:lnTo>
                    <a:pt x="589597" y="1467822"/>
                  </a:lnTo>
                  <a:lnTo>
                    <a:pt x="584834" y="1465924"/>
                  </a:lnTo>
                  <a:lnTo>
                    <a:pt x="579754" y="1463710"/>
                  </a:lnTo>
                  <a:lnTo>
                    <a:pt x="575627" y="1461495"/>
                  </a:lnTo>
                  <a:lnTo>
                    <a:pt x="570864" y="1458964"/>
                  </a:lnTo>
                  <a:lnTo>
                    <a:pt x="566419" y="1456117"/>
                  </a:lnTo>
                  <a:lnTo>
                    <a:pt x="561974" y="1453270"/>
                  </a:lnTo>
                  <a:lnTo>
                    <a:pt x="557529" y="1449790"/>
                  </a:lnTo>
                  <a:lnTo>
                    <a:pt x="553719" y="1446310"/>
                  </a:lnTo>
                  <a:lnTo>
                    <a:pt x="549592" y="1442514"/>
                  </a:lnTo>
                  <a:lnTo>
                    <a:pt x="546099" y="1438718"/>
                  </a:lnTo>
                  <a:lnTo>
                    <a:pt x="542289" y="1434605"/>
                  </a:lnTo>
                  <a:lnTo>
                    <a:pt x="539114" y="1430177"/>
                  </a:lnTo>
                  <a:lnTo>
                    <a:pt x="536257" y="1426064"/>
                  </a:lnTo>
                  <a:lnTo>
                    <a:pt x="533082" y="1421635"/>
                  </a:lnTo>
                  <a:lnTo>
                    <a:pt x="531177" y="1417206"/>
                  </a:lnTo>
                  <a:lnTo>
                    <a:pt x="528319" y="1412461"/>
                  </a:lnTo>
                  <a:lnTo>
                    <a:pt x="526732" y="1407716"/>
                  </a:lnTo>
                  <a:lnTo>
                    <a:pt x="524827" y="1402654"/>
                  </a:lnTo>
                  <a:lnTo>
                    <a:pt x="522922" y="1397909"/>
                  </a:lnTo>
                  <a:lnTo>
                    <a:pt x="521969" y="1392847"/>
                  </a:lnTo>
                  <a:lnTo>
                    <a:pt x="520699" y="1387786"/>
                  </a:lnTo>
                  <a:lnTo>
                    <a:pt x="520064" y="1383040"/>
                  </a:lnTo>
                  <a:lnTo>
                    <a:pt x="519429" y="1377979"/>
                  </a:lnTo>
                  <a:lnTo>
                    <a:pt x="519112" y="1372917"/>
                  </a:lnTo>
                  <a:lnTo>
                    <a:pt x="519112" y="1367856"/>
                  </a:lnTo>
                  <a:lnTo>
                    <a:pt x="519112" y="1362794"/>
                  </a:lnTo>
                  <a:lnTo>
                    <a:pt x="519747" y="1357733"/>
                  </a:lnTo>
                  <a:lnTo>
                    <a:pt x="520064" y="1352671"/>
                  </a:lnTo>
                  <a:lnTo>
                    <a:pt x="521334" y="1347609"/>
                  </a:lnTo>
                  <a:lnTo>
                    <a:pt x="522287" y="1342548"/>
                  </a:lnTo>
                  <a:lnTo>
                    <a:pt x="523874" y="1337170"/>
                  </a:lnTo>
                  <a:lnTo>
                    <a:pt x="525144" y="1332741"/>
                  </a:lnTo>
                  <a:lnTo>
                    <a:pt x="527049" y="1327996"/>
                  </a:lnTo>
                  <a:lnTo>
                    <a:pt x="529272" y="1323250"/>
                  </a:lnTo>
                  <a:lnTo>
                    <a:pt x="531494" y="1318505"/>
                  </a:lnTo>
                  <a:lnTo>
                    <a:pt x="534034" y="1313760"/>
                  </a:lnTo>
                  <a:lnTo>
                    <a:pt x="536892" y="1309331"/>
                  </a:lnTo>
                  <a:lnTo>
                    <a:pt x="539749" y="1304902"/>
                  </a:lnTo>
                  <a:lnTo>
                    <a:pt x="542924" y="1300790"/>
                  </a:lnTo>
                  <a:lnTo>
                    <a:pt x="546734" y="1296677"/>
                  </a:lnTo>
                  <a:lnTo>
                    <a:pt x="550862" y="1292564"/>
                  </a:lnTo>
                  <a:lnTo>
                    <a:pt x="688975" y="1154952"/>
                  </a:lnTo>
                  <a:lnTo>
                    <a:pt x="692467" y="1151473"/>
                  </a:lnTo>
                  <a:lnTo>
                    <a:pt x="696912" y="1147676"/>
                  </a:lnTo>
                  <a:lnTo>
                    <a:pt x="700722" y="1144513"/>
                  </a:lnTo>
                  <a:lnTo>
                    <a:pt x="705485" y="1141666"/>
                  </a:lnTo>
                  <a:lnTo>
                    <a:pt x="709930" y="1138819"/>
                  </a:lnTo>
                  <a:lnTo>
                    <a:pt x="714375" y="1136288"/>
                  </a:lnTo>
                  <a:lnTo>
                    <a:pt x="719137" y="1134073"/>
                  </a:lnTo>
                  <a:lnTo>
                    <a:pt x="723900" y="1131859"/>
                  </a:lnTo>
                  <a:lnTo>
                    <a:pt x="728980" y="1129961"/>
                  </a:lnTo>
                  <a:lnTo>
                    <a:pt x="733742" y="1128063"/>
                  </a:lnTo>
                  <a:lnTo>
                    <a:pt x="738822" y="1126797"/>
                  </a:lnTo>
                  <a:lnTo>
                    <a:pt x="743902" y="1125532"/>
                  </a:lnTo>
                  <a:lnTo>
                    <a:pt x="748665" y="1124899"/>
                  </a:lnTo>
                  <a:lnTo>
                    <a:pt x="753745" y="1124266"/>
                  </a:lnTo>
                  <a:lnTo>
                    <a:pt x="758825" y="1123950"/>
                  </a:lnTo>
                  <a:close/>
                  <a:moveTo>
                    <a:pt x="589180" y="939800"/>
                  </a:moveTo>
                  <a:lnTo>
                    <a:pt x="594264" y="939800"/>
                  </a:lnTo>
                  <a:lnTo>
                    <a:pt x="599349" y="939800"/>
                  </a:lnTo>
                  <a:lnTo>
                    <a:pt x="604434" y="940435"/>
                  </a:lnTo>
                  <a:lnTo>
                    <a:pt x="609518" y="941070"/>
                  </a:lnTo>
                  <a:lnTo>
                    <a:pt x="614285" y="941705"/>
                  </a:lnTo>
                  <a:lnTo>
                    <a:pt x="619370" y="942975"/>
                  </a:lnTo>
                  <a:lnTo>
                    <a:pt x="624454" y="944245"/>
                  </a:lnTo>
                  <a:lnTo>
                    <a:pt x="629221" y="945833"/>
                  </a:lnTo>
                  <a:lnTo>
                    <a:pt x="633988" y="947420"/>
                  </a:lnTo>
                  <a:lnTo>
                    <a:pt x="638755" y="949325"/>
                  </a:lnTo>
                  <a:lnTo>
                    <a:pt x="643522" y="951865"/>
                  </a:lnTo>
                  <a:lnTo>
                    <a:pt x="648288" y="954088"/>
                  </a:lnTo>
                  <a:lnTo>
                    <a:pt x="652737" y="956945"/>
                  </a:lnTo>
                  <a:lnTo>
                    <a:pt x="656869" y="959803"/>
                  </a:lnTo>
                  <a:lnTo>
                    <a:pt x="661000" y="963295"/>
                  </a:lnTo>
                  <a:lnTo>
                    <a:pt x="665449" y="966788"/>
                  </a:lnTo>
                  <a:lnTo>
                    <a:pt x="668945" y="970598"/>
                  </a:lnTo>
                  <a:lnTo>
                    <a:pt x="673076" y="974408"/>
                  </a:lnTo>
                  <a:lnTo>
                    <a:pt x="676254" y="978535"/>
                  </a:lnTo>
                  <a:lnTo>
                    <a:pt x="679749" y="982980"/>
                  </a:lnTo>
                  <a:lnTo>
                    <a:pt x="682927" y="987425"/>
                  </a:lnTo>
                  <a:lnTo>
                    <a:pt x="685470" y="991553"/>
                  </a:lnTo>
                  <a:lnTo>
                    <a:pt x="688012" y="996315"/>
                  </a:lnTo>
                  <a:lnTo>
                    <a:pt x="690554" y="1000760"/>
                  </a:lnTo>
                  <a:lnTo>
                    <a:pt x="692461" y="1005840"/>
                  </a:lnTo>
                  <a:lnTo>
                    <a:pt x="694368" y="1010603"/>
                  </a:lnTo>
                  <a:lnTo>
                    <a:pt x="695639" y="1015365"/>
                  </a:lnTo>
                  <a:lnTo>
                    <a:pt x="697228" y="1020445"/>
                  </a:lnTo>
                  <a:lnTo>
                    <a:pt x="698181" y="1025525"/>
                  </a:lnTo>
                  <a:lnTo>
                    <a:pt x="698817" y="1030288"/>
                  </a:lnTo>
                  <a:lnTo>
                    <a:pt x="699770" y="1035368"/>
                  </a:lnTo>
                  <a:lnTo>
                    <a:pt x="700088" y="1040448"/>
                  </a:lnTo>
                  <a:lnTo>
                    <a:pt x="700088" y="1045528"/>
                  </a:lnTo>
                  <a:lnTo>
                    <a:pt x="700088" y="1050608"/>
                  </a:lnTo>
                  <a:lnTo>
                    <a:pt x="699770" y="1055688"/>
                  </a:lnTo>
                  <a:lnTo>
                    <a:pt x="698817" y="1060768"/>
                  </a:lnTo>
                  <a:lnTo>
                    <a:pt x="697863" y="1066165"/>
                  </a:lnTo>
                  <a:lnTo>
                    <a:pt x="696910" y="1071245"/>
                  </a:lnTo>
                  <a:lnTo>
                    <a:pt x="695639" y="1076325"/>
                  </a:lnTo>
                  <a:lnTo>
                    <a:pt x="693732" y="1081088"/>
                  </a:lnTo>
                  <a:lnTo>
                    <a:pt x="692143" y="1085533"/>
                  </a:lnTo>
                  <a:lnTo>
                    <a:pt x="689919" y="1090295"/>
                  </a:lnTo>
                  <a:lnTo>
                    <a:pt x="687694" y="1095058"/>
                  </a:lnTo>
                  <a:lnTo>
                    <a:pt x="685152" y="1099820"/>
                  </a:lnTo>
                  <a:lnTo>
                    <a:pt x="682292" y="1104265"/>
                  </a:lnTo>
                  <a:lnTo>
                    <a:pt x="679114" y="1108710"/>
                  </a:lnTo>
                  <a:lnTo>
                    <a:pt x="675936" y="1113155"/>
                  </a:lnTo>
                  <a:lnTo>
                    <a:pt x="672440" y="1116965"/>
                  </a:lnTo>
                  <a:lnTo>
                    <a:pt x="668309" y="1121093"/>
                  </a:lnTo>
                  <a:lnTo>
                    <a:pt x="530389" y="1258888"/>
                  </a:lnTo>
                  <a:lnTo>
                    <a:pt x="526258" y="1262698"/>
                  </a:lnTo>
                  <a:lnTo>
                    <a:pt x="522127" y="1266508"/>
                  </a:lnTo>
                  <a:lnTo>
                    <a:pt x="517995" y="1269683"/>
                  </a:lnTo>
                  <a:lnTo>
                    <a:pt x="513546" y="1272541"/>
                  </a:lnTo>
                  <a:lnTo>
                    <a:pt x="508779" y="1275716"/>
                  </a:lnTo>
                  <a:lnTo>
                    <a:pt x="504648" y="1278256"/>
                  </a:lnTo>
                  <a:lnTo>
                    <a:pt x="499881" y="1280161"/>
                  </a:lnTo>
                  <a:lnTo>
                    <a:pt x="495115" y="1282383"/>
                  </a:lnTo>
                  <a:lnTo>
                    <a:pt x="490030" y="1284288"/>
                  </a:lnTo>
                  <a:lnTo>
                    <a:pt x="485263" y="1286193"/>
                  </a:lnTo>
                  <a:lnTo>
                    <a:pt x="480179" y="1287463"/>
                  </a:lnTo>
                  <a:lnTo>
                    <a:pt x="475412" y="1288733"/>
                  </a:lnTo>
                  <a:lnTo>
                    <a:pt x="470327" y="1289368"/>
                  </a:lnTo>
                  <a:lnTo>
                    <a:pt x="465243" y="1290003"/>
                  </a:lnTo>
                  <a:lnTo>
                    <a:pt x="460158" y="1290638"/>
                  </a:lnTo>
                  <a:lnTo>
                    <a:pt x="454756" y="1290638"/>
                  </a:lnTo>
                  <a:lnTo>
                    <a:pt x="449671" y="1290638"/>
                  </a:lnTo>
                  <a:lnTo>
                    <a:pt x="444586" y="1290003"/>
                  </a:lnTo>
                  <a:lnTo>
                    <a:pt x="439502" y="1289368"/>
                  </a:lnTo>
                  <a:lnTo>
                    <a:pt x="434417" y="1288733"/>
                  </a:lnTo>
                  <a:lnTo>
                    <a:pt x="429332" y="1287463"/>
                  </a:lnTo>
                  <a:lnTo>
                    <a:pt x="424566" y="1286511"/>
                  </a:lnTo>
                  <a:lnTo>
                    <a:pt x="419481" y="1284606"/>
                  </a:lnTo>
                  <a:lnTo>
                    <a:pt x="414714" y="1282701"/>
                  </a:lnTo>
                  <a:lnTo>
                    <a:pt x="409947" y="1281113"/>
                  </a:lnTo>
                  <a:lnTo>
                    <a:pt x="405181" y="1278891"/>
                  </a:lnTo>
                  <a:lnTo>
                    <a:pt x="401049" y="1276351"/>
                  </a:lnTo>
                  <a:lnTo>
                    <a:pt x="396600" y="1273493"/>
                  </a:lnTo>
                  <a:lnTo>
                    <a:pt x="392151" y="1270318"/>
                  </a:lnTo>
                  <a:lnTo>
                    <a:pt x="387702" y="1267143"/>
                  </a:lnTo>
                  <a:lnTo>
                    <a:pt x="383889" y="1263651"/>
                  </a:lnTo>
                  <a:lnTo>
                    <a:pt x="379758" y="1259841"/>
                  </a:lnTo>
                  <a:lnTo>
                    <a:pt x="375944" y="1256031"/>
                  </a:lnTo>
                  <a:lnTo>
                    <a:pt x="372448" y="1251903"/>
                  </a:lnTo>
                  <a:lnTo>
                    <a:pt x="369271" y="1247458"/>
                  </a:lnTo>
                  <a:lnTo>
                    <a:pt x="366410" y="1243013"/>
                  </a:lnTo>
                  <a:lnTo>
                    <a:pt x="363233" y="1238886"/>
                  </a:lnTo>
                  <a:lnTo>
                    <a:pt x="360690" y="1234123"/>
                  </a:lnTo>
                  <a:lnTo>
                    <a:pt x="358466" y="1229678"/>
                  </a:lnTo>
                  <a:lnTo>
                    <a:pt x="356559" y="1224916"/>
                  </a:lnTo>
                  <a:lnTo>
                    <a:pt x="354970" y="1219836"/>
                  </a:lnTo>
                  <a:lnTo>
                    <a:pt x="353063" y="1215073"/>
                  </a:lnTo>
                  <a:lnTo>
                    <a:pt x="352110" y="1209993"/>
                  </a:lnTo>
                  <a:lnTo>
                    <a:pt x="350839" y="1205231"/>
                  </a:lnTo>
                  <a:lnTo>
                    <a:pt x="349885" y="1200151"/>
                  </a:lnTo>
                  <a:lnTo>
                    <a:pt x="349568" y="1195070"/>
                  </a:lnTo>
                  <a:lnTo>
                    <a:pt x="349250" y="1189990"/>
                  </a:lnTo>
                  <a:lnTo>
                    <a:pt x="349250" y="1184910"/>
                  </a:lnTo>
                  <a:lnTo>
                    <a:pt x="349250" y="1179830"/>
                  </a:lnTo>
                  <a:lnTo>
                    <a:pt x="349568" y="1174750"/>
                  </a:lnTo>
                  <a:lnTo>
                    <a:pt x="350203" y="1169353"/>
                  </a:lnTo>
                  <a:lnTo>
                    <a:pt x="350839" y="1164273"/>
                  </a:lnTo>
                  <a:lnTo>
                    <a:pt x="352110" y="1159193"/>
                  </a:lnTo>
                  <a:lnTo>
                    <a:pt x="353381" y="1154430"/>
                  </a:lnTo>
                  <a:lnTo>
                    <a:pt x="355288" y="1149350"/>
                  </a:lnTo>
                  <a:lnTo>
                    <a:pt x="357195" y="1144588"/>
                  </a:lnTo>
                  <a:lnTo>
                    <a:pt x="359101" y="1140143"/>
                  </a:lnTo>
                  <a:lnTo>
                    <a:pt x="361644" y="1135380"/>
                  </a:lnTo>
                  <a:lnTo>
                    <a:pt x="364186" y="1130618"/>
                  </a:lnTo>
                  <a:lnTo>
                    <a:pt x="367046" y="1126173"/>
                  </a:lnTo>
                  <a:lnTo>
                    <a:pt x="369906" y="1121728"/>
                  </a:lnTo>
                  <a:lnTo>
                    <a:pt x="373084" y="1117283"/>
                  </a:lnTo>
                  <a:lnTo>
                    <a:pt x="376897" y="1113473"/>
                  </a:lnTo>
                  <a:lnTo>
                    <a:pt x="380393" y="1109345"/>
                  </a:lnTo>
                  <a:lnTo>
                    <a:pt x="518631" y="971550"/>
                  </a:lnTo>
                  <a:lnTo>
                    <a:pt x="522762" y="967740"/>
                  </a:lnTo>
                  <a:lnTo>
                    <a:pt x="526893" y="963930"/>
                  </a:lnTo>
                  <a:lnTo>
                    <a:pt x="531025" y="960755"/>
                  </a:lnTo>
                  <a:lnTo>
                    <a:pt x="535474" y="957898"/>
                  </a:lnTo>
                  <a:lnTo>
                    <a:pt x="539923" y="954723"/>
                  </a:lnTo>
                  <a:lnTo>
                    <a:pt x="544690" y="952183"/>
                  </a:lnTo>
                  <a:lnTo>
                    <a:pt x="549456" y="949960"/>
                  </a:lnTo>
                  <a:lnTo>
                    <a:pt x="554223" y="948055"/>
                  </a:lnTo>
                  <a:lnTo>
                    <a:pt x="558990" y="946150"/>
                  </a:lnTo>
                  <a:lnTo>
                    <a:pt x="564075" y="944245"/>
                  </a:lnTo>
                  <a:lnTo>
                    <a:pt x="568841" y="943293"/>
                  </a:lnTo>
                  <a:lnTo>
                    <a:pt x="573926" y="942023"/>
                  </a:lnTo>
                  <a:lnTo>
                    <a:pt x="579011" y="941070"/>
                  </a:lnTo>
                  <a:lnTo>
                    <a:pt x="584095" y="940435"/>
                  </a:lnTo>
                  <a:lnTo>
                    <a:pt x="589180" y="939800"/>
                  </a:lnTo>
                  <a:close/>
                  <a:moveTo>
                    <a:pt x="46448" y="457200"/>
                  </a:moveTo>
                  <a:lnTo>
                    <a:pt x="51221" y="457200"/>
                  </a:lnTo>
                  <a:lnTo>
                    <a:pt x="55993" y="457517"/>
                  </a:lnTo>
                  <a:lnTo>
                    <a:pt x="61083" y="458468"/>
                  </a:lnTo>
                  <a:lnTo>
                    <a:pt x="65219" y="459420"/>
                  </a:lnTo>
                  <a:lnTo>
                    <a:pt x="69991" y="461322"/>
                  </a:lnTo>
                  <a:lnTo>
                    <a:pt x="74445" y="463542"/>
                  </a:lnTo>
                  <a:lnTo>
                    <a:pt x="78899" y="466078"/>
                  </a:lnTo>
                  <a:lnTo>
                    <a:pt x="83035" y="468932"/>
                  </a:lnTo>
                  <a:lnTo>
                    <a:pt x="86534" y="472737"/>
                  </a:lnTo>
                  <a:lnTo>
                    <a:pt x="458759" y="855775"/>
                  </a:lnTo>
                  <a:lnTo>
                    <a:pt x="461940" y="859897"/>
                  </a:lnTo>
                  <a:lnTo>
                    <a:pt x="464803" y="863702"/>
                  </a:lnTo>
                  <a:lnTo>
                    <a:pt x="467348" y="868142"/>
                  </a:lnTo>
                  <a:lnTo>
                    <a:pt x="469575" y="872898"/>
                  </a:lnTo>
                  <a:lnTo>
                    <a:pt x="471166" y="877337"/>
                  </a:lnTo>
                  <a:lnTo>
                    <a:pt x="472120" y="882093"/>
                  </a:lnTo>
                  <a:lnTo>
                    <a:pt x="473075" y="887167"/>
                  </a:lnTo>
                  <a:lnTo>
                    <a:pt x="473075" y="891923"/>
                  </a:lnTo>
                  <a:lnTo>
                    <a:pt x="472439" y="896679"/>
                  </a:lnTo>
                  <a:lnTo>
                    <a:pt x="471802" y="901435"/>
                  </a:lnTo>
                  <a:lnTo>
                    <a:pt x="470848" y="906192"/>
                  </a:lnTo>
                  <a:lnTo>
                    <a:pt x="468939" y="910948"/>
                  </a:lnTo>
                  <a:lnTo>
                    <a:pt x="466712" y="915070"/>
                  </a:lnTo>
                  <a:lnTo>
                    <a:pt x="464167" y="919192"/>
                  </a:lnTo>
                  <a:lnTo>
                    <a:pt x="461304" y="923314"/>
                  </a:lnTo>
                  <a:lnTo>
                    <a:pt x="457486" y="927119"/>
                  </a:lnTo>
                  <a:lnTo>
                    <a:pt x="453986" y="930607"/>
                  </a:lnTo>
                  <a:lnTo>
                    <a:pt x="449851" y="933461"/>
                  </a:lnTo>
                  <a:lnTo>
                    <a:pt x="445397" y="935681"/>
                  </a:lnTo>
                  <a:lnTo>
                    <a:pt x="441261" y="937583"/>
                  </a:lnTo>
                  <a:lnTo>
                    <a:pt x="436807" y="939169"/>
                  </a:lnTo>
                  <a:lnTo>
                    <a:pt x="432035" y="940437"/>
                  </a:lnTo>
                  <a:lnTo>
                    <a:pt x="427263" y="941071"/>
                  </a:lnTo>
                  <a:lnTo>
                    <a:pt x="422491" y="941388"/>
                  </a:lnTo>
                  <a:lnTo>
                    <a:pt x="417400" y="941071"/>
                  </a:lnTo>
                  <a:lnTo>
                    <a:pt x="412628" y="940437"/>
                  </a:lnTo>
                  <a:lnTo>
                    <a:pt x="407856" y="939169"/>
                  </a:lnTo>
                  <a:lnTo>
                    <a:pt x="403084" y="937266"/>
                  </a:lnTo>
                  <a:lnTo>
                    <a:pt x="398312" y="935046"/>
                  </a:lnTo>
                  <a:lnTo>
                    <a:pt x="394176" y="932510"/>
                  </a:lnTo>
                  <a:lnTo>
                    <a:pt x="390040" y="929339"/>
                  </a:lnTo>
                  <a:lnTo>
                    <a:pt x="386222" y="925851"/>
                  </a:lnTo>
                  <a:lnTo>
                    <a:pt x="14316" y="542496"/>
                  </a:lnTo>
                  <a:lnTo>
                    <a:pt x="10499" y="538374"/>
                  </a:lnTo>
                  <a:lnTo>
                    <a:pt x="7635" y="534569"/>
                  </a:lnTo>
                  <a:lnTo>
                    <a:pt x="5090" y="530130"/>
                  </a:lnTo>
                  <a:lnTo>
                    <a:pt x="3181" y="525690"/>
                  </a:lnTo>
                  <a:lnTo>
                    <a:pt x="1909" y="520934"/>
                  </a:lnTo>
                  <a:lnTo>
                    <a:pt x="636" y="516178"/>
                  </a:lnTo>
                  <a:lnTo>
                    <a:pt x="0" y="511422"/>
                  </a:lnTo>
                  <a:lnTo>
                    <a:pt x="0" y="506348"/>
                  </a:lnTo>
                  <a:lnTo>
                    <a:pt x="318" y="501592"/>
                  </a:lnTo>
                  <a:lnTo>
                    <a:pt x="954" y="496836"/>
                  </a:lnTo>
                  <a:lnTo>
                    <a:pt x="2227" y="492397"/>
                  </a:lnTo>
                  <a:lnTo>
                    <a:pt x="4136" y="487957"/>
                  </a:lnTo>
                  <a:lnTo>
                    <a:pt x="6045" y="483518"/>
                  </a:lnTo>
                  <a:lnTo>
                    <a:pt x="8908" y="479079"/>
                  </a:lnTo>
                  <a:lnTo>
                    <a:pt x="11771" y="475274"/>
                  </a:lnTo>
                  <a:lnTo>
                    <a:pt x="15271" y="471469"/>
                  </a:lnTo>
                  <a:lnTo>
                    <a:pt x="19406" y="467981"/>
                  </a:lnTo>
                  <a:lnTo>
                    <a:pt x="23224" y="464810"/>
                  </a:lnTo>
                  <a:lnTo>
                    <a:pt x="27678" y="462908"/>
                  </a:lnTo>
                  <a:lnTo>
                    <a:pt x="32132" y="460688"/>
                  </a:lnTo>
                  <a:lnTo>
                    <a:pt x="36904" y="459103"/>
                  </a:lnTo>
                  <a:lnTo>
                    <a:pt x="41676" y="458151"/>
                  </a:lnTo>
                  <a:lnTo>
                    <a:pt x="46448" y="457200"/>
                  </a:lnTo>
                  <a:close/>
                  <a:moveTo>
                    <a:pt x="1155700" y="165100"/>
                  </a:moveTo>
                  <a:lnTo>
                    <a:pt x="1165860" y="165100"/>
                  </a:lnTo>
                  <a:lnTo>
                    <a:pt x="1176337" y="165417"/>
                  </a:lnTo>
                  <a:lnTo>
                    <a:pt x="1186497" y="165735"/>
                  </a:lnTo>
                  <a:lnTo>
                    <a:pt x="1196975" y="167004"/>
                  </a:lnTo>
                  <a:lnTo>
                    <a:pt x="1208087" y="167956"/>
                  </a:lnTo>
                  <a:lnTo>
                    <a:pt x="1229677" y="170494"/>
                  </a:lnTo>
                  <a:lnTo>
                    <a:pt x="1251902" y="173667"/>
                  </a:lnTo>
                  <a:lnTo>
                    <a:pt x="1263332" y="175888"/>
                  </a:lnTo>
                  <a:lnTo>
                    <a:pt x="1275715" y="178426"/>
                  </a:lnTo>
                  <a:lnTo>
                    <a:pt x="1289367" y="181599"/>
                  </a:lnTo>
                  <a:lnTo>
                    <a:pt x="1303020" y="184772"/>
                  </a:lnTo>
                  <a:lnTo>
                    <a:pt x="1332230" y="192704"/>
                  </a:lnTo>
                  <a:lnTo>
                    <a:pt x="1363345" y="201588"/>
                  </a:lnTo>
                  <a:lnTo>
                    <a:pt x="1395412" y="211741"/>
                  </a:lnTo>
                  <a:lnTo>
                    <a:pt x="1427797" y="222211"/>
                  </a:lnTo>
                  <a:lnTo>
                    <a:pt x="1460182" y="232682"/>
                  </a:lnTo>
                  <a:lnTo>
                    <a:pt x="1491932" y="244104"/>
                  </a:lnTo>
                  <a:lnTo>
                    <a:pt x="1522095" y="254574"/>
                  </a:lnTo>
                  <a:lnTo>
                    <a:pt x="1550352" y="264727"/>
                  </a:lnTo>
                  <a:lnTo>
                    <a:pt x="1597977" y="282813"/>
                  </a:lnTo>
                  <a:lnTo>
                    <a:pt x="1630045" y="295187"/>
                  </a:lnTo>
                  <a:lnTo>
                    <a:pt x="1642110" y="299946"/>
                  </a:lnTo>
                  <a:lnTo>
                    <a:pt x="2082800" y="746365"/>
                  </a:lnTo>
                  <a:lnTo>
                    <a:pt x="1774190" y="1098550"/>
                  </a:lnTo>
                  <a:lnTo>
                    <a:pt x="1441132" y="733991"/>
                  </a:lnTo>
                  <a:lnTo>
                    <a:pt x="1435735" y="727010"/>
                  </a:lnTo>
                  <a:lnTo>
                    <a:pt x="1420177" y="708925"/>
                  </a:lnTo>
                  <a:lnTo>
                    <a:pt x="1409065" y="696868"/>
                  </a:lnTo>
                  <a:lnTo>
                    <a:pt x="1396365" y="682908"/>
                  </a:lnTo>
                  <a:lnTo>
                    <a:pt x="1382395" y="668313"/>
                  </a:lnTo>
                  <a:lnTo>
                    <a:pt x="1366837" y="652766"/>
                  </a:lnTo>
                  <a:lnTo>
                    <a:pt x="1350645" y="636902"/>
                  </a:lnTo>
                  <a:lnTo>
                    <a:pt x="1333500" y="621672"/>
                  </a:lnTo>
                  <a:lnTo>
                    <a:pt x="1324292" y="614057"/>
                  </a:lnTo>
                  <a:lnTo>
                    <a:pt x="1315402" y="606760"/>
                  </a:lnTo>
                  <a:lnTo>
                    <a:pt x="1306512" y="599779"/>
                  </a:lnTo>
                  <a:lnTo>
                    <a:pt x="1297305" y="593434"/>
                  </a:lnTo>
                  <a:lnTo>
                    <a:pt x="1288097" y="586771"/>
                  </a:lnTo>
                  <a:lnTo>
                    <a:pt x="1279207" y="581060"/>
                  </a:lnTo>
                  <a:lnTo>
                    <a:pt x="1270000" y="575666"/>
                  </a:lnTo>
                  <a:lnTo>
                    <a:pt x="1261110" y="570907"/>
                  </a:lnTo>
                  <a:lnTo>
                    <a:pt x="1252220" y="566465"/>
                  </a:lnTo>
                  <a:lnTo>
                    <a:pt x="1243330" y="562657"/>
                  </a:lnTo>
                  <a:lnTo>
                    <a:pt x="1235075" y="559802"/>
                  </a:lnTo>
                  <a:lnTo>
                    <a:pt x="1226502" y="557581"/>
                  </a:lnTo>
                  <a:lnTo>
                    <a:pt x="1222692" y="556946"/>
                  </a:lnTo>
                  <a:lnTo>
                    <a:pt x="1218565" y="556312"/>
                  </a:lnTo>
                  <a:lnTo>
                    <a:pt x="1210627" y="555994"/>
                  </a:lnTo>
                  <a:lnTo>
                    <a:pt x="1203325" y="556312"/>
                  </a:lnTo>
                  <a:lnTo>
                    <a:pt x="1196022" y="557581"/>
                  </a:lnTo>
                  <a:lnTo>
                    <a:pt x="1189037" y="559484"/>
                  </a:lnTo>
                  <a:lnTo>
                    <a:pt x="1182052" y="562340"/>
                  </a:lnTo>
                  <a:lnTo>
                    <a:pt x="1176020" y="565195"/>
                  </a:lnTo>
                  <a:lnTo>
                    <a:pt x="1169670" y="569320"/>
                  </a:lnTo>
                  <a:lnTo>
                    <a:pt x="1163955" y="573762"/>
                  </a:lnTo>
                  <a:lnTo>
                    <a:pt x="1158557" y="578521"/>
                  </a:lnTo>
                  <a:lnTo>
                    <a:pt x="1152842" y="583598"/>
                  </a:lnTo>
                  <a:lnTo>
                    <a:pt x="1147762" y="588992"/>
                  </a:lnTo>
                  <a:lnTo>
                    <a:pt x="1143000" y="594703"/>
                  </a:lnTo>
                  <a:lnTo>
                    <a:pt x="1138872" y="601049"/>
                  </a:lnTo>
                  <a:lnTo>
                    <a:pt x="1134745" y="607077"/>
                  </a:lnTo>
                  <a:lnTo>
                    <a:pt x="1130617" y="613423"/>
                  </a:lnTo>
                  <a:lnTo>
                    <a:pt x="1127125" y="619451"/>
                  </a:lnTo>
                  <a:lnTo>
                    <a:pt x="1123315" y="626114"/>
                  </a:lnTo>
                  <a:lnTo>
                    <a:pt x="1117282" y="638488"/>
                  </a:lnTo>
                  <a:lnTo>
                    <a:pt x="1112202" y="650545"/>
                  </a:lnTo>
                  <a:lnTo>
                    <a:pt x="1108075" y="661015"/>
                  </a:lnTo>
                  <a:lnTo>
                    <a:pt x="1104900" y="670217"/>
                  </a:lnTo>
                  <a:lnTo>
                    <a:pt x="1102677" y="677197"/>
                  </a:lnTo>
                  <a:lnTo>
                    <a:pt x="1100772" y="683225"/>
                  </a:lnTo>
                  <a:lnTo>
                    <a:pt x="1098232" y="690523"/>
                  </a:lnTo>
                  <a:lnTo>
                    <a:pt x="1095057" y="697820"/>
                  </a:lnTo>
                  <a:lnTo>
                    <a:pt x="1090930" y="705435"/>
                  </a:lnTo>
                  <a:lnTo>
                    <a:pt x="1086802" y="713684"/>
                  </a:lnTo>
                  <a:lnTo>
                    <a:pt x="1082040" y="721617"/>
                  </a:lnTo>
                  <a:lnTo>
                    <a:pt x="1076325" y="729549"/>
                  </a:lnTo>
                  <a:lnTo>
                    <a:pt x="1070610" y="737481"/>
                  </a:lnTo>
                  <a:lnTo>
                    <a:pt x="1063942" y="746047"/>
                  </a:lnTo>
                  <a:lnTo>
                    <a:pt x="1057592" y="753980"/>
                  </a:lnTo>
                  <a:lnTo>
                    <a:pt x="1050607" y="761912"/>
                  </a:lnTo>
                  <a:lnTo>
                    <a:pt x="1042987" y="769844"/>
                  </a:lnTo>
                  <a:lnTo>
                    <a:pt x="1035367" y="777776"/>
                  </a:lnTo>
                  <a:lnTo>
                    <a:pt x="1027112" y="785073"/>
                  </a:lnTo>
                  <a:lnTo>
                    <a:pt x="1018857" y="792054"/>
                  </a:lnTo>
                  <a:lnTo>
                    <a:pt x="1010602" y="799351"/>
                  </a:lnTo>
                  <a:lnTo>
                    <a:pt x="1001712" y="806014"/>
                  </a:lnTo>
                  <a:lnTo>
                    <a:pt x="992505" y="812360"/>
                  </a:lnTo>
                  <a:lnTo>
                    <a:pt x="983615" y="818071"/>
                  </a:lnTo>
                  <a:lnTo>
                    <a:pt x="974407" y="823465"/>
                  </a:lnTo>
                  <a:lnTo>
                    <a:pt x="964882" y="828541"/>
                  </a:lnTo>
                  <a:lnTo>
                    <a:pt x="955357" y="832983"/>
                  </a:lnTo>
                  <a:lnTo>
                    <a:pt x="946467" y="837108"/>
                  </a:lnTo>
                  <a:lnTo>
                    <a:pt x="936942" y="839964"/>
                  </a:lnTo>
                  <a:lnTo>
                    <a:pt x="927417" y="842502"/>
                  </a:lnTo>
                  <a:lnTo>
                    <a:pt x="917892" y="844723"/>
                  </a:lnTo>
                  <a:lnTo>
                    <a:pt x="908367" y="845675"/>
                  </a:lnTo>
                  <a:lnTo>
                    <a:pt x="899477" y="845992"/>
                  </a:lnTo>
                  <a:lnTo>
                    <a:pt x="890270" y="845357"/>
                  </a:lnTo>
                  <a:lnTo>
                    <a:pt x="885507" y="845040"/>
                  </a:lnTo>
                  <a:lnTo>
                    <a:pt x="881062" y="843771"/>
                  </a:lnTo>
                  <a:lnTo>
                    <a:pt x="876617" y="843136"/>
                  </a:lnTo>
                  <a:lnTo>
                    <a:pt x="872490" y="841867"/>
                  </a:lnTo>
                  <a:lnTo>
                    <a:pt x="868045" y="840281"/>
                  </a:lnTo>
                  <a:lnTo>
                    <a:pt x="863600" y="838377"/>
                  </a:lnTo>
                  <a:lnTo>
                    <a:pt x="859472" y="836791"/>
                  </a:lnTo>
                  <a:lnTo>
                    <a:pt x="855345" y="834570"/>
                  </a:lnTo>
                  <a:lnTo>
                    <a:pt x="847407" y="829493"/>
                  </a:lnTo>
                  <a:lnTo>
                    <a:pt x="840422" y="823782"/>
                  </a:lnTo>
                  <a:lnTo>
                    <a:pt x="833755" y="818388"/>
                  </a:lnTo>
                  <a:lnTo>
                    <a:pt x="828357" y="812360"/>
                  </a:lnTo>
                  <a:lnTo>
                    <a:pt x="823277" y="805697"/>
                  </a:lnTo>
                  <a:lnTo>
                    <a:pt x="818515" y="798717"/>
                  </a:lnTo>
                  <a:lnTo>
                    <a:pt x="814705" y="791736"/>
                  </a:lnTo>
                  <a:lnTo>
                    <a:pt x="811212" y="784439"/>
                  </a:lnTo>
                  <a:lnTo>
                    <a:pt x="808672" y="777141"/>
                  </a:lnTo>
                  <a:lnTo>
                    <a:pt x="806132" y="769844"/>
                  </a:lnTo>
                  <a:lnTo>
                    <a:pt x="804227" y="762229"/>
                  </a:lnTo>
                  <a:lnTo>
                    <a:pt x="802640" y="754614"/>
                  </a:lnTo>
                  <a:lnTo>
                    <a:pt x="801687" y="746999"/>
                  </a:lnTo>
                  <a:lnTo>
                    <a:pt x="801052" y="739384"/>
                  </a:lnTo>
                  <a:lnTo>
                    <a:pt x="800100" y="731770"/>
                  </a:lnTo>
                  <a:lnTo>
                    <a:pt x="800100" y="724472"/>
                  </a:lnTo>
                  <a:lnTo>
                    <a:pt x="800100" y="717175"/>
                  </a:lnTo>
                  <a:lnTo>
                    <a:pt x="800417" y="709877"/>
                  </a:lnTo>
                  <a:lnTo>
                    <a:pt x="802005" y="696551"/>
                  </a:lnTo>
                  <a:lnTo>
                    <a:pt x="803592" y="684494"/>
                  </a:lnTo>
                  <a:lnTo>
                    <a:pt x="805497" y="673389"/>
                  </a:lnTo>
                  <a:lnTo>
                    <a:pt x="807720" y="664823"/>
                  </a:lnTo>
                  <a:lnTo>
                    <a:pt x="809307" y="657842"/>
                  </a:lnTo>
                  <a:lnTo>
                    <a:pt x="811212" y="652131"/>
                  </a:lnTo>
                  <a:lnTo>
                    <a:pt x="814387" y="646737"/>
                  </a:lnTo>
                  <a:lnTo>
                    <a:pt x="823277" y="631191"/>
                  </a:lnTo>
                  <a:lnTo>
                    <a:pt x="836930" y="606125"/>
                  </a:lnTo>
                  <a:lnTo>
                    <a:pt x="845820" y="589626"/>
                  </a:lnTo>
                  <a:lnTo>
                    <a:pt x="855345" y="571224"/>
                  </a:lnTo>
                  <a:lnTo>
                    <a:pt x="865822" y="549966"/>
                  </a:lnTo>
                  <a:lnTo>
                    <a:pt x="876935" y="527121"/>
                  </a:lnTo>
                  <a:lnTo>
                    <a:pt x="889000" y="501739"/>
                  </a:lnTo>
                  <a:lnTo>
                    <a:pt x="901382" y="474135"/>
                  </a:lnTo>
                  <a:lnTo>
                    <a:pt x="914717" y="444627"/>
                  </a:lnTo>
                  <a:lnTo>
                    <a:pt x="928052" y="413216"/>
                  </a:lnTo>
                  <a:lnTo>
                    <a:pt x="942022" y="379584"/>
                  </a:lnTo>
                  <a:lnTo>
                    <a:pt x="955675" y="343731"/>
                  </a:lnTo>
                  <a:lnTo>
                    <a:pt x="962977" y="325963"/>
                  </a:lnTo>
                  <a:lnTo>
                    <a:pt x="970280" y="309782"/>
                  </a:lnTo>
                  <a:lnTo>
                    <a:pt x="977900" y="293917"/>
                  </a:lnTo>
                  <a:lnTo>
                    <a:pt x="985202" y="279640"/>
                  </a:lnTo>
                  <a:lnTo>
                    <a:pt x="993457" y="266314"/>
                  </a:lnTo>
                  <a:lnTo>
                    <a:pt x="1001077" y="253940"/>
                  </a:lnTo>
                  <a:lnTo>
                    <a:pt x="1009015" y="242517"/>
                  </a:lnTo>
                  <a:lnTo>
                    <a:pt x="1017270" y="232364"/>
                  </a:lnTo>
                  <a:lnTo>
                    <a:pt x="1025525" y="222846"/>
                  </a:lnTo>
                  <a:lnTo>
                    <a:pt x="1034097" y="214279"/>
                  </a:lnTo>
                  <a:lnTo>
                    <a:pt x="1042670" y="206347"/>
                  </a:lnTo>
                  <a:lnTo>
                    <a:pt x="1051242" y="199367"/>
                  </a:lnTo>
                  <a:lnTo>
                    <a:pt x="1060132" y="193021"/>
                  </a:lnTo>
                  <a:lnTo>
                    <a:pt x="1069022" y="187627"/>
                  </a:lnTo>
                  <a:lnTo>
                    <a:pt x="1078230" y="182868"/>
                  </a:lnTo>
                  <a:lnTo>
                    <a:pt x="1087437" y="178426"/>
                  </a:lnTo>
                  <a:lnTo>
                    <a:pt x="1096962" y="175253"/>
                  </a:lnTo>
                  <a:lnTo>
                    <a:pt x="1106487" y="172398"/>
                  </a:lnTo>
                  <a:lnTo>
                    <a:pt x="1115695" y="169859"/>
                  </a:lnTo>
                  <a:lnTo>
                    <a:pt x="1125537" y="167956"/>
                  </a:lnTo>
                  <a:lnTo>
                    <a:pt x="1135380" y="166369"/>
                  </a:lnTo>
                  <a:lnTo>
                    <a:pt x="1145222" y="165735"/>
                  </a:lnTo>
                  <a:lnTo>
                    <a:pt x="1155700" y="165100"/>
                  </a:lnTo>
                  <a:close/>
                  <a:moveTo>
                    <a:pt x="1830538" y="0"/>
                  </a:moveTo>
                  <a:lnTo>
                    <a:pt x="1838784" y="635"/>
                  </a:lnTo>
                  <a:lnTo>
                    <a:pt x="1843225" y="952"/>
                  </a:lnTo>
                  <a:lnTo>
                    <a:pt x="1847348" y="1587"/>
                  </a:lnTo>
                  <a:lnTo>
                    <a:pt x="1851154" y="2856"/>
                  </a:lnTo>
                  <a:lnTo>
                    <a:pt x="1855277" y="4126"/>
                  </a:lnTo>
                  <a:lnTo>
                    <a:pt x="1858766" y="5712"/>
                  </a:lnTo>
                  <a:lnTo>
                    <a:pt x="1862889" y="7299"/>
                  </a:lnTo>
                  <a:lnTo>
                    <a:pt x="1866378" y="8886"/>
                  </a:lnTo>
                  <a:lnTo>
                    <a:pt x="1869867" y="11107"/>
                  </a:lnTo>
                  <a:lnTo>
                    <a:pt x="1873356" y="13328"/>
                  </a:lnTo>
                  <a:lnTo>
                    <a:pt x="1876210" y="15867"/>
                  </a:lnTo>
                  <a:lnTo>
                    <a:pt x="1879699" y="18723"/>
                  </a:lnTo>
                  <a:lnTo>
                    <a:pt x="1882553" y="21897"/>
                  </a:lnTo>
                  <a:lnTo>
                    <a:pt x="2257762" y="421109"/>
                  </a:lnTo>
                  <a:lnTo>
                    <a:pt x="2260934" y="424282"/>
                  </a:lnTo>
                  <a:lnTo>
                    <a:pt x="2263471" y="427455"/>
                  </a:lnTo>
                  <a:lnTo>
                    <a:pt x="2265692" y="430946"/>
                  </a:lnTo>
                  <a:lnTo>
                    <a:pt x="2267595" y="434437"/>
                  </a:lnTo>
                  <a:lnTo>
                    <a:pt x="2269498" y="437928"/>
                  </a:lnTo>
                  <a:lnTo>
                    <a:pt x="2271083" y="441736"/>
                  </a:lnTo>
                  <a:lnTo>
                    <a:pt x="2272352" y="445861"/>
                  </a:lnTo>
                  <a:lnTo>
                    <a:pt x="2273938" y="449352"/>
                  </a:lnTo>
                  <a:lnTo>
                    <a:pt x="2274572" y="453477"/>
                  </a:lnTo>
                  <a:lnTo>
                    <a:pt x="2275841" y="457603"/>
                  </a:lnTo>
                  <a:lnTo>
                    <a:pt x="2276158" y="461728"/>
                  </a:lnTo>
                  <a:lnTo>
                    <a:pt x="2276475" y="466171"/>
                  </a:lnTo>
                  <a:lnTo>
                    <a:pt x="2276475" y="474422"/>
                  </a:lnTo>
                  <a:lnTo>
                    <a:pt x="2275841" y="483307"/>
                  </a:lnTo>
                  <a:lnTo>
                    <a:pt x="2274255" y="491875"/>
                  </a:lnTo>
                  <a:lnTo>
                    <a:pt x="2271718" y="500761"/>
                  </a:lnTo>
                  <a:lnTo>
                    <a:pt x="2268546" y="509012"/>
                  </a:lnTo>
                  <a:lnTo>
                    <a:pt x="2264423" y="517897"/>
                  </a:lnTo>
                  <a:lnTo>
                    <a:pt x="2259348" y="526148"/>
                  </a:lnTo>
                  <a:lnTo>
                    <a:pt x="2253956" y="534399"/>
                  </a:lnTo>
                  <a:lnTo>
                    <a:pt x="2247296" y="542015"/>
                  </a:lnTo>
                  <a:lnTo>
                    <a:pt x="2240001" y="549314"/>
                  </a:lnTo>
                  <a:lnTo>
                    <a:pt x="2194646" y="592154"/>
                  </a:lnTo>
                  <a:lnTo>
                    <a:pt x="2186400" y="599136"/>
                  </a:lnTo>
                  <a:lnTo>
                    <a:pt x="2178471" y="604848"/>
                  </a:lnTo>
                  <a:lnTo>
                    <a:pt x="2170224" y="609925"/>
                  </a:lnTo>
                  <a:lnTo>
                    <a:pt x="2161344" y="614368"/>
                  </a:lnTo>
                  <a:lnTo>
                    <a:pt x="2152780" y="618176"/>
                  </a:lnTo>
                  <a:lnTo>
                    <a:pt x="2143899" y="621032"/>
                  </a:lnTo>
                  <a:lnTo>
                    <a:pt x="2135336" y="622619"/>
                  </a:lnTo>
                  <a:lnTo>
                    <a:pt x="2126455" y="623888"/>
                  </a:lnTo>
                  <a:lnTo>
                    <a:pt x="2117892" y="623888"/>
                  </a:lnTo>
                  <a:lnTo>
                    <a:pt x="2109011" y="623571"/>
                  </a:lnTo>
                  <a:lnTo>
                    <a:pt x="2104888" y="622619"/>
                  </a:lnTo>
                  <a:lnTo>
                    <a:pt x="2101082" y="621984"/>
                  </a:lnTo>
                  <a:lnTo>
                    <a:pt x="2096959" y="621032"/>
                  </a:lnTo>
                  <a:lnTo>
                    <a:pt x="2092835" y="619763"/>
                  </a:lnTo>
                  <a:lnTo>
                    <a:pt x="2089029" y="618493"/>
                  </a:lnTo>
                  <a:lnTo>
                    <a:pt x="2085223" y="616589"/>
                  </a:lnTo>
                  <a:lnTo>
                    <a:pt x="2081735" y="614685"/>
                  </a:lnTo>
                  <a:lnTo>
                    <a:pt x="2078563" y="612464"/>
                  </a:lnTo>
                  <a:lnTo>
                    <a:pt x="2074757" y="610243"/>
                  </a:lnTo>
                  <a:lnTo>
                    <a:pt x="2071585" y="607704"/>
                  </a:lnTo>
                  <a:lnTo>
                    <a:pt x="2068731" y="604848"/>
                  </a:lnTo>
                  <a:lnTo>
                    <a:pt x="2065559" y="601992"/>
                  </a:lnTo>
                  <a:lnTo>
                    <a:pt x="1690350" y="202462"/>
                  </a:lnTo>
                  <a:lnTo>
                    <a:pt x="1687813" y="199606"/>
                  </a:lnTo>
                  <a:lnTo>
                    <a:pt x="1685275" y="196115"/>
                  </a:lnTo>
                  <a:lnTo>
                    <a:pt x="1682738" y="192942"/>
                  </a:lnTo>
                  <a:lnTo>
                    <a:pt x="1680835" y="189451"/>
                  </a:lnTo>
                  <a:lnTo>
                    <a:pt x="1678615" y="185643"/>
                  </a:lnTo>
                  <a:lnTo>
                    <a:pt x="1677346" y="182153"/>
                  </a:lnTo>
                  <a:lnTo>
                    <a:pt x="1675760" y="178027"/>
                  </a:lnTo>
                  <a:lnTo>
                    <a:pt x="1674492" y="174219"/>
                  </a:lnTo>
                  <a:lnTo>
                    <a:pt x="1673540" y="170411"/>
                  </a:lnTo>
                  <a:lnTo>
                    <a:pt x="1672906" y="165968"/>
                  </a:lnTo>
                  <a:lnTo>
                    <a:pt x="1671954" y="161843"/>
                  </a:lnTo>
                  <a:lnTo>
                    <a:pt x="1671637" y="158035"/>
                  </a:lnTo>
                  <a:lnTo>
                    <a:pt x="1671637" y="149149"/>
                  </a:lnTo>
                  <a:lnTo>
                    <a:pt x="1672589" y="140899"/>
                  </a:lnTo>
                  <a:lnTo>
                    <a:pt x="1673857" y="132013"/>
                  </a:lnTo>
                  <a:lnTo>
                    <a:pt x="1676395" y="123445"/>
                  </a:lnTo>
                  <a:lnTo>
                    <a:pt x="1679884" y="114559"/>
                  </a:lnTo>
                  <a:lnTo>
                    <a:pt x="1683690" y="106309"/>
                  </a:lnTo>
                  <a:lnTo>
                    <a:pt x="1688764" y="97740"/>
                  </a:lnTo>
                  <a:lnTo>
                    <a:pt x="1694156" y="89807"/>
                  </a:lnTo>
                  <a:lnTo>
                    <a:pt x="1700817" y="82191"/>
                  </a:lnTo>
                  <a:lnTo>
                    <a:pt x="1708111" y="74575"/>
                  </a:lnTo>
                  <a:lnTo>
                    <a:pt x="1753784" y="31417"/>
                  </a:lnTo>
                  <a:lnTo>
                    <a:pt x="1761713" y="25070"/>
                  </a:lnTo>
                  <a:lnTo>
                    <a:pt x="1769642" y="18723"/>
                  </a:lnTo>
                  <a:lnTo>
                    <a:pt x="1777888" y="13646"/>
                  </a:lnTo>
                  <a:lnTo>
                    <a:pt x="1786769" y="9203"/>
                  </a:lnTo>
                  <a:lnTo>
                    <a:pt x="1795650" y="5712"/>
                  </a:lnTo>
                  <a:lnTo>
                    <a:pt x="1804213" y="3174"/>
                  </a:lnTo>
                  <a:lnTo>
                    <a:pt x="1813094" y="1269"/>
                  </a:lnTo>
                  <a:lnTo>
                    <a:pt x="1821657" y="317"/>
                  </a:lnTo>
                  <a:lnTo>
                    <a:pt x="1830538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0" name="Rectangle 42"/>
          <p:cNvSpPr/>
          <p:nvPr/>
        </p:nvSpPr>
        <p:spPr>
          <a:xfrm>
            <a:off x="6595646" y="1902212"/>
            <a:ext cx="3488880" cy="2492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zh-CN" b="1" dirty="0"/>
              <a:t>项目背景</a:t>
            </a:r>
            <a:endParaRPr lang="zh-CN" altLang="zh-CN" dirty="0"/>
          </a:p>
          <a:p>
            <a:r>
              <a:rPr lang="zh-CN" altLang="zh-CN" dirty="0">
                <a:solidFill>
                  <a:schemeClr val="accent3"/>
                </a:solidFill>
              </a:rPr>
              <a:t>随着生活水平的提高，人们对于个人财务管理的需求也越来越强烈。然而，市面上的记账软件往往功能繁杂，操作复杂，不符合简单快捷的理念。因此，我们开发了一个基于安卓平台的简约记账应用，旨在为用户提供一个轻便易用的个人记账工具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1041526" y="5672972"/>
            <a:ext cx="828134" cy="828134"/>
            <a:chOff x="4724005" y="3390750"/>
            <a:chExt cx="828134" cy="828134"/>
          </a:xfrm>
        </p:grpSpPr>
        <p:sp>
          <p:nvSpPr>
            <p:cNvPr id="8" name="iş1îde"/>
            <p:cNvSpPr/>
            <p:nvPr/>
          </p:nvSpPr>
          <p:spPr>
            <a:xfrm>
              <a:off x="4724005" y="3390750"/>
              <a:ext cx="828134" cy="82813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 defTabSz="914400"/>
              <a:endParaRPr sz="1400" b="1" dirty="0">
                <a:solidFill>
                  <a:schemeClr val="tx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  <p:sp>
          <p:nvSpPr>
            <p:cNvPr id="9" name="işļïḋê"/>
            <p:cNvSpPr/>
            <p:nvPr/>
          </p:nvSpPr>
          <p:spPr bwMode="auto">
            <a:xfrm>
              <a:off x="4888971" y="3570491"/>
              <a:ext cx="504056" cy="480715"/>
            </a:xfrm>
            <a:custGeom>
              <a:avLst/>
              <a:gdLst>
                <a:gd name="connsiteX0" fmla="*/ 139649 w 606580"/>
                <a:gd name="connsiteY0" fmla="*/ 323260 h 605592"/>
                <a:gd name="connsiteX1" fmla="*/ 274852 w 606580"/>
                <a:gd name="connsiteY1" fmla="*/ 323260 h 605592"/>
                <a:gd name="connsiteX2" fmla="*/ 274852 w 606580"/>
                <a:gd name="connsiteY2" fmla="*/ 349440 h 605592"/>
                <a:gd name="connsiteX3" fmla="*/ 139649 w 606580"/>
                <a:gd name="connsiteY3" fmla="*/ 349440 h 605592"/>
                <a:gd name="connsiteX4" fmla="*/ 66294 w 606580"/>
                <a:gd name="connsiteY4" fmla="*/ 26233 h 605592"/>
                <a:gd name="connsiteX5" fmla="*/ 66294 w 606580"/>
                <a:gd name="connsiteY5" fmla="*/ 375703 h 605592"/>
                <a:gd name="connsiteX6" fmla="*/ 540286 w 606580"/>
                <a:gd name="connsiteY6" fmla="*/ 375703 h 605592"/>
                <a:gd name="connsiteX7" fmla="*/ 540286 w 606580"/>
                <a:gd name="connsiteY7" fmla="*/ 26233 h 605592"/>
                <a:gd name="connsiteX8" fmla="*/ 39925 w 606580"/>
                <a:gd name="connsiteY8" fmla="*/ 0 h 605592"/>
                <a:gd name="connsiteX9" fmla="*/ 566655 w 606580"/>
                <a:gd name="connsiteY9" fmla="*/ 0 h 605592"/>
                <a:gd name="connsiteX10" fmla="*/ 566655 w 606580"/>
                <a:gd name="connsiteY10" fmla="*/ 375703 h 605592"/>
                <a:gd name="connsiteX11" fmla="*/ 606580 w 606580"/>
                <a:gd name="connsiteY11" fmla="*/ 375703 h 605592"/>
                <a:gd name="connsiteX12" fmla="*/ 606580 w 606580"/>
                <a:gd name="connsiteY12" fmla="*/ 401936 h 605592"/>
                <a:gd name="connsiteX13" fmla="*/ 373716 w 606580"/>
                <a:gd name="connsiteY13" fmla="*/ 401936 h 605592"/>
                <a:gd name="connsiteX14" fmla="*/ 413269 w 606580"/>
                <a:gd name="connsiteY14" fmla="*/ 600587 h 605592"/>
                <a:gd name="connsiteX15" fmla="*/ 387364 w 606580"/>
                <a:gd name="connsiteY15" fmla="*/ 605592 h 605592"/>
                <a:gd name="connsiteX16" fmla="*/ 346790 w 606580"/>
                <a:gd name="connsiteY16" fmla="*/ 401936 h 605592"/>
                <a:gd name="connsiteX17" fmla="*/ 316521 w 606580"/>
                <a:gd name="connsiteY17" fmla="*/ 401936 h 605592"/>
                <a:gd name="connsiteX18" fmla="*/ 316521 w 606580"/>
                <a:gd name="connsiteY18" fmla="*/ 551828 h 605592"/>
                <a:gd name="connsiteX19" fmla="*/ 290059 w 606580"/>
                <a:gd name="connsiteY19" fmla="*/ 551828 h 605592"/>
                <a:gd name="connsiteX20" fmla="*/ 290059 w 606580"/>
                <a:gd name="connsiteY20" fmla="*/ 401936 h 605592"/>
                <a:gd name="connsiteX21" fmla="*/ 247163 w 606580"/>
                <a:gd name="connsiteY21" fmla="*/ 401936 h 605592"/>
                <a:gd name="connsiteX22" fmla="*/ 206588 w 606580"/>
                <a:gd name="connsiteY22" fmla="*/ 605592 h 605592"/>
                <a:gd name="connsiteX23" fmla="*/ 180591 w 606580"/>
                <a:gd name="connsiteY23" fmla="*/ 600494 h 605592"/>
                <a:gd name="connsiteX24" fmla="*/ 220237 w 606580"/>
                <a:gd name="connsiteY24" fmla="*/ 401936 h 605592"/>
                <a:gd name="connsiteX25" fmla="*/ 0 w 606580"/>
                <a:gd name="connsiteY25" fmla="*/ 401936 h 605592"/>
                <a:gd name="connsiteX26" fmla="*/ 0 w 606580"/>
                <a:gd name="connsiteY26" fmla="*/ 375703 h 605592"/>
                <a:gd name="connsiteX27" fmla="*/ 39925 w 606580"/>
                <a:gd name="connsiteY27" fmla="*/ 375703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06580" h="605592">
                  <a:moveTo>
                    <a:pt x="139649" y="323260"/>
                  </a:moveTo>
                  <a:lnTo>
                    <a:pt x="274852" y="323260"/>
                  </a:lnTo>
                  <a:lnTo>
                    <a:pt x="274852" y="349440"/>
                  </a:lnTo>
                  <a:lnTo>
                    <a:pt x="139649" y="349440"/>
                  </a:lnTo>
                  <a:close/>
                  <a:moveTo>
                    <a:pt x="66294" y="26233"/>
                  </a:moveTo>
                  <a:lnTo>
                    <a:pt x="66294" y="375703"/>
                  </a:lnTo>
                  <a:lnTo>
                    <a:pt x="540286" y="375703"/>
                  </a:lnTo>
                  <a:lnTo>
                    <a:pt x="540286" y="26233"/>
                  </a:lnTo>
                  <a:close/>
                  <a:moveTo>
                    <a:pt x="39925" y="0"/>
                  </a:moveTo>
                  <a:lnTo>
                    <a:pt x="566655" y="0"/>
                  </a:lnTo>
                  <a:lnTo>
                    <a:pt x="566655" y="375703"/>
                  </a:lnTo>
                  <a:lnTo>
                    <a:pt x="606580" y="375703"/>
                  </a:lnTo>
                  <a:lnTo>
                    <a:pt x="606580" y="401936"/>
                  </a:lnTo>
                  <a:lnTo>
                    <a:pt x="373716" y="401936"/>
                  </a:lnTo>
                  <a:lnTo>
                    <a:pt x="413269" y="600587"/>
                  </a:lnTo>
                  <a:lnTo>
                    <a:pt x="387364" y="605592"/>
                  </a:lnTo>
                  <a:lnTo>
                    <a:pt x="346790" y="401936"/>
                  </a:lnTo>
                  <a:lnTo>
                    <a:pt x="316521" y="401936"/>
                  </a:lnTo>
                  <a:lnTo>
                    <a:pt x="316521" y="551828"/>
                  </a:lnTo>
                  <a:lnTo>
                    <a:pt x="290059" y="551828"/>
                  </a:lnTo>
                  <a:lnTo>
                    <a:pt x="290059" y="401936"/>
                  </a:lnTo>
                  <a:lnTo>
                    <a:pt x="247163" y="401936"/>
                  </a:lnTo>
                  <a:lnTo>
                    <a:pt x="206588" y="605592"/>
                  </a:lnTo>
                  <a:lnTo>
                    <a:pt x="180591" y="600494"/>
                  </a:lnTo>
                  <a:lnTo>
                    <a:pt x="220237" y="401936"/>
                  </a:lnTo>
                  <a:lnTo>
                    <a:pt x="0" y="401936"/>
                  </a:lnTo>
                  <a:lnTo>
                    <a:pt x="0" y="375703"/>
                  </a:lnTo>
                  <a:lnTo>
                    <a:pt x="39925" y="3757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仓耳青禾体-谷力 W05" panose="020204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2744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8717500" y="-3973805"/>
            <a:ext cx="6109232" cy="610923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0145417" y="-2524449"/>
            <a:ext cx="3253398" cy="32533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803" y="470479"/>
            <a:ext cx="3254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</a:p>
          <a:p>
            <a:endParaRPr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>
            <a:off x="0" y="4398721"/>
            <a:ext cx="12192000" cy="2459279"/>
          </a:xfrm>
          <a:custGeom>
            <a:avLst/>
            <a:gdLst>
              <a:gd name="T0" fmla="*/ 0 w 1082"/>
              <a:gd name="T1" fmla="*/ 0 h 303"/>
              <a:gd name="T2" fmla="*/ 148 w 1082"/>
              <a:gd name="T3" fmla="*/ 73 h 303"/>
              <a:gd name="T4" fmla="*/ 321 w 1082"/>
              <a:gd name="T5" fmla="*/ 32 h 303"/>
              <a:gd name="T6" fmla="*/ 433 w 1082"/>
              <a:gd name="T7" fmla="*/ 94 h 303"/>
              <a:gd name="T8" fmla="*/ 570 w 1082"/>
              <a:gd name="T9" fmla="*/ 151 h 303"/>
              <a:gd name="T10" fmla="*/ 749 w 1082"/>
              <a:gd name="T11" fmla="*/ 25 h 303"/>
              <a:gd name="T12" fmla="*/ 970 w 1082"/>
              <a:gd name="T13" fmla="*/ 56 h 303"/>
              <a:gd name="T14" fmla="*/ 1082 w 1082"/>
              <a:gd name="T15" fmla="*/ 60 h 303"/>
              <a:gd name="T16" fmla="*/ 1082 w 1082"/>
              <a:gd name="T17" fmla="*/ 303 h 303"/>
              <a:gd name="T18" fmla="*/ 0 w 1082"/>
              <a:gd name="T19" fmla="*/ 303 h 303"/>
              <a:gd name="T20" fmla="*/ 0 w 1082"/>
              <a:gd name="T21" fmla="*/ 0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82" h="303">
                <a:moveTo>
                  <a:pt x="0" y="0"/>
                </a:moveTo>
                <a:cubicBezTo>
                  <a:pt x="0" y="0"/>
                  <a:pt x="81" y="74"/>
                  <a:pt x="148" y="73"/>
                </a:cubicBezTo>
                <a:cubicBezTo>
                  <a:pt x="215" y="72"/>
                  <a:pt x="261" y="33"/>
                  <a:pt x="321" y="32"/>
                </a:cubicBezTo>
                <a:cubicBezTo>
                  <a:pt x="381" y="31"/>
                  <a:pt x="418" y="81"/>
                  <a:pt x="433" y="94"/>
                </a:cubicBezTo>
                <a:cubicBezTo>
                  <a:pt x="448" y="107"/>
                  <a:pt x="527" y="163"/>
                  <a:pt x="570" y="151"/>
                </a:cubicBezTo>
                <a:cubicBezTo>
                  <a:pt x="613" y="139"/>
                  <a:pt x="685" y="43"/>
                  <a:pt x="749" y="25"/>
                </a:cubicBezTo>
                <a:cubicBezTo>
                  <a:pt x="813" y="7"/>
                  <a:pt x="898" y="30"/>
                  <a:pt x="970" y="56"/>
                </a:cubicBezTo>
                <a:cubicBezTo>
                  <a:pt x="1042" y="82"/>
                  <a:pt x="1082" y="60"/>
                  <a:pt x="1082" y="60"/>
                </a:cubicBezTo>
                <a:cubicBezTo>
                  <a:pt x="1082" y="303"/>
                  <a:pt x="1082" y="303"/>
                  <a:pt x="1082" y="303"/>
                </a:cubicBezTo>
                <a:cubicBezTo>
                  <a:pt x="0" y="303"/>
                  <a:pt x="0" y="303"/>
                  <a:pt x="0" y="30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reeform 6"/>
          <p:cNvSpPr/>
          <p:nvPr/>
        </p:nvSpPr>
        <p:spPr bwMode="auto">
          <a:xfrm>
            <a:off x="0" y="4722573"/>
            <a:ext cx="12192000" cy="2135427"/>
          </a:xfrm>
          <a:custGeom>
            <a:avLst/>
            <a:gdLst>
              <a:gd name="T0" fmla="*/ 0 w 1082"/>
              <a:gd name="T1" fmla="*/ 16 h 260"/>
              <a:gd name="T2" fmla="*/ 56 w 1082"/>
              <a:gd name="T3" fmla="*/ 34 h 260"/>
              <a:gd name="T4" fmla="*/ 216 w 1082"/>
              <a:gd name="T5" fmla="*/ 115 h 260"/>
              <a:gd name="T6" fmla="*/ 362 w 1082"/>
              <a:gd name="T7" fmla="*/ 48 h 260"/>
              <a:gd name="T8" fmla="*/ 554 w 1082"/>
              <a:gd name="T9" fmla="*/ 49 h 260"/>
              <a:gd name="T10" fmla="*/ 683 w 1082"/>
              <a:gd name="T11" fmla="*/ 139 h 260"/>
              <a:gd name="T12" fmla="*/ 852 w 1082"/>
              <a:gd name="T13" fmla="*/ 98 h 260"/>
              <a:gd name="T14" fmla="*/ 986 w 1082"/>
              <a:gd name="T15" fmla="*/ 93 h 260"/>
              <a:gd name="T16" fmla="*/ 1082 w 1082"/>
              <a:gd name="T17" fmla="*/ 121 h 260"/>
              <a:gd name="T18" fmla="*/ 1082 w 1082"/>
              <a:gd name="T19" fmla="*/ 260 h 260"/>
              <a:gd name="T20" fmla="*/ 0 w 1082"/>
              <a:gd name="T21" fmla="*/ 260 h 260"/>
              <a:gd name="T22" fmla="*/ 0 w 1082"/>
              <a:gd name="T23" fmla="*/ 16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2" h="260">
                <a:moveTo>
                  <a:pt x="0" y="16"/>
                </a:moveTo>
                <a:cubicBezTo>
                  <a:pt x="0" y="16"/>
                  <a:pt x="26" y="13"/>
                  <a:pt x="56" y="34"/>
                </a:cubicBezTo>
                <a:cubicBezTo>
                  <a:pt x="86" y="55"/>
                  <a:pt x="156" y="120"/>
                  <a:pt x="216" y="115"/>
                </a:cubicBezTo>
                <a:cubicBezTo>
                  <a:pt x="276" y="110"/>
                  <a:pt x="325" y="68"/>
                  <a:pt x="362" y="48"/>
                </a:cubicBezTo>
                <a:cubicBezTo>
                  <a:pt x="408" y="23"/>
                  <a:pt x="494" y="0"/>
                  <a:pt x="554" y="49"/>
                </a:cubicBezTo>
                <a:cubicBezTo>
                  <a:pt x="620" y="103"/>
                  <a:pt x="661" y="136"/>
                  <a:pt x="683" y="139"/>
                </a:cubicBezTo>
                <a:cubicBezTo>
                  <a:pt x="735" y="145"/>
                  <a:pt x="790" y="119"/>
                  <a:pt x="852" y="98"/>
                </a:cubicBezTo>
                <a:cubicBezTo>
                  <a:pt x="914" y="77"/>
                  <a:pt x="963" y="87"/>
                  <a:pt x="986" y="93"/>
                </a:cubicBezTo>
                <a:cubicBezTo>
                  <a:pt x="1027" y="104"/>
                  <a:pt x="1082" y="121"/>
                  <a:pt x="1082" y="121"/>
                </a:cubicBezTo>
                <a:cubicBezTo>
                  <a:pt x="1082" y="260"/>
                  <a:pt x="1082" y="260"/>
                  <a:pt x="1082" y="260"/>
                </a:cubicBezTo>
                <a:cubicBezTo>
                  <a:pt x="0" y="260"/>
                  <a:pt x="0" y="260"/>
                  <a:pt x="0" y="260"/>
                </a:cubicBezTo>
                <a:lnTo>
                  <a:pt x="0" y="1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Freeform 7"/>
          <p:cNvSpPr/>
          <p:nvPr/>
        </p:nvSpPr>
        <p:spPr bwMode="auto">
          <a:xfrm>
            <a:off x="0" y="5143788"/>
            <a:ext cx="12192000" cy="1714212"/>
          </a:xfrm>
          <a:custGeom>
            <a:avLst/>
            <a:gdLst>
              <a:gd name="T0" fmla="*/ 0 w 1082"/>
              <a:gd name="T1" fmla="*/ 90 h 204"/>
              <a:gd name="T2" fmla="*/ 138 w 1082"/>
              <a:gd name="T3" fmla="*/ 140 h 204"/>
              <a:gd name="T4" fmla="*/ 314 w 1082"/>
              <a:gd name="T5" fmla="*/ 92 h 204"/>
              <a:gd name="T6" fmla="*/ 530 w 1082"/>
              <a:gd name="T7" fmla="*/ 154 h 204"/>
              <a:gd name="T8" fmla="*/ 614 w 1082"/>
              <a:gd name="T9" fmla="*/ 85 h 204"/>
              <a:gd name="T10" fmla="*/ 823 w 1082"/>
              <a:gd name="T11" fmla="*/ 76 h 204"/>
              <a:gd name="T12" fmla="*/ 983 w 1082"/>
              <a:gd name="T13" fmla="*/ 118 h 204"/>
              <a:gd name="T14" fmla="*/ 1082 w 1082"/>
              <a:gd name="T15" fmla="*/ 137 h 204"/>
              <a:gd name="T16" fmla="*/ 1082 w 1082"/>
              <a:gd name="T17" fmla="*/ 204 h 204"/>
              <a:gd name="T18" fmla="*/ 0 w 1082"/>
              <a:gd name="T19" fmla="*/ 204 h 204"/>
              <a:gd name="T20" fmla="*/ 0 w 1082"/>
              <a:gd name="T21" fmla="*/ 9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82" h="204">
                <a:moveTo>
                  <a:pt x="0" y="90"/>
                </a:moveTo>
                <a:cubicBezTo>
                  <a:pt x="0" y="90"/>
                  <a:pt x="90" y="138"/>
                  <a:pt x="138" y="140"/>
                </a:cubicBezTo>
                <a:cubicBezTo>
                  <a:pt x="186" y="142"/>
                  <a:pt x="248" y="89"/>
                  <a:pt x="314" y="92"/>
                </a:cubicBezTo>
                <a:cubicBezTo>
                  <a:pt x="429" y="98"/>
                  <a:pt x="451" y="152"/>
                  <a:pt x="530" y="154"/>
                </a:cubicBezTo>
                <a:cubicBezTo>
                  <a:pt x="530" y="154"/>
                  <a:pt x="584" y="156"/>
                  <a:pt x="614" y="85"/>
                </a:cubicBezTo>
                <a:cubicBezTo>
                  <a:pt x="650" y="0"/>
                  <a:pt x="757" y="38"/>
                  <a:pt x="823" y="76"/>
                </a:cubicBezTo>
                <a:cubicBezTo>
                  <a:pt x="863" y="99"/>
                  <a:pt x="923" y="91"/>
                  <a:pt x="983" y="118"/>
                </a:cubicBezTo>
                <a:cubicBezTo>
                  <a:pt x="1027" y="138"/>
                  <a:pt x="1082" y="137"/>
                  <a:pt x="1082" y="137"/>
                </a:cubicBezTo>
                <a:cubicBezTo>
                  <a:pt x="1082" y="204"/>
                  <a:pt x="1082" y="204"/>
                  <a:pt x="1082" y="204"/>
                </a:cubicBezTo>
                <a:cubicBezTo>
                  <a:pt x="0" y="204"/>
                  <a:pt x="0" y="204"/>
                  <a:pt x="0" y="204"/>
                </a:cubicBezTo>
                <a:lnTo>
                  <a:pt x="0" y="9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0" dist="381000" algn="l" rotWithShape="0">
              <a:schemeClr val="bg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7" name="任意多边形 4"/>
          <p:cNvSpPr/>
          <p:nvPr/>
        </p:nvSpPr>
        <p:spPr>
          <a:xfrm>
            <a:off x="5764175" y="3174067"/>
            <a:ext cx="0" cy="1993900"/>
          </a:xfrm>
          <a:custGeom>
            <a:avLst/>
            <a:gdLst>
              <a:gd name="connsiteX0" fmla="*/ 0 w 0"/>
              <a:gd name="connsiteY0" fmla="*/ 1495425 h 1495425"/>
              <a:gd name="connsiteX1" fmla="*/ 0 w 0"/>
              <a:gd name="connsiteY1" fmla="*/ 0 h 149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95425">
                <a:moveTo>
                  <a:pt x="0" y="1495425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8" name="任意多边形 5"/>
          <p:cNvSpPr/>
          <p:nvPr/>
        </p:nvSpPr>
        <p:spPr>
          <a:xfrm>
            <a:off x="7640076" y="2508538"/>
            <a:ext cx="0" cy="3200400"/>
          </a:xfrm>
          <a:custGeom>
            <a:avLst/>
            <a:gdLst>
              <a:gd name="connsiteX0" fmla="*/ 0 w 0"/>
              <a:gd name="connsiteY0" fmla="*/ 2400300 h 2400300"/>
              <a:gd name="connsiteX1" fmla="*/ 0 w 0"/>
              <a:gd name="connsiteY1" fmla="*/ 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400300">
                <a:moveTo>
                  <a:pt x="0" y="240030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9" name="任意多边形 6"/>
          <p:cNvSpPr/>
          <p:nvPr/>
        </p:nvSpPr>
        <p:spPr>
          <a:xfrm>
            <a:off x="9949750" y="2945162"/>
            <a:ext cx="0" cy="1993900"/>
          </a:xfrm>
          <a:custGeom>
            <a:avLst/>
            <a:gdLst>
              <a:gd name="connsiteX0" fmla="*/ 0 w 0"/>
              <a:gd name="connsiteY0" fmla="*/ 1495425 h 1495425"/>
              <a:gd name="connsiteX1" fmla="*/ 0 w 0"/>
              <a:gd name="connsiteY1" fmla="*/ 0 h 149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95425">
                <a:moveTo>
                  <a:pt x="0" y="1495425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0" name="任意多边形 7"/>
          <p:cNvSpPr/>
          <p:nvPr/>
        </p:nvSpPr>
        <p:spPr>
          <a:xfrm>
            <a:off x="1964162" y="2451388"/>
            <a:ext cx="0" cy="2692400"/>
          </a:xfrm>
          <a:custGeom>
            <a:avLst/>
            <a:gdLst>
              <a:gd name="connsiteX0" fmla="*/ 0 w 0"/>
              <a:gd name="connsiteY0" fmla="*/ 2019300 h 2019300"/>
              <a:gd name="connsiteX1" fmla="*/ 0 w 0"/>
              <a:gd name="connsiteY1" fmla="*/ 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019300">
                <a:moveTo>
                  <a:pt x="0" y="201930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11" name="任意多边形 20"/>
          <p:cNvSpPr/>
          <p:nvPr/>
        </p:nvSpPr>
        <p:spPr>
          <a:xfrm>
            <a:off x="3970762" y="1836648"/>
            <a:ext cx="0" cy="4495800"/>
          </a:xfrm>
          <a:custGeom>
            <a:avLst/>
            <a:gdLst>
              <a:gd name="connsiteX0" fmla="*/ 0 w 0"/>
              <a:gd name="connsiteY0" fmla="*/ 3371850 h 3371850"/>
              <a:gd name="connsiteX1" fmla="*/ 0 w 0"/>
              <a:gd name="connsiteY1" fmla="*/ 0 h 3371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371850">
                <a:moveTo>
                  <a:pt x="0" y="337185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prstClr val="white"/>
              </a:solidFill>
            </a:endParaRPr>
          </a:p>
        </p:txBody>
      </p:sp>
      <p:grpSp>
        <p:nvGrpSpPr>
          <p:cNvPr id="12" name="Group 14"/>
          <p:cNvGrpSpPr/>
          <p:nvPr/>
        </p:nvGrpSpPr>
        <p:grpSpPr>
          <a:xfrm>
            <a:off x="2114102" y="2360049"/>
            <a:ext cx="1543498" cy="1922402"/>
            <a:chOff x="8508024" y="2034687"/>
            <a:chExt cx="2972326" cy="1822914"/>
          </a:xfrm>
        </p:grpSpPr>
        <p:sp>
          <p:nvSpPr>
            <p:cNvPr id="13" name="TextBox 12"/>
            <p:cNvSpPr txBox="1"/>
            <p:nvPr/>
          </p:nvSpPr>
          <p:spPr>
            <a:xfrm>
              <a:off x="8508024" y="2034687"/>
              <a:ext cx="1936112" cy="344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开发工具</a:t>
              </a:r>
              <a:endPara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508024" y="2365039"/>
              <a:ext cx="2972326" cy="14925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Studio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是一个由谷歌开发的集成开发环境（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IDE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），用于开发 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应用程序。它是专门为 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平台开发而设计的，并且提供了丰富的工具和功能，使开发人员能够创建高质量的应用程序。</a:t>
              </a:r>
              <a:endParaRPr lang="zh-CN" altLang="en-US" sz="9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095301" y="1729018"/>
            <a:ext cx="1543498" cy="1592632"/>
            <a:chOff x="8508024" y="2034687"/>
            <a:chExt cx="2972326" cy="1510210"/>
          </a:xfrm>
        </p:grpSpPr>
        <p:sp>
          <p:nvSpPr>
            <p:cNvPr id="16" name="TextBox 12"/>
            <p:cNvSpPr txBox="1"/>
            <p:nvPr/>
          </p:nvSpPr>
          <p:spPr>
            <a:xfrm>
              <a:off x="8508024" y="2034687"/>
              <a:ext cx="1936112" cy="348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/>
                <a:t>开发语言</a:t>
              </a:r>
              <a:endPara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Rectangle 13"/>
            <p:cNvSpPr/>
            <p:nvPr/>
          </p:nvSpPr>
          <p:spPr>
            <a:xfrm>
              <a:off x="8508024" y="2365039"/>
              <a:ext cx="2972326" cy="1179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Java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是一种广泛使用的编程语言，最初由 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Sun Microsystems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（后被 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Oracle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收购）于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1995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年推出。它是一种面向对象的语言，被设计用于创建跨平台的应用程序。</a:t>
              </a:r>
            </a:p>
          </p:txBody>
        </p:sp>
      </p:grpSp>
      <p:grpSp>
        <p:nvGrpSpPr>
          <p:cNvPr id="18" name="Group 14"/>
          <p:cNvGrpSpPr/>
          <p:nvPr/>
        </p:nvGrpSpPr>
        <p:grpSpPr>
          <a:xfrm>
            <a:off x="5929973" y="3238332"/>
            <a:ext cx="1543498" cy="1257604"/>
            <a:chOff x="8508024" y="2034687"/>
            <a:chExt cx="2972326" cy="1192520"/>
          </a:xfrm>
        </p:grpSpPr>
        <p:sp>
          <p:nvSpPr>
            <p:cNvPr id="19" name="TextBox 12"/>
            <p:cNvSpPr txBox="1"/>
            <p:nvPr/>
          </p:nvSpPr>
          <p:spPr>
            <a:xfrm>
              <a:off x="8508024" y="2034687"/>
              <a:ext cx="1540988" cy="344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</a:t>
              </a:r>
              <a:endPara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Rectangle 13"/>
            <p:cNvSpPr/>
            <p:nvPr/>
          </p:nvSpPr>
          <p:spPr>
            <a:xfrm>
              <a:off x="8508024" y="2365039"/>
              <a:ext cx="2972326" cy="8621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SQLite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是一种嵌入式关系型数据库管理系（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RDBMS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），它提供了一个轻量级、零配置的数据库引擎。</a:t>
              </a:r>
              <a:endParaRPr lang="zh-CN" altLang="en-US" sz="9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Group 14"/>
          <p:cNvGrpSpPr/>
          <p:nvPr/>
        </p:nvGrpSpPr>
        <p:grpSpPr>
          <a:xfrm>
            <a:off x="8017433" y="2420781"/>
            <a:ext cx="1543498" cy="1925031"/>
            <a:chOff x="8508024" y="2034687"/>
            <a:chExt cx="2972326" cy="1825406"/>
          </a:xfrm>
        </p:grpSpPr>
        <p:sp>
          <p:nvSpPr>
            <p:cNvPr id="22" name="TextBox 12"/>
            <p:cNvSpPr txBox="1"/>
            <p:nvPr/>
          </p:nvSpPr>
          <p:spPr>
            <a:xfrm>
              <a:off x="8508024" y="2034687"/>
              <a:ext cx="1540988" cy="348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/>
                <a:t>图表库</a:t>
              </a:r>
              <a:endPara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Rectangle 13"/>
            <p:cNvSpPr/>
            <p:nvPr/>
          </p:nvSpPr>
          <p:spPr>
            <a:xfrm>
              <a:off x="8508024" y="2365039"/>
              <a:ext cx="2972326" cy="1495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MPAndroidChart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是一个强大而灵活的开源图表库，用于在 </a:t>
              </a:r>
              <a:r>
                <a:rPr lang="en-US" altLang="zh-CN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</a:t>
              </a:r>
              <a:r>
                <a:rPr lang="zh-CN" altLang="en-US" sz="900" b="0" i="0" dirty="0"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应用程序中显示各种类型的图表和图形。它提供了丰富的图表类型，包括折线图、柱状图、饼图、散点图、雷达图等，以及支持各种自定义和交互功能。</a:t>
              </a:r>
              <a:endParaRPr lang="zh-CN" altLang="en-US" sz="9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198925" y="1432244"/>
            <a:ext cx="3254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使用技术</a:t>
            </a:r>
          </a:p>
          <a:p>
            <a:endParaRPr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</a:p>
        </p:txBody>
      </p:sp>
      <p:cxnSp>
        <p:nvCxnSpPr>
          <p:cNvPr id="4" name="直接连接符 3"/>
          <p:cNvCxnSpPr>
            <a:stCxn id="20" idx="4"/>
            <a:endCxn id="27" idx="0"/>
          </p:cNvCxnSpPr>
          <p:nvPr/>
        </p:nvCxnSpPr>
        <p:spPr>
          <a:xfrm>
            <a:off x="1936418" y="3813199"/>
            <a:ext cx="0" cy="1251587"/>
          </a:xfrm>
          <a:prstGeom prst="line">
            <a:avLst/>
          </a:prstGeom>
          <a:ln w="57150" cap="rnd">
            <a:solidFill>
              <a:schemeClr val="bg1">
                <a:lumMod val="9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îṣḷïďè"/>
          <p:cNvGrpSpPr/>
          <p:nvPr/>
        </p:nvGrpSpPr>
        <p:grpSpPr>
          <a:xfrm>
            <a:off x="8677654" y="0"/>
            <a:ext cx="3514346" cy="6858000"/>
            <a:chOff x="8677654" y="-12362"/>
            <a:chExt cx="3514346" cy="6870362"/>
          </a:xfrm>
        </p:grpSpPr>
        <p:sp>
          <p:nvSpPr>
            <p:cNvPr id="6" name="işľïde"/>
            <p:cNvSpPr/>
            <p:nvPr/>
          </p:nvSpPr>
          <p:spPr bwMode="auto">
            <a:xfrm flipH="1">
              <a:off x="8677654" y="-12362"/>
              <a:ext cx="1450571" cy="6868048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solidFill>
                  <a:schemeClr val="bg1"/>
                </a:solidFill>
                <a:latin typeface="仓耳青禾体-谷力 W05" panose="02020400000000000000" pitchFamily="18" charset="-122"/>
              </a:endParaRPr>
            </a:p>
          </p:txBody>
        </p:sp>
        <p:sp>
          <p:nvSpPr>
            <p:cNvPr id="7" name="îṣḷíḍê"/>
            <p:cNvSpPr/>
            <p:nvPr/>
          </p:nvSpPr>
          <p:spPr bwMode="auto">
            <a:xfrm flipH="1">
              <a:off x="8860535" y="-10048"/>
              <a:ext cx="1267691" cy="6868048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  <a:alpha val="80000"/>
              </a:schemeClr>
            </a:solidFill>
            <a:ln w="9525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solidFill>
                  <a:schemeClr val="bg1"/>
                </a:solidFill>
                <a:latin typeface="仓耳青禾体-谷力 W05" panose="02020400000000000000" pitchFamily="18" charset="-122"/>
              </a:endParaRPr>
            </a:p>
          </p:txBody>
        </p:sp>
        <p:sp>
          <p:nvSpPr>
            <p:cNvPr id="8" name="ïSḷiďè"/>
            <p:cNvSpPr/>
            <p:nvPr/>
          </p:nvSpPr>
          <p:spPr bwMode="auto">
            <a:xfrm>
              <a:off x="9072766" y="0"/>
              <a:ext cx="3119234" cy="6858000"/>
            </a:xfrm>
            <a:custGeom>
              <a:avLst/>
              <a:gdLst>
                <a:gd name="connsiteX0" fmla="*/ 1038007 w 3119234"/>
                <a:gd name="connsiteY0" fmla="*/ 0 h 6858000"/>
                <a:gd name="connsiteX1" fmla="*/ 3119234 w 3119234"/>
                <a:gd name="connsiteY1" fmla="*/ 0 h 6858000"/>
                <a:gd name="connsiteX2" fmla="*/ 3119234 w 3119234"/>
                <a:gd name="connsiteY2" fmla="*/ 6823552 h 6858000"/>
                <a:gd name="connsiteX3" fmla="*/ 3114020 w 3119234"/>
                <a:gd name="connsiteY3" fmla="*/ 6858000 h 6858000"/>
                <a:gd name="connsiteX4" fmla="*/ 0 w 3119234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9234" h="6858000">
                  <a:moveTo>
                    <a:pt x="1038007" y="0"/>
                  </a:moveTo>
                  <a:lnTo>
                    <a:pt x="3119234" y="0"/>
                  </a:lnTo>
                  <a:lnTo>
                    <a:pt x="3119234" y="6823552"/>
                  </a:lnTo>
                  <a:lnTo>
                    <a:pt x="311402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59976" r="-59490"/>
              </a:stretch>
            </a:blipFill>
            <a:ln w="63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solidFill>
                  <a:schemeClr val="bg1"/>
                </a:solidFill>
                <a:latin typeface="仓耳青禾体-谷力 W05" panose="02020400000000000000" pitchFamily="18" charset="-122"/>
              </a:endParaRPr>
            </a:p>
          </p:txBody>
        </p:sp>
      </p:grpSp>
      <p:cxnSp>
        <p:nvCxnSpPr>
          <p:cNvPr id="15" name="直接连接符 14"/>
          <p:cNvCxnSpPr>
            <a:stCxn id="22" idx="2"/>
            <a:endCxn id="20" idx="6"/>
          </p:cNvCxnSpPr>
          <p:nvPr/>
        </p:nvCxnSpPr>
        <p:spPr>
          <a:xfrm flipH="1">
            <a:off x="2320617" y="3429000"/>
            <a:ext cx="6357037" cy="0"/>
          </a:xfrm>
          <a:prstGeom prst="line">
            <a:avLst/>
          </a:prstGeom>
          <a:ln w="57150" cap="rnd">
            <a:solidFill>
              <a:schemeClr val="bg1">
                <a:lumMod val="9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îşļïďè"/>
          <p:cNvGrpSpPr/>
          <p:nvPr/>
        </p:nvGrpSpPr>
        <p:grpSpPr>
          <a:xfrm>
            <a:off x="5114937" y="3044801"/>
            <a:ext cx="768398" cy="768398"/>
            <a:chOff x="1775520" y="2420888"/>
            <a:chExt cx="959797" cy="959797"/>
          </a:xfrm>
        </p:grpSpPr>
        <p:sp>
          <p:nvSpPr>
            <p:cNvPr id="17" name="iṡlîďé"/>
            <p:cNvSpPr/>
            <p:nvPr/>
          </p:nvSpPr>
          <p:spPr bwMode="white">
            <a:xfrm>
              <a:off x="1775520" y="2420888"/>
              <a:ext cx="959797" cy="95979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18" name="íśḷíḍe"/>
            <p:cNvSpPr/>
            <p:nvPr/>
          </p:nvSpPr>
          <p:spPr bwMode="auto">
            <a:xfrm>
              <a:off x="1958124" y="2706320"/>
              <a:ext cx="594589" cy="388934"/>
            </a:xfrm>
            <a:custGeom>
              <a:avLst/>
              <a:gdLst>
                <a:gd name="T0" fmla="*/ 2907 w 3311"/>
                <a:gd name="T1" fmla="*/ 0 h 2169"/>
                <a:gd name="T2" fmla="*/ 2503 w 3311"/>
                <a:gd name="T3" fmla="*/ 404 h 2169"/>
                <a:gd name="T4" fmla="*/ 2563 w 3311"/>
                <a:gd name="T5" fmla="*/ 616 h 2169"/>
                <a:gd name="T6" fmla="*/ 2175 w 3311"/>
                <a:gd name="T7" fmla="*/ 1061 h 2169"/>
                <a:gd name="T8" fmla="*/ 1999 w 3311"/>
                <a:gd name="T9" fmla="*/ 1021 h 2169"/>
                <a:gd name="T10" fmla="*/ 1776 w 3311"/>
                <a:gd name="T11" fmla="*/ 1088 h 2169"/>
                <a:gd name="T12" fmla="*/ 1565 w 3311"/>
                <a:gd name="T13" fmla="*/ 908 h 2169"/>
                <a:gd name="T14" fmla="*/ 1594 w 3311"/>
                <a:gd name="T15" fmla="*/ 756 h 2169"/>
                <a:gd name="T16" fmla="*/ 1190 w 3311"/>
                <a:gd name="T17" fmla="*/ 352 h 2169"/>
                <a:gd name="T18" fmla="*/ 786 w 3311"/>
                <a:gd name="T19" fmla="*/ 756 h 2169"/>
                <a:gd name="T20" fmla="*/ 856 w 3311"/>
                <a:gd name="T21" fmla="*/ 983 h 2169"/>
                <a:gd name="T22" fmla="*/ 545 w 3311"/>
                <a:gd name="T23" fmla="*/ 1386 h 2169"/>
                <a:gd name="T24" fmla="*/ 404 w 3311"/>
                <a:gd name="T25" fmla="*/ 1361 h 2169"/>
                <a:gd name="T26" fmla="*/ 0 w 3311"/>
                <a:gd name="T27" fmla="*/ 1765 h 2169"/>
                <a:gd name="T28" fmla="*/ 404 w 3311"/>
                <a:gd name="T29" fmla="*/ 2169 h 2169"/>
                <a:gd name="T30" fmla="*/ 808 w 3311"/>
                <a:gd name="T31" fmla="*/ 1765 h 2169"/>
                <a:gd name="T32" fmla="*/ 735 w 3311"/>
                <a:gd name="T33" fmla="*/ 1533 h 2169"/>
                <a:gd name="T34" fmla="*/ 1044 w 3311"/>
                <a:gd name="T35" fmla="*/ 1132 h 2169"/>
                <a:gd name="T36" fmla="*/ 1190 w 3311"/>
                <a:gd name="T37" fmla="*/ 1160 h 2169"/>
                <a:gd name="T38" fmla="*/ 1412 w 3311"/>
                <a:gd name="T39" fmla="*/ 1093 h 2169"/>
                <a:gd name="T40" fmla="*/ 1624 w 3311"/>
                <a:gd name="T41" fmla="*/ 1274 h 2169"/>
                <a:gd name="T42" fmla="*/ 1595 w 3311"/>
                <a:gd name="T43" fmla="*/ 1425 h 2169"/>
                <a:gd name="T44" fmla="*/ 1999 w 3311"/>
                <a:gd name="T45" fmla="*/ 1829 h 2169"/>
                <a:gd name="T46" fmla="*/ 2403 w 3311"/>
                <a:gd name="T47" fmla="*/ 1425 h 2169"/>
                <a:gd name="T48" fmla="*/ 2350 w 3311"/>
                <a:gd name="T49" fmla="*/ 1225 h 2169"/>
                <a:gd name="T50" fmla="*/ 2744 w 3311"/>
                <a:gd name="T51" fmla="*/ 773 h 2169"/>
                <a:gd name="T52" fmla="*/ 2907 w 3311"/>
                <a:gd name="T53" fmla="*/ 808 h 2169"/>
                <a:gd name="T54" fmla="*/ 3311 w 3311"/>
                <a:gd name="T55" fmla="*/ 404 h 2169"/>
                <a:gd name="T56" fmla="*/ 2907 w 3311"/>
                <a:gd name="T57" fmla="*/ 0 h 2169"/>
                <a:gd name="T58" fmla="*/ 2907 w 3311"/>
                <a:gd name="T59" fmla="*/ 568 h 2169"/>
                <a:gd name="T60" fmla="*/ 2743 w 3311"/>
                <a:gd name="T61" fmla="*/ 404 h 2169"/>
                <a:gd name="T62" fmla="*/ 2907 w 3311"/>
                <a:gd name="T63" fmla="*/ 240 h 2169"/>
                <a:gd name="T64" fmla="*/ 3071 w 3311"/>
                <a:gd name="T65" fmla="*/ 404 h 2169"/>
                <a:gd name="T66" fmla="*/ 2907 w 3311"/>
                <a:gd name="T67" fmla="*/ 568 h 2169"/>
                <a:gd name="T68" fmla="*/ 1999 w 3311"/>
                <a:gd name="T69" fmla="*/ 1589 h 2169"/>
                <a:gd name="T70" fmla="*/ 1835 w 3311"/>
                <a:gd name="T71" fmla="*/ 1425 h 2169"/>
                <a:gd name="T72" fmla="*/ 1999 w 3311"/>
                <a:gd name="T73" fmla="*/ 1261 h 2169"/>
                <a:gd name="T74" fmla="*/ 2163 w 3311"/>
                <a:gd name="T75" fmla="*/ 1425 h 2169"/>
                <a:gd name="T76" fmla="*/ 1999 w 3311"/>
                <a:gd name="T77" fmla="*/ 1589 h 2169"/>
                <a:gd name="T78" fmla="*/ 1190 w 3311"/>
                <a:gd name="T79" fmla="*/ 920 h 2169"/>
                <a:gd name="T80" fmla="*/ 1026 w 3311"/>
                <a:gd name="T81" fmla="*/ 756 h 2169"/>
                <a:gd name="T82" fmla="*/ 1190 w 3311"/>
                <a:gd name="T83" fmla="*/ 592 h 2169"/>
                <a:gd name="T84" fmla="*/ 1354 w 3311"/>
                <a:gd name="T85" fmla="*/ 756 h 2169"/>
                <a:gd name="T86" fmla="*/ 1190 w 3311"/>
                <a:gd name="T87" fmla="*/ 920 h 2169"/>
                <a:gd name="T88" fmla="*/ 568 w 3311"/>
                <a:gd name="T89" fmla="*/ 1765 h 2169"/>
                <a:gd name="T90" fmla="*/ 404 w 3311"/>
                <a:gd name="T91" fmla="*/ 1929 h 2169"/>
                <a:gd name="T92" fmla="*/ 240 w 3311"/>
                <a:gd name="T93" fmla="*/ 1765 h 2169"/>
                <a:gd name="T94" fmla="*/ 404 w 3311"/>
                <a:gd name="T95" fmla="*/ 1601 h 2169"/>
                <a:gd name="T96" fmla="*/ 568 w 3311"/>
                <a:gd name="T97" fmla="*/ 1765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11" h="2169">
                  <a:moveTo>
                    <a:pt x="2907" y="0"/>
                  </a:moveTo>
                  <a:cubicBezTo>
                    <a:pt x="2684" y="0"/>
                    <a:pt x="2503" y="181"/>
                    <a:pt x="2503" y="404"/>
                  </a:cubicBezTo>
                  <a:cubicBezTo>
                    <a:pt x="2503" y="481"/>
                    <a:pt x="2525" y="554"/>
                    <a:pt x="2563" y="616"/>
                  </a:cubicBezTo>
                  <a:lnTo>
                    <a:pt x="2175" y="1061"/>
                  </a:lnTo>
                  <a:cubicBezTo>
                    <a:pt x="2122" y="1036"/>
                    <a:pt x="2062" y="1021"/>
                    <a:pt x="1999" y="1021"/>
                  </a:cubicBezTo>
                  <a:cubicBezTo>
                    <a:pt x="1917" y="1021"/>
                    <a:pt x="1840" y="1046"/>
                    <a:pt x="1776" y="1088"/>
                  </a:cubicBezTo>
                  <a:lnTo>
                    <a:pt x="1565" y="908"/>
                  </a:lnTo>
                  <a:cubicBezTo>
                    <a:pt x="1584" y="861"/>
                    <a:pt x="1594" y="809"/>
                    <a:pt x="1594" y="756"/>
                  </a:cubicBezTo>
                  <a:cubicBezTo>
                    <a:pt x="1594" y="533"/>
                    <a:pt x="1413" y="352"/>
                    <a:pt x="1190" y="352"/>
                  </a:cubicBezTo>
                  <a:cubicBezTo>
                    <a:pt x="968" y="352"/>
                    <a:pt x="786" y="533"/>
                    <a:pt x="786" y="756"/>
                  </a:cubicBezTo>
                  <a:cubicBezTo>
                    <a:pt x="786" y="840"/>
                    <a:pt x="812" y="918"/>
                    <a:pt x="856" y="983"/>
                  </a:cubicBezTo>
                  <a:lnTo>
                    <a:pt x="545" y="1386"/>
                  </a:lnTo>
                  <a:cubicBezTo>
                    <a:pt x="501" y="1370"/>
                    <a:pt x="454" y="1361"/>
                    <a:pt x="404" y="1361"/>
                  </a:cubicBezTo>
                  <a:cubicBezTo>
                    <a:pt x="181" y="1361"/>
                    <a:pt x="0" y="1542"/>
                    <a:pt x="0" y="1765"/>
                  </a:cubicBezTo>
                  <a:cubicBezTo>
                    <a:pt x="0" y="1988"/>
                    <a:pt x="181" y="2169"/>
                    <a:pt x="404" y="2169"/>
                  </a:cubicBezTo>
                  <a:cubicBezTo>
                    <a:pt x="627" y="2169"/>
                    <a:pt x="808" y="1988"/>
                    <a:pt x="808" y="1765"/>
                  </a:cubicBezTo>
                  <a:cubicBezTo>
                    <a:pt x="808" y="1679"/>
                    <a:pt x="781" y="1599"/>
                    <a:pt x="735" y="1533"/>
                  </a:cubicBezTo>
                  <a:lnTo>
                    <a:pt x="1044" y="1132"/>
                  </a:lnTo>
                  <a:cubicBezTo>
                    <a:pt x="1090" y="1150"/>
                    <a:pt x="1139" y="1160"/>
                    <a:pt x="1190" y="1160"/>
                  </a:cubicBezTo>
                  <a:cubicBezTo>
                    <a:pt x="1272" y="1160"/>
                    <a:pt x="1349" y="1135"/>
                    <a:pt x="1412" y="1093"/>
                  </a:cubicBezTo>
                  <a:lnTo>
                    <a:pt x="1624" y="1274"/>
                  </a:lnTo>
                  <a:cubicBezTo>
                    <a:pt x="1606" y="1321"/>
                    <a:pt x="1595" y="1372"/>
                    <a:pt x="1595" y="1425"/>
                  </a:cubicBezTo>
                  <a:cubicBezTo>
                    <a:pt x="1595" y="1648"/>
                    <a:pt x="1776" y="1829"/>
                    <a:pt x="1999" y="1829"/>
                  </a:cubicBezTo>
                  <a:cubicBezTo>
                    <a:pt x="2222" y="1829"/>
                    <a:pt x="2403" y="1648"/>
                    <a:pt x="2403" y="1425"/>
                  </a:cubicBezTo>
                  <a:cubicBezTo>
                    <a:pt x="2403" y="1352"/>
                    <a:pt x="2384" y="1284"/>
                    <a:pt x="2350" y="1225"/>
                  </a:cubicBezTo>
                  <a:lnTo>
                    <a:pt x="2744" y="773"/>
                  </a:lnTo>
                  <a:cubicBezTo>
                    <a:pt x="2794" y="795"/>
                    <a:pt x="2849" y="808"/>
                    <a:pt x="2907" y="808"/>
                  </a:cubicBezTo>
                  <a:cubicBezTo>
                    <a:pt x="3130" y="808"/>
                    <a:pt x="3311" y="627"/>
                    <a:pt x="3311" y="404"/>
                  </a:cubicBezTo>
                  <a:cubicBezTo>
                    <a:pt x="3311" y="181"/>
                    <a:pt x="3130" y="0"/>
                    <a:pt x="2907" y="0"/>
                  </a:cubicBezTo>
                  <a:close/>
                  <a:moveTo>
                    <a:pt x="2907" y="568"/>
                  </a:moveTo>
                  <a:cubicBezTo>
                    <a:pt x="2816" y="568"/>
                    <a:pt x="2743" y="494"/>
                    <a:pt x="2743" y="404"/>
                  </a:cubicBezTo>
                  <a:cubicBezTo>
                    <a:pt x="2743" y="313"/>
                    <a:pt x="2816" y="240"/>
                    <a:pt x="2907" y="240"/>
                  </a:cubicBezTo>
                  <a:cubicBezTo>
                    <a:pt x="2997" y="240"/>
                    <a:pt x="3071" y="313"/>
                    <a:pt x="3071" y="404"/>
                  </a:cubicBezTo>
                  <a:cubicBezTo>
                    <a:pt x="3071" y="494"/>
                    <a:pt x="2997" y="568"/>
                    <a:pt x="2907" y="568"/>
                  </a:cubicBezTo>
                  <a:close/>
                  <a:moveTo>
                    <a:pt x="1999" y="1589"/>
                  </a:moveTo>
                  <a:cubicBezTo>
                    <a:pt x="1909" y="1589"/>
                    <a:pt x="1835" y="1516"/>
                    <a:pt x="1835" y="1425"/>
                  </a:cubicBezTo>
                  <a:cubicBezTo>
                    <a:pt x="1835" y="1335"/>
                    <a:pt x="1909" y="1261"/>
                    <a:pt x="1999" y="1261"/>
                  </a:cubicBezTo>
                  <a:cubicBezTo>
                    <a:pt x="2089" y="1261"/>
                    <a:pt x="2163" y="1335"/>
                    <a:pt x="2163" y="1425"/>
                  </a:cubicBezTo>
                  <a:cubicBezTo>
                    <a:pt x="2163" y="1516"/>
                    <a:pt x="2089" y="1589"/>
                    <a:pt x="1999" y="1589"/>
                  </a:cubicBezTo>
                  <a:close/>
                  <a:moveTo>
                    <a:pt x="1190" y="920"/>
                  </a:moveTo>
                  <a:cubicBezTo>
                    <a:pt x="1100" y="920"/>
                    <a:pt x="1026" y="846"/>
                    <a:pt x="1026" y="756"/>
                  </a:cubicBezTo>
                  <a:cubicBezTo>
                    <a:pt x="1026" y="665"/>
                    <a:pt x="1100" y="592"/>
                    <a:pt x="1190" y="592"/>
                  </a:cubicBezTo>
                  <a:cubicBezTo>
                    <a:pt x="1281" y="592"/>
                    <a:pt x="1354" y="665"/>
                    <a:pt x="1354" y="756"/>
                  </a:cubicBezTo>
                  <a:cubicBezTo>
                    <a:pt x="1354" y="846"/>
                    <a:pt x="1281" y="920"/>
                    <a:pt x="1190" y="920"/>
                  </a:cubicBezTo>
                  <a:close/>
                  <a:moveTo>
                    <a:pt x="568" y="1765"/>
                  </a:moveTo>
                  <a:cubicBezTo>
                    <a:pt x="568" y="1855"/>
                    <a:pt x="494" y="1929"/>
                    <a:pt x="404" y="1929"/>
                  </a:cubicBezTo>
                  <a:cubicBezTo>
                    <a:pt x="314" y="1929"/>
                    <a:pt x="240" y="1855"/>
                    <a:pt x="240" y="1765"/>
                  </a:cubicBezTo>
                  <a:cubicBezTo>
                    <a:pt x="240" y="1675"/>
                    <a:pt x="314" y="1601"/>
                    <a:pt x="404" y="1601"/>
                  </a:cubicBezTo>
                  <a:cubicBezTo>
                    <a:pt x="494" y="1601"/>
                    <a:pt x="568" y="1675"/>
                    <a:pt x="568" y="17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sz="1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grpSp>
        <p:nvGrpSpPr>
          <p:cNvPr id="19" name="iṧļïḑé"/>
          <p:cNvGrpSpPr/>
          <p:nvPr/>
        </p:nvGrpSpPr>
        <p:grpSpPr>
          <a:xfrm>
            <a:off x="1552219" y="3044801"/>
            <a:ext cx="768398" cy="768398"/>
            <a:chOff x="1775520" y="2420888"/>
            <a:chExt cx="959797" cy="959797"/>
          </a:xfrm>
        </p:grpSpPr>
        <p:sp>
          <p:nvSpPr>
            <p:cNvPr id="20" name="ïSḻíḓe"/>
            <p:cNvSpPr/>
            <p:nvPr/>
          </p:nvSpPr>
          <p:spPr bwMode="white">
            <a:xfrm>
              <a:off x="1775520" y="2420888"/>
              <a:ext cx="959797" cy="95979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21" name="íṩľíḑe"/>
            <p:cNvSpPr/>
            <p:nvPr/>
          </p:nvSpPr>
          <p:spPr bwMode="auto">
            <a:xfrm>
              <a:off x="1958124" y="2706320"/>
              <a:ext cx="594589" cy="388934"/>
            </a:xfrm>
            <a:custGeom>
              <a:avLst/>
              <a:gdLst>
                <a:gd name="T0" fmla="*/ 2907 w 3311"/>
                <a:gd name="T1" fmla="*/ 0 h 2169"/>
                <a:gd name="T2" fmla="*/ 2503 w 3311"/>
                <a:gd name="T3" fmla="*/ 404 h 2169"/>
                <a:gd name="T4" fmla="*/ 2563 w 3311"/>
                <a:gd name="T5" fmla="*/ 616 h 2169"/>
                <a:gd name="T6" fmla="*/ 2175 w 3311"/>
                <a:gd name="T7" fmla="*/ 1061 h 2169"/>
                <a:gd name="T8" fmla="*/ 1999 w 3311"/>
                <a:gd name="T9" fmla="*/ 1021 h 2169"/>
                <a:gd name="T10" fmla="*/ 1776 w 3311"/>
                <a:gd name="T11" fmla="*/ 1088 h 2169"/>
                <a:gd name="T12" fmla="*/ 1565 w 3311"/>
                <a:gd name="T13" fmla="*/ 908 h 2169"/>
                <a:gd name="T14" fmla="*/ 1594 w 3311"/>
                <a:gd name="T15" fmla="*/ 756 h 2169"/>
                <a:gd name="T16" fmla="*/ 1190 w 3311"/>
                <a:gd name="T17" fmla="*/ 352 h 2169"/>
                <a:gd name="T18" fmla="*/ 786 w 3311"/>
                <a:gd name="T19" fmla="*/ 756 h 2169"/>
                <a:gd name="T20" fmla="*/ 856 w 3311"/>
                <a:gd name="T21" fmla="*/ 983 h 2169"/>
                <a:gd name="T22" fmla="*/ 545 w 3311"/>
                <a:gd name="T23" fmla="*/ 1386 h 2169"/>
                <a:gd name="T24" fmla="*/ 404 w 3311"/>
                <a:gd name="T25" fmla="*/ 1361 h 2169"/>
                <a:gd name="T26" fmla="*/ 0 w 3311"/>
                <a:gd name="T27" fmla="*/ 1765 h 2169"/>
                <a:gd name="T28" fmla="*/ 404 w 3311"/>
                <a:gd name="T29" fmla="*/ 2169 h 2169"/>
                <a:gd name="T30" fmla="*/ 808 w 3311"/>
                <a:gd name="T31" fmla="*/ 1765 h 2169"/>
                <a:gd name="T32" fmla="*/ 735 w 3311"/>
                <a:gd name="T33" fmla="*/ 1533 h 2169"/>
                <a:gd name="T34" fmla="*/ 1044 w 3311"/>
                <a:gd name="T35" fmla="*/ 1132 h 2169"/>
                <a:gd name="T36" fmla="*/ 1190 w 3311"/>
                <a:gd name="T37" fmla="*/ 1160 h 2169"/>
                <a:gd name="T38" fmla="*/ 1412 w 3311"/>
                <a:gd name="T39" fmla="*/ 1093 h 2169"/>
                <a:gd name="T40" fmla="*/ 1624 w 3311"/>
                <a:gd name="T41" fmla="*/ 1274 h 2169"/>
                <a:gd name="T42" fmla="*/ 1595 w 3311"/>
                <a:gd name="T43" fmla="*/ 1425 h 2169"/>
                <a:gd name="T44" fmla="*/ 1999 w 3311"/>
                <a:gd name="T45" fmla="*/ 1829 h 2169"/>
                <a:gd name="T46" fmla="*/ 2403 w 3311"/>
                <a:gd name="T47" fmla="*/ 1425 h 2169"/>
                <a:gd name="T48" fmla="*/ 2350 w 3311"/>
                <a:gd name="T49" fmla="*/ 1225 h 2169"/>
                <a:gd name="T50" fmla="*/ 2744 w 3311"/>
                <a:gd name="T51" fmla="*/ 773 h 2169"/>
                <a:gd name="T52" fmla="*/ 2907 w 3311"/>
                <a:gd name="T53" fmla="*/ 808 h 2169"/>
                <a:gd name="T54" fmla="*/ 3311 w 3311"/>
                <a:gd name="T55" fmla="*/ 404 h 2169"/>
                <a:gd name="T56" fmla="*/ 2907 w 3311"/>
                <a:gd name="T57" fmla="*/ 0 h 2169"/>
                <a:gd name="T58" fmla="*/ 2907 w 3311"/>
                <a:gd name="T59" fmla="*/ 568 h 2169"/>
                <a:gd name="T60" fmla="*/ 2743 w 3311"/>
                <a:gd name="T61" fmla="*/ 404 h 2169"/>
                <a:gd name="T62" fmla="*/ 2907 w 3311"/>
                <a:gd name="T63" fmla="*/ 240 h 2169"/>
                <a:gd name="T64" fmla="*/ 3071 w 3311"/>
                <a:gd name="T65" fmla="*/ 404 h 2169"/>
                <a:gd name="T66" fmla="*/ 2907 w 3311"/>
                <a:gd name="T67" fmla="*/ 568 h 2169"/>
                <a:gd name="T68" fmla="*/ 1999 w 3311"/>
                <a:gd name="T69" fmla="*/ 1589 h 2169"/>
                <a:gd name="T70" fmla="*/ 1835 w 3311"/>
                <a:gd name="T71" fmla="*/ 1425 h 2169"/>
                <a:gd name="T72" fmla="*/ 1999 w 3311"/>
                <a:gd name="T73" fmla="*/ 1261 h 2169"/>
                <a:gd name="T74" fmla="*/ 2163 w 3311"/>
                <a:gd name="T75" fmla="*/ 1425 h 2169"/>
                <a:gd name="T76" fmla="*/ 1999 w 3311"/>
                <a:gd name="T77" fmla="*/ 1589 h 2169"/>
                <a:gd name="T78" fmla="*/ 1190 w 3311"/>
                <a:gd name="T79" fmla="*/ 920 h 2169"/>
                <a:gd name="T80" fmla="*/ 1026 w 3311"/>
                <a:gd name="T81" fmla="*/ 756 h 2169"/>
                <a:gd name="T82" fmla="*/ 1190 w 3311"/>
                <a:gd name="T83" fmla="*/ 592 h 2169"/>
                <a:gd name="T84" fmla="*/ 1354 w 3311"/>
                <a:gd name="T85" fmla="*/ 756 h 2169"/>
                <a:gd name="T86" fmla="*/ 1190 w 3311"/>
                <a:gd name="T87" fmla="*/ 920 h 2169"/>
                <a:gd name="T88" fmla="*/ 568 w 3311"/>
                <a:gd name="T89" fmla="*/ 1765 h 2169"/>
                <a:gd name="T90" fmla="*/ 404 w 3311"/>
                <a:gd name="T91" fmla="*/ 1929 h 2169"/>
                <a:gd name="T92" fmla="*/ 240 w 3311"/>
                <a:gd name="T93" fmla="*/ 1765 h 2169"/>
                <a:gd name="T94" fmla="*/ 404 w 3311"/>
                <a:gd name="T95" fmla="*/ 1601 h 2169"/>
                <a:gd name="T96" fmla="*/ 568 w 3311"/>
                <a:gd name="T97" fmla="*/ 1765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11" h="2169">
                  <a:moveTo>
                    <a:pt x="2907" y="0"/>
                  </a:moveTo>
                  <a:cubicBezTo>
                    <a:pt x="2684" y="0"/>
                    <a:pt x="2503" y="181"/>
                    <a:pt x="2503" y="404"/>
                  </a:cubicBezTo>
                  <a:cubicBezTo>
                    <a:pt x="2503" y="481"/>
                    <a:pt x="2525" y="554"/>
                    <a:pt x="2563" y="616"/>
                  </a:cubicBezTo>
                  <a:lnTo>
                    <a:pt x="2175" y="1061"/>
                  </a:lnTo>
                  <a:cubicBezTo>
                    <a:pt x="2122" y="1036"/>
                    <a:pt x="2062" y="1021"/>
                    <a:pt x="1999" y="1021"/>
                  </a:cubicBezTo>
                  <a:cubicBezTo>
                    <a:pt x="1917" y="1021"/>
                    <a:pt x="1840" y="1046"/>
                    <a:pt x="1776" y="1088"/>
                  </a:cubicBezTo>
                  <a:lnTo>
                    <a:pt x="1565" y="908"/>
                  </a:lnTo>
                  <a:cubicBezTo>
                    <a:pt x="1584" y="861"/>
                    <a:pt x="1594" y="809"/>
                    <a:pt x="1594" y="756"/>
                  </a:cubicBezTo>
                  <a:cubicBezTo>
                    <a:pt x="1594" y="533"/>
                    <a:pt x="1413" y="352"/>
                    <a:pt x="1190" y="352"/>
                  </a:cubicBezTo>
                  <a:cubicBezTo>
                    <a:pt x="968" y="352"/>
                    <a:pt x="786" y="533"/>
                    <a:pt x="786" y="756"/>
                  </a:cubicBezTo>
                  <a:cubicBezTo>
                    <a:pt x="786" y="840"/>
                    <a:pt x="812" y="918"/>
                    <a:pt x="856" y="983"/>
                  </a:cubicBezTo>
                  <a:lnTo>
                    <a:pt x="545" y="1386"/>
                  </a:lnTo>
                  <a:cubicBezTo>
                    <a:pt x="501" y="1370"/>
                    <a:pt x="454" y="1361"/>
                    <a:pt x="404" y="1361"/>
                  </a:cubicBezTo>
                  <a:cubicBezTo>
                    <a:pt x="181" y="1361"/>
                    <a:pt x="0" y="1542"/>
                    <a:pt x="0" y="1765"/>
                  </a:cubicBezTo>
                  <a:cubicBezTo>
                    <a:pt x="0" y="1988"/>
                    <a:pt x="181" y="2169"/>
                    <a:pt x="404" y="2169"/>
                  </a:cubicBezTo>
                  <a:cubicBezTo>
                    <a:pt x="627" y="2169"/>
                    <a:pt x="808" y="1988"/>
                    <a:pt x="808" y="1765"/>
                  </a:cubicBezTo>
                  <a:cubicBezTo>
                    <a:pt x="808" y="1679"/>
                    <a:pt x="781" y="1599"/>
                    <a:pt x="735" y="1533"/>
                  </a:cubicBezTo>
                  <a:lnTo>
                    <a:pt x="1044" y="1132"/>
                  </a:lnTo>
                  <a:cubicBezTo>
                    <a:pt x="1090" y="1150"/>
                    <a:pt x="1139" y="1160"/>
                    <a:pt x="1190" y="1160"/>
                  </a:cubicBezTo>
                  <a:cubicBezTo>
                    <a:pt x="1272" y="1160"/>
                    <a:pt x="1349" y="1135"/>
                    <a:pt x="1412" y="1093"/>
                  </a:cubicBezTo>
                  <a:lnTo>
                    <a:pt x="1624" y="1274"/>
                  </a:lnTo>
                  <a:cubicBezTo>
                    <a:pt x="1606" y="1321"/>
                    <a:pt x="1595" y="1372"/>
                    <a:pt x="1595" y="1425"/>
                  </a:cubicBezTo>
                  <a:cubicBezTo>
                    <a:pt x="1595" y="1648"/>
                    <a:pt x="1776" y="1829"/>
                    <a:pt x="1999" y="1829"/>
                  </a:cubicBezTo>
                  <a:cubicBezTo>
                    <a:pt x="2222" y="1829"/>
                    <a:pt x="2403" y="1648"/>
                    <a:pt x="2403" y="1425"/>
                  </a:cubicBezTo>
                  <a:cubicBezTo>
                    <a:pt x="2403" y="1352"/>
                    <a:pt x="2384" y="1284"/>
                    <a:pt x="2350" y="1225"/>
                  </a:cubicBezTo>
                  <a:lnTo>
                    <a:pt x="2744" y="773"/>
                  </a:lnTo>
                  <a:cubicBezTo>
                    <a:pt x="2794" y="795"/>
                    <a:pt x="2849" y="808"/>
                    <a:pt x="2907" y="808"/>
                  </a:cubicBezTo>
                  <a:cubicBezTo>
                    <a:pt x="3130" y="808"/>
                    <a:pt x="3311" y="627"/>
                    <a:pt x="3311" y="404"/>
                  </a:cubicBezTo>
                  <a:cubicBezTo>
                    <a:pt x="3311" y="181"/>
                    <a:pt x="3130" y="0"/>
                    <a:pt x="2907" y="0"/>
                  </a:cubicBezTo>
                  <a:close/>
                  <a:moveTo>
                    <a:pt x="2907" y="568"/>
                  </a:moveTo>
                  <a:cubicBezTo>
                    <a:pt x="2816" y="568"/>
                    <a:pt x="2743" y="494"/>
                    <a:pt x="2743" y="404"/>
                  </a:cubicBezTo>
                  <a:cubicBezTo>
                    <a:pt x="2743" y="313"/>
                    <a:pt x="2816" y="240"/>
                    <a:pt x="2907" y="240"/>
                  </a:cubicBezTo>
                  <a:cubicBezTo>
                    <a:pt x="2997" y="240"/>
                    <a:pt x="3071" y="313"/>
                    <a:pt x="3071" y="404"/>
                  </a:cubicBezTo>
                  <a:cubicBezTo>
                    <a:pt x="3071" y="494"/>
                    <a:pt x="2997" y="568"/>
                    <a:pt x="2907" y="568"/>
                  </a:cubicBezTo>
                  <a:close/>
                  <a:moveTo>
                    <a:pt x="1999" y="1589"/>
                  </a:moveTo>
                  <a:cubicBezTo>
                    <a:pt x="1909" y="1589"/>
                    <a:pt x="1835" y="1516"/>
                    <a:pt x="1835" y="1425"/>
                  </a:cubicBezTo>
                  <a:cubicBezTo>
                    <a:pt x="1835" y="1335"/>
                    <a:pt x="1909" y="1261"/>
                    <a:pt x="1999" y="1261"/>
                  </a:cubicBezTo>
                  <a:cubicBezTo>
                    <a:pt x="2089" y="1261"/>
                    <a:pt x="2163" y="1335"/>
                    <a:pt x="2163" y="1425"/>
                  </a:cubicBezTo>
                  <a:cubicBezTo>
                    <a:pt x="2163" y="1516"/>
                    <a:pt x="2089" y="1589"/>
                    <a:pt x="1999" y="1589"/>
                  </a:cubicBezTo>
                  <a:close/>
                  <a:moveTo>
                    <a:pt x="1190" y="920"/>
                  </a:moveTo>
                  <a:cubicBezTo>
                    <a:pt x="1100" y="920"/>
                    <a:pt x="1026" y="846"/>
                    <a:pt x="1026" y="756"/>
                  </a:cubicBezTo>
                  <a:cubicBezTo>
                    <a:pt x="1026" y="665"/>
                    <a:pt x="1100" y="592"/>
                    <a:pt x="1190" y="592"/>
                  </a:cubicBezTo>
                  <a:cubicBezTo>
                    <a:pt x="1281" y="592"/>
                    <a:pt x="1354" y="665"/>
                    <a:pt x="1354" y="756"/>
                  </a:cubicBezTo>
                  <a:cubicBezTo>
                    <a:pt x="1354" y="846"/>
                    <a:pt x="1281" y="920"/>
                    <a:pt x="1190" y="920"/>
                  </a:cubicBezTo>
                  <a:close/>
                  <a:moveTo>
                    <a:pt x="568" y="1765"/>
                  </a:moveTo>
                  <a:cubicBezTo>
                    <a:pt x="568" y="1855"/>
                    <a:pt x="494" y="1929"/>
                    <a:pt x="404" y="1929"/>
                  </a:cubicBezTo>
                  <a:cubicBezTo>
                    <a:pt x="314" y="1929"/>
                    <a:pt x="240" y="1855"/>
                    <a:pt x="240" y="1765"/>
                  </a:cubicBezTo>
                  <a:cubicBezTo>
                    <a:pt x="240" y="1675"/>
                    <a:pt x="314" y="1601"/>
                    <a:pt x="404" y="1601"/>
                  </a:cubicBezTo>
                  <a:cubicBezTo>
                    <a:pt x="494" y="1601"/>
                    <a:pt x="568" y="1675"/>
                    <a:pt x="568" y="17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sz="1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sp>
        <p:nvSpPr>
          <p:cNvPr id="22" name="îşļïḓê"/>
          <p:cNvSpPr/>
          <p:nvPr/>
        </p:nvSpPr>
        <p:spPr bwMode="white">
          <a:xfrm>
            <a:off x="8677654" y="2565897"/>
            <a:ext cx="1726206" cy="17262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rPr>
              <a:t>项目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Open Sans" charset="0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rPr>
              <a:t>功能</a:t>
            </a:r>
          </a:p>
        </p:txBody>
      </p:sp>
      <p:grpSp>
        <p:nvGrpSpPr>
          <p:cNvPr id="26" name="íṡḷiďé"/>
          <p:cNvGrpSpPr/>
          <p:nvPr/>
        </p:nvGrpSpPr>
        <p:grpSpPr>
          <a:xfrm>
            <a:off x="1552219" y="5064786"/>
            <a:ext cx="768398" cy="768398"/>
            <a:chOff x="1775520" y="2420888"/>
            <a:chExt cx="959797" cy="959797"/>
          </a:xfrm>
        </p:grpSpPr>
        <p:sp>
          <p:nvSpPr>
            <p:cNvPr id="27" name="íṩḻidè"/>
            <p:cNvSpPr/>
            <p:nvPr/>
          </p:nvSpPr>
          <p:spPr bwMode="white">
            <a:xfrm>
              <a:off x="1775520" y="2420888"/>
              <a:ext cx="959797" cy="95979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28" name="ïşľïďe"/>
            <p:cNvSpPr/>
            <p:nvPr/>
          </p:nvSpPr>
          <p:spPr bwMode="auto">
            <a:xfrm>
              <a:off x="1958124" y="2706320"/>
              <a:ext cx="594589" cy="388934"/>
            </a:xfrm>
            <a:custGeom>
              <a:avLst/>
              <a:gdLst>
                <a:gd name="T0" fmla="*/ 2907 w 3311"/>
                <a:gd name="T1" fmla="*/ 0 h 2169"/>
                <a:gd name="T2" fmla="*/ 2503 w 3311"/>
                <a:gd name="T3" fmla="*/ 404 h 2169"/>
                <a:gd name="T4" fmla="*/ 2563 w 3311"/>
                <a:gd name="T5" fmla="*/ 616 h 2169"/>
                <a:gd name="T6" fmla="*/ 2175 w 3311"/>
                <a:gd name="T7" fmla="*/ 1061 h 2169"/>
                <a:gd name="T8" fmla="*/ 1999 w 3311"/>
                <a:gd name="T9" fmla="*/ 1021 h 2169"/>
                <a:gd name="T10" fmla="*/ 1776 w 3311"/>
                <a:gd name="T11" fmla="*/ 1088 h 2169"/>
                <a:gd name="T12" fmla="*/ 1565 w 3311"/>
                <a:gd name="T13" fmla="*/ 908 h 2169"/>
                <a:gd name="T14" fmla="*/ 1594 w 3311"/>
                <a:gd name="T15" fmla="*/ 756 h 2169"/>
                <a:gd name="T16" fmla="*/ 1190 w 3311"/>
                <a:gd name="T17" fmla="*/ 352 h 2169"/>
                <a:gd name="T18" fmla="*/ 786 w 3311"/>
                <a:gd name="T19" fmla="*/ 756 h 2169"/>
                <a:gd name="T20" fmla="*/ 856 w 3311"/>
                <a:gd name="T21" fmla="*/ 983 h 2169"/>
                <a:gd name="T22" fmla="*/ 545 w 3311"/>
                <a:gd name="T23" fmla="*/ 1386 h 2169"/>
                <a:gd name="T24" fmla="*/ 404 w 3311"/>
                <a:gd name="T25" fmla="*/ 1361 h 2169"/>
                <a:gd name="T26" fmla="*/ 0 w 3311"/>
                <a:gd name="T27" fmla="*/ 1765 h 2169"/>
                <a:gd name="T28" fmla="*/ 404 w 3311"/>
                <a:gd name="T29" fmla="*/ 2169 h 2169"/>
                <a:gd name="T30" fmla="*/ 808 w 3311"/>
                <a:gd name="T31" fmla="*/ 1765 h 2169"/>
                <a:gd name="T32" fmla="*/ 735 w 3311"/>
                <a:gd name="T33" fmla="*/ 1533 h 2169"/>
                <a:gd name="T34" fmla="*/ 1044 w 3311"/>
                <a:gd name="T35" fmla="*/ 1132 h 2169"/>
                <a:gd name="T36" fmla="*/ 1190 w 3311"/>
                <a:gd name="T37" fmla="*/ 1160 h 2169"/>
                <a:gd name="T38" fmla="*/ 1412 w 3311"/>
                <a:gd name="T39" fmla="*/ 1093 h 2169"/>
                <a:gd name="T40" fmla="*/ 1624 w 3311"/>
                <a:gd name="T41" fmla="*/ 1274 h 2169"/>
                <a:gd name="T42" fmla="*/ 1595 w 3311"/>
                <a:gd name="T43" fmla="*/ 1425 h 2169"/>
                <a:gd name="T44" fmla="*/ 1999 w 3311"/>
                <a:gd name="T45" fmla="*/ 1829 h 2169"/>
                <a:gd name="T46" fmla="*/ 2403 w 3311"/>
                <a:gd name="T47" fmla="*/ 1425 h 2169"/>
                <a:gd name="T48" fmla="*/ 2350 w 3311"/>
                <a:gd name="T49" fmla="*/ 1225 h 2169"/>
                <a:gd name="T50" fmla="*/ 2744 w 3311"/>
                <a:gd name="T51" fmla="*/ 773 h 2169"/>
                <a:gd name="T52" fmla="*/ 2907 w 3311"/>
                <a:gd name="T53" fmla="*/ 808 h 2169"/>
                <a:gd name="T54" fmla="*/ 3311 w 3311"/>
                <a:gd name="T55" fmla="*/ 404 h 2169"/>
                <a:gd name="T56" fmla="*/ 2907 w 3311"/>
                <a:gd name="T57" fmla="*/ 0 h 2169"/>
                <a:gd name="T58" fmla="*/ 2907 w 3311"/>
                <a:gd name="T59" fmla="*/ 568 h 2169"/>
                <a:gd name="T60" fmla="*/ 2743 w 3311"/>
                <a:gd name="T61" fmla="*/ 404 h 2169"/>
                <a:gd name="T62" fmla="*/ 2907 w 3311"/>
                <a:gd name="T63" fmla="*/ 240 h 2169"/>
                <a:gd name="T64" fmla="*/ 3071 w 3311"/>
                <a:gd name="T65" fmla="*/ 404 h 2169"/>
                <a:gd name="T66" fmla="*/ 2907 w 3311"/>
                <a:gd name="T67" fmla="*/ 568 h 2169"/>
                <a:gd name="T68" fmla="*/ 1999 w 3311"/>
                <a:gd name="T69" fmla="*/ 1589 h 2169"/>
                <a:gd name="T70" fmla="*/ 1835 w 3311"/>
                <a:gd name="T71" fmla="*/ 1425 h 2169"/>
                <a:gd name="T72" fmla="*/ 1999 w 3311"/>
                <a:gd name="T73" fmla="*/ 1261 h 2169"/>
                <a:gd name="T74" fmla="*/ 2163 w 3311"/>
                <a:gd name="T75" fmla="*/ 1425 h 2169"/>
                <a:gd name="T76" fmla="*/ 1999 w 3311"/>
                <a:gd name="T77" fmla="*/ 1589 h 2169"/>
                <a:gd name="T78" fmla="*/ 1190 w 3311"/>
                <a:gd name="T79" fmla="*/ 920 h 2169"/>
                <a:gd name="T80" fmla="*/ 1026 w 3311"/>
                <a:gd name="T81" fmla="*/ 756 h 2169"/>
                <a:gd name="T82" fmla="*/ 1190 w 3311"/>
                <a:gd name="T83" fmla="*/ 592 h 2169"/>
                <a:gd name="T84" fmla="*/ 1354 w 3311"/>
                <a:gd name="T85" fmla="*/ 756 h 2169"/>
                <a:gd name="T86" fmla="*/ 1190 w 3311"/>
                <a:gd name="T87" fmla="*/ 920 h 2169"/>
                <a:gd name="T88" fmla="*/ 568 w 3311"/>
                <a:gd name="T89" fmla="*/ 1765 h 2169"/>
                <a:gd name="T90" fmla="*/ 404 w 3311"/>
                <a:gd name="T91" fmla="*/ 1929 h 2169"/>
                <a:gd name="T92" fmla="*/ 240 w 3311"/>
                <a:gd name="T93" fmla="*/ 1765 h 2169"/>
                <a:gd name="T94" fmla="*/ 404 w 3311"/>
                <a:gd name="T95" fmla="*/ 1601 h 2169"/>
                <a:gd name="T96" fmla="*/ 568 w 3311"/>
                <a:gd name="T97" fmla="*/ 1765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11" h="2169">
                  <a:moveTo>
                    <a:pt x="2907" y="0"/>
                  </a:moveTo>
                  <a:cubicBezTo>
                    <a:pt x="2684" y="0"/>
                    <a:pt x="2503" y="181"/>
                    <a:pt x="2503" y="404"/>
                  </a:cubicBezTo>
                  <a:cubicBezTo>
                    <a:pt x="2503" y="481"/>
                    <a:pt x="2525" y="554"/>
                    <a:pt x="2563" y="616"/>
                  </a:cubicBezTo>
                  <a:lnTo>
                    <a:pt x="2175" y="1061"/>
                  </a:lnTo>
                  <a:cubicBezTo>
                    <a:pt x="2122" y="1036"/>
                    <a:pt x="2062" y="1021"/>
                    <a:pt x="1999" y="1021"/>
                  </a:cubicBezTo>
                  <a:cubicBezTo>
                    <a:pt x="1917" y="1021"/>
                    <a:pt x="1840" y="1046"/>
                    <a:pt x="1776" y="1088"/>
                  </a:cubicBezTo>
                  <a:lnTo>
                    <a:pt x="1565" y="908"/>
                  </a:lnTo>
                  <a:cubicBezTo>
                    <a:pt x="1584" y="861"/>
                    <a:pt x="1594" y="809"/>
                    <a:pt x="1594" y="756"/>
                  </a:cubicBezTo>
                  <a:cubicBezTo>
                    <a:pt x="1594" y="533"/>
                    <a:pt x="1413" y="352"/>
                    <a:pt x="1190" y="352"/>
                  </a:cubicBezTo>
                  <a:cubicBezTo>
                    <a:pt x="968" y="352"/>
                    <a:pt x="786" y="533"/>
                    <a:pt x="786" y="756"/>
                  </a:cubicBezTo>
                  <a:cubicBezTo>
                    <a:pt x="786" y="840"/>
                    <a:pt x="812" y="918"/>
                    <a:pt x="856" y="983"/>
                  </a:cubicBezTo>
                  <a:lnTo>
                    <a:pt x="545" y="1386"/>
                  </a:lnTo>
                  <a:cubicBezTo>
                    <a:pt x="501" y="1370"/>
                    <a:pt x="454" y="1361"/>
                    <a:pt x="404" y="1361"/>
                  </a:cubicBezTo>
                  <a:cubicBezTo>
                    <a:pt x="181" y="1361"/>
                    <a:pt x="0" y="1542"/>
                    <a:pt x="0" y="1765"/>
                  </a:cubicBezTo>
                  <a:cubicBezTo>
                    <a:pt x="0" y="1988"/>
                    <a:pt x="181" y="2169"/>
                    <a:pt x="404" y="2169"/>
                  </a:cubicBezTo>
                  <a:cubicBezTo>
                    <a:pt x="627" y="2169"/>
                    <a:pt x="808" y="1988"/>
                    <a:pt x="808" y="1765"/>
                  </a:cubicBezTo>
                  <a:cubicBezTo>
                    <a:pt x="808" y="1679"/>
                    <a:pt x="781" y="1599"/>
                    <a:pt x="735" y="1533"/>
                  </a:cubicBezTo>
                  <a:lnTo>
                    <a:pt x="1044" y="1132"/>
                  </a:lnTo>
                  <a:cubicBezTo>
                    <a:pt x="1090" y="1150"/>
                    <a:pt x="1139" y="1160"/>
                    <a:pt x="1190" y="1160"/>
                  </a:cubicBezTo>
                  <a:cubicBezTo>
                    <a:pt x="1272" y="1160"/>
                    <a:pt x="1349" y="1135"/>
                    <a:pt x="1412" y="1093"/>
                  </a:cubicBezTo>
                  <a:lnTo>
                    <a:pt x="1624" y="1274"/>
                  </a:lnTo>
                  <a:cubicBezTo>
                    <a:pt x="1606" y="1321"/>
                    <a:pt x="1595" y="1372"/>
                    <a:pt x="1595" y="1425"/>
                  </a:cubicBezTo>
                  <a:cubicBezTo>
                    <a:pt x="1595" y="1648"/>
                    <a:pt x="1776" y="1829"/>
                    <a:pt x="1999" y="1829"/>
                  </a:cubicBezTo>
                  <a:cubicBezTo>
                    <a:pt x="2222" y="1829"/>
                    <a:pt x="2403" y="1648"/>
                    <a:pt x="2403" y="1425"/>
                  </a:cubicBezTo>
                  <a:cubicBezTo>
                    <a:pt x="2403" y="1352"/>
                    <a:pt x="2384" y="1284"/>
                    <a:pt x="2350" y="1225"/>
                  </a:cubicBezTo>
                  <a:lnTo>
                    <a:pt x="2744" y="773"/>
                  </a:lnTo>
                  <a:cubicBezTo>
                    <a:pt x="2794" y="795"/>
                    <a:pt x="2849" y="808"/>
                    <a:pt x="2907" y="808"/>
                  </a:cubicBezTo>
                  <a:cubicBezTo>
                    <a:pt x="3130" y="808"/>
                    <a:pt x="3311" y="627"/>
                    <a:pt x="3311" y="404"/>
                  </a:cubicBezTo>
                  <a:cubicBezTo>
                    <a:pt x="3311" y="181"/>
                    <a:pt x="3130" y="0"/>
                    <a:pt x="2907" y="0"/>
                  </a:cubicBezTo>
                  <a:close/>
                  <a:moveTo>
                    <a:pt x="2907" y="568"/>
                  </a:moveTo>
                  <a:cubicBezTo>
                    <a:pt x="2816" y="568"/>
                    <a:pt x="2743" y="494"/>
                    <a:pt x="2743" y="404"/>
                  </a:cubicBezTo>
                  <a:cubicBezTo>
                    <a:pt x="2743" y="313"/>
                    <a:pt x="2816" y="240"/>
                    <a:pt x="2907" y="240"/>
                  </a:cubicBezTo>
                  <a:cubicBezTo>
                    <a:pt x="2997" y="240"/>
                    <a:pt x="3071" y="313"/>
                    <a:pt x="3071" y="404"/>
                  </a:cubicBezTo>
                  <a:cubicBezTo>
                    <a:pt x="3071" y="494"/>
                    <a:pt x="2997" y="568"/>
                    <a:pt x="2907" y="568"/>
                  </a:cubicBezTo>
                  <a:close/>
                  <a:moveTo>
                    <a:pt x="1999" y="1589"/>
                  </a:moveTo>
                  <a:cubicBezTo>
                    <a:pt x="1909" y="1589"/>
                    <a:pt x="1835" y="1516"/>
                    <a:pt x="1835" y="1425"/>
                  </a:cubicBezTo>
                  <a:cubicBezTo>
                    <a:pt x="1835" y="1335"/>
                    <a:pt x="1909" y="1261"/>
                    <a:pt x="1999" y="1261"/>
                  </a:cubicBezTo>
                  <a:cubicBezTo>
                    <a:pt x="2089" y="1261"/>
                    <a:pt x="2163" y="1335"/>
                    <a:pt x="2163" y="1425"/>
                  </a:cubicBezTo>
                  <a:cubicBezTo>
                    <a:pt x="2163" y="1516"/>
                    <a:pt x="2089" y="1589"/>
                    <a:pt x="1999" y="1589"/>
                  </a:cubicBezTo>
                  <a:close/>
                  <a:moveTo>
                    <a:pt x="1190" y="920"/>
                  </a:moveTo>
                  <a:cubicBezTo>
                    <a:pt x="1100" y="920"/>
                    <a:pt x="1026" y="846"/>
                    <a:pt x="1026" y="756"/>
                  </a:cubicBezTo>
                  <a:cubicBezTo>
                    <a:pt x="1026" y="665"/>
                    <a:pt x="1100" y="592"/>
                    <a:pt x="1190" y="592"/>
                  </a:cubicBezTo>
                  <a:cubicBezTo>
                    <a:pt x="1281" y="592"/>
                    <a:pt x="1354" y="665"/>
                    <a:pt x="1354" y="756"/>
                  </a:cubicBezTo>
                  <a:cubicBezTo>
                    <a:pt x="1354" y="846"/>
                    <a:pt x="1281" y="920"/>
                    <a:pt x="1190" y="920"/>
                  </a:cubicBezTo>
                  <a:close/>
                  <a:moveTo>
                    <a:pt x="568" y="1765"/>
                  </a:moveTo>
                  <a:cubicBezTo>
                    <a:pt x="568" y="1855"/>
                    <a:pt x="494" y="1929"/>
                    <a:pt x="404" y="1929"/>
                  </a:cubicBezTo>
                  <a:cubicBezTo>
                    <a:pt x="314" y="1929"/>
                    <a:pt x="240" y="1855"/>
                    <a:pt x="240" y="1765"/>
                  </a:cubicBezTo>
                  <a:cubicBezTo>
                    <a:pt x="240" y="1675"/>
                    <a:pt x="314" y="1601"/>
                    <a:pt x="404" y="1601"/>
                  </a:cubicBezTo>
                  <a:cubicBezTo>
                    <a:pt x="494" y="1601"/>
                    <a:pt x="568" y="1675"/>
                    <a:pt x="568" y="17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sz="1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grpSp>
        <p:nvGrpSpPr>
          <p:cNvPr id="29" name="ïšlïdè"/>
          <p:cNvGrpSpPr/>
          <p:nvPr/>
        </p:nvGrpSpPr>
        <p:grpSpPr>
          <a:xfrm flipH="1">
            <a:off x="7245220" y="3267579"/>
            <a:ext cx="322842" cy="322842"/>
            <a:chOff x="7950200" y="165100"/>
            <a:chExt cx="444500" cy="444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" name="íṣḻiḓe"/>
            <p:cNvSpPr/>
            <p:nvPr/>
          </p:nvSpPr>
          <p:spPr>
            <a:xfrm>
              <a:off x="7950200" y="165100"/>
              <a:ext cx="444500" cy="444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31" name="iṩļïdè"/>
            <p:cNvSpPr/>
            <p:nvPr/>
          </p:nvSpPr>
          <p:spPr>
            <a:xfrm>
              <a:off x="8070850" y="285750"/>
              <a:ext cx="203200" cy="203200"/>
            </a:xfrm>
            <a:prstGeom prst="chevron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grpSp>
        <p:nvGrpSpPr>
          <p:cNvPr id="32" name="íś1îḍè"/>
          <p:cNvGrpSpPr/>
          <p:nvPr/>
        </p:nvGrpSpPr>
        <p:grpSpPr>
          <a:xfrm flipH="1">
            <a:off x="3618709" y="3267579"/>
            <a:ext cx="322842" cy="322842"/>
            <a:chOff x="7950200" y="165100"/>
            <a:chExt cx="444500" cy="444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3" name="i$1íḑè"/>
            <p:cNvSpPr/>
            <p:nvPr/>
          </p:nvSpPr>
          <p:spPr>
            <a:xfrm>
              <a:off x="7950200" y="165100"/>
              <a:ext cx="444500" cy="444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34" name="íṥļíde"/>
            <p:cNvSpPr/>
            <p:nvPr/>
          </p:nvSpPr>
          <p:spPr>
            <a:xfrm>
              <a:off x="8070850" y="285750"/>
              <a:ext cx="203200" cy="203200"/>
            </a:xfrm>
            <a:prstGeom prst="chevron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grpSp>
        <p:nvGrpSpPr>
          <p:cNvPr id="35" name="ïşļíḓe"/>
          <p:cNvGrpSpPr/>
          <p:nvPr/>
        </p:nvGrpSpPr>
        <p:grpSpPr>
          <a:xfrm rot="16200000" flipH="1">
            <a:off x="1788196" y="4277571"/>
            <a:ext cx="322842" cy="322842"/>
            <a:chOff x="7950200" y="165100"/>
            <a:chExt cx="444500" cy="444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6" name="iṩḻíďê"/>
            <p:cNvSpPr/>
            <p:nvPr/>
          </p:nvSpPr>
          <p:spPr>
            <a:xfrm>
              <a:off x="7950200" y="165100"/>
              <a:ext cx="444500" cy="444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  <p:sp>
          <p:nvSpPr>
            <p:cNvPr id="37" name="íṥ1ïḍè"/>
            <p:cNvSpPr/>
            <p:nvPr/>
          </p:nvSpPr>
          <p:spPr>
            <a:xfrm>
              <a:off x="8070850" y="285750"/>
              <a:ext cx="203200" cy="203200"/>
            </a:xfrm>
            <a:prstGeom prst="chevron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Open Sans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2960861" y="5025374"/>
            <a:ext cx="2081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历史账单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Segoe UI Semibold" panose="020B0702040204020203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960861" y="5328273"/>
            <a:ext cx="2154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solidFill>
                  <a:schemeClr val="accent3"/>
                </a:solidFill>
              </a:rPr>
              <a:t>查看历史账单，按照日期或者类别进行筛选，查看每一笔收支的详细信息。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698390" y="1550146"/>
            <a:ext cx="2081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egoe UI Semibold" panose="020B0702040204020203" pitchFamily="34" charset="0"/>
              </a:rPr>
              <a:t>简易记账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698390" y="1853045"/>
            <a:ext cx="21540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600" dirty="0">
                <a:solidFill>
                  <a:schemeClr val="accent3"/>
                </a:solidFill>
              </a:rPr>
              <a:t>记录当天收支情况，包括收入和支出的金额、类别、备注等信息。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422153" y="1078568"/>
            <a:ext cx="2081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egoe UI Semibold" panose="020B0702040204020203" pitchFamily="34" charset="0"/>
              </a:rPr>
              <a:t>账单分析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422153" y="1432624"/>
            <a:ext cx="21540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chemeClr val="accent3"/>
                </a:solidFill>
              </a:rPr>
              <a:t>计算当天以及当月共收支总钱数，显示在主界面上，方便用户了解自己的财务状况。</a:t>
            </a:r>
          </a:p>
          <a:p>
            <a:pPr lvl="0"/>
            <a:r>
              <a:rPr lang="zh-CN" altLang="zh-CN" sz="1400" dirty="0">
                <a:solidFill>
                  <a:schemeClr val="accent3"/>
                </a:solidFill>
              </a:rPr>
              <a:t>对于每月收支情况进行图表分析，展示用户的收支比例、趋势、变化等数据。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796068" y="4288347"/>
            <a:ext cx="2081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Segoe UI Semibold" panose="020B0702040204020203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796068" y="4591246"/>
            <a:ext cx="2154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solidFill>
                  <a:schemeClr val="accent3"/>
                </a:solidFill>
              </a:rPr>
              <a:t>搜索用户关于某种记录的全部收支情况，例如输入</a:t>
            </a:r>
            <a:r>
              <a:rPr lang="en-US" altLang="zh-CN" dirty="0">
                <a:solidFill>
                  <a:schemeClr val="accent3"/>
                </a:solidFill>
              </a:rPr>
              <a:t>“</a:t>
            </a:r>
            <a:r>
              <a:rPr lang="zh-CN" altLang="zh-CN" dirty="0">
                <a:solidFill>
                  <a:schemeClr val="accent3"/>
                </a:solidFill>
              </a:rPr>
              <a:t>餐饮</a:t>
            </a:r>
            <a:r>
              <a:rPr lang="en-US" altLang="zh-CN" dirty="0">
                <a:solidFill>
                  <a:schemeClr val="accent3"/>
                </a:solidFill>
              </a:rPr>
              <a:t>”</a:t>
            </a:r>
            <a:r>
              <a:rPr lang="zh-CN" altLang="zh-CN" dirty="0">
                <a:solidFill>
                  <a:schemeClr val="accent3"/>
                </a:solidFill>
              </a:rPr>
              <a:t>可以查看所有与餐饮相关的收支记录。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465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36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9095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22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088956" y="-1127760"/>
            <a:ext cx="10500360" cy="105003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353333" y="-186338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2193973" y="-5322863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44487" y="-2380957"/>
            <a:ext cx="10500360" cy="10500360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59"/>
          <p:cNvSpPr>
            <a:spLocks noChangeArrowheads="1"/>
          </p:cNvSpPr>
          <p:nvPr/>
        </p:nvSpPr>
        <p:spPr bwMode="auto">
          <a:xfrm>
            <a:off x="649094" y="3215389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功能介绍</a:t>
            </a:r>
          </a:p>
        </p:txBody>
      </p:sp>
      <p:sp>
        <p:nvSpPr>
          <p:cNvPr id="48" name="矩形 47"/>
          <p:cNvSpPr/>
          <p:nvPr/>
        </p:nvSpPr>
        <p:spPr>
          <a:xfrm>
            <a:off x="1062997" y="4266413"/>
            <a:ext cx="4572794" cy="707894"/>
          </a:xfrm>
          <a:prstGeom prst="rect">
            <a:avLst/>
          </a:prstGeom>
        </p:spPr>
        <p:txBody>
          <a:bodyPr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Through the project, the theoretical knowledge learned in the classroom was applied to practical projects, improving problem-solving and project management abilities. I have learned to collaborate with team members, divide tasks, manage project progress, and solve technical challenges in projects.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202982" y="5175292"/>
            <a:ext cx="2292824" cy="436878"/>
            <a:chOff x="8222965" y="7595340"/>
            <a:chExt cx="3061547" cy="678712"/>
          </a:xfrm>
          <a:gradFill>
            <a:gsLst>
              <a:gs pos="100000">
                <a:srgbClr val="61C9D4">
                  <a:alpha val="90000"/>
                </a:srgbClr>
              </a:gs>
              <a:gs pos="33000">
                <a:srgbClr val="418EAA">
                  <a:alpha val="90000"/>
                </a:srgbClr>
              </a:gs>
            </a:gsLst>
            <a:lin ang="2700000" scaled="1"/>
          </a:gradFill>
        </p:grpSpPr>
        <p:sp>
          <p:nvSpPr>
            <p:cNvPr id="51" name="圆角矩形 16"/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381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2965" y="7684831"/>
              <a:ext cx="3061547" cy="525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THE  PART  TWO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365364" y="1048351"/>
            <a:ext cx="39680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3800">
                <a:solidFill>
                  <a:srgbClr val="C00000"/>
                </a:solidFill>
                <a:latin typeface="Swiss911 UCm BT" panose="020B0608020202060204" pitchFamily="34" charset="0"/>
                <a:ea typeface="造字工房形黑（非商用）细体" pitchFamily="50" charset="-122"/>
              </a:defRPr>
            </a:lvl1pPr>
          </a:lstStyle>
          <a:p>
            <a:pPr algn="ctr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0" dist="127000" dir="2700000" algn="tl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Impact" panose="020B0806030902050204" pitchFamily="34" charset="0"/>
                <a:sym typeface="+mn-lt"/>
              </a:rPr>
              <a:t>02</a:t>
            </a:r>
          </a:p>
        </p:txBody>
      </p:sp>
      <p:sp>
        <p:nvSpPr>
          <p:cNvPr id="12" name="椭圆 1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95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45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2" grpId="0"/>
      <p:bldP spid="22" grpId="1"/>
      <p:bldP spid="48" grpId="0"/>
      <p:bldP spid="14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主界面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2" y="6511377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用户首先进入主界面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E747A9-8E1F-F2B3-71C3-266636CAB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196" y="363633"/>
            <a:ext cx="2650871" cy="523527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隐藏记账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3" y="6464668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用户对总支出支入进行隐藏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6AA52B-0842-9E7D-F8CE-D7E251353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538" y="332324"/>
            <a:ext cx="2624922" cy="557073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5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添加支出</a:t>
            </a:r>
            <a:r>
              <a:rPr lang="en-US" altLang="zh-CN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/</a:t>
            </a:r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收入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3" y="6509125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用户有记账需求，可以进行添加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8BB7AA-4665-2820-228A-1A8D88FC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664" y="247052"/>
            <a:ext cx="2606456" cy="56560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540048-7301-EEB7-D09A-399CEE53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509" y="1032541"/>
            <a:ext cx="2332688" cy="495265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FD9B7B3-7E89-C54A-F5C5-E31041E87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353" y="1074659"/>
            <a:ext cx="2134059" cy="45565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搜索界面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3" y="6462468"/>
            <a:ext cx="7177813" cy="206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用户搜索</a:t>
            </a:r>
            <a:r>
              <a:rPr lang="zh-CN" altLang="zh-CN" sz="10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关于某种记录的全部收支情况</a:t>
            </a:r>
            <a:endParaRPr lang="zh-CN" altLang="en-US" sz="10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4406D4-CAC0-FD35-51BF-864F524DE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572" y="646044"/>
            <a:ext cx="2857143" cy="475238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5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账单记录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2" y="6460113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用户进入账单记录界面，可以对历史记账进行查看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3B5B74-48DC-8D41-9B06-28A34539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32" y="363984"/>
            <a:ext cx="2531346" cy="53288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852E97-8DB5-0BF0-A020-1975A15CA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078" y="1144419"/>
            <a:ext cx="2179380" cy="462781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5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清空所有记账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2" y="6497469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用户清空所有的记录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DCE4AF-6780-8550-6369-80E4E45E6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67" y="156886"/>
            <a:ext cx="2681223" cy="56560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AD470F6-D99E-90EB-7DC6-ACAEBE90D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547" y="420950"/>
            <a:ext cx="2572999" cy="539194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95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824292" y="16970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50401" y="-362450"/>
            <a:ext cx="1944914" cy="194491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400221" y="2002973"/>
            <a:ext cx="15479077" cy="15479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</a:p>
        </p:txBody>
      </p:sp>
      <p:sp>
        <p:nvSpPr>
          <p:cNvPr id="43" name="Rectangle 20"/>
          <p:cNvSpPr/>
          <p:nvPr/>
        </p:nvSpPr>
        <p:spPr>
          <a:xfrm>
            <a:off x="3773212" y="5903062"/>
            <a:ext cx="4645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图表分析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2507090" y="6497815"/>
            <a:ext cx="7177813" cy="2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用户通过图表查看自己的支出支入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E79611-B6DF-E547-CED7-277D8EA95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54" y="302707"/>
            <a:ext cx="2640818" cy="56003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F6BE4CB-3E19-5592-F086-EDE10B8F9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827" y="804413"/>
            <a:ext cx="2346370" cy="495663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5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2" grpId="0"/>
      <p:bldP spid="43" grpId="0"/>
      <p:bldP spid="43" grpId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088956" y="-1127760"/>
            <a:ext cx="10500360" cy="105003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353333" y="-186338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2193973" y="-5322863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44487" y="-2380957"/>
            <a:ext cx="10500360" cy="10500360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59"/>
          <p:cNvSpPr>
            <a:spLocks noChangeArrowheads="1"/>
          </p:cNvSpPr>
          <p:nvPr/>
        </p:nvSpPr>
        <p:spPr bwMode="auto">
          <a:xfrm>
            <a:off x="649094" y="3215389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遇到的问题</a:t>
            </a:r>
          </a:p>
        </p:txBody>
      </p:sp>
      <p:sp>
        <p:nvSpPr>
          <p:cNvPr id="48" name="矩形 47"/>
          <p:cNvSpPr/>
          <p:nvPr/>
        </p:nvSpPr>
        <p:spPr>
          <a:xfrm>
            <a:off x="1062997" y="4266413"/>
            <a:ext cx="4572794" cy="707894"/>
          </a:xfrm>
          <a:prstGeom prst="rect">
            <a:avLst/>
          </a:prstGeom>
        </p:spPr>
        <p:txBody>
          <a:bodyPr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Through the project, the theoretical knowledge learned in the classroom was applied to practical projects, improving problem-solving and project management abilities. I have learned to collaborate with team members, divide tasks, manage project progress, and solve technical challenges in projects.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202982" y="5175292"/>
            <a:ext cx="2292824" cy="436878"/>
            <a:chOff x="8222965" y="7595340"/>
            <a:chExt cx="3061547" cy="678712"/>
          </a:xfrm>
          <a:gradFill>
            <a:gsLst>
              <a:gs pos="100000">
                <a:srgbClr val="61C9D4">
                  <a:alpha val="90000"/>
                </a:srgbClr>
              </a:gs>
              <a:gs pos="33000">
                <a:srgbClr val="418EAA">
                  <a:alpha val="90000"/>
                </a:srgbClr>
              </a:gs>
            </a:gsLst>
            <a:lin ang="2700000" scaled="1"/>
          </a:gradFill>
        </p:grpSpPr>
        <p:sp>
          <p:nvSpPr>
            <p:cNvPr id="51" name="圆角矩形 16"/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381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2965" y="7684831"/>
              <a:ext cx="3061547" cy="525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THE  PART  THREE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365364" y="1048351"/>
            <a:ext cx="39680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3800">
                <a:solidFill>
                  <a:srgbClr val="C00000"/>
                </a:solidFill>
                <a:latin typeface="Swiss911 UCm BT" panose="020B0608020202060204" pitchFamily="34" charset="0"/>
                <a:ea typeface="造字工房形黑（非商用）细体" pitchFamily="50" charset="-122"/>
              </a:defRPr>
            </a:lvl1pPr>
          </a:lstStyle>
          <a:p>
            <a:pPr algn="ctr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0" dist="127000" dir="2700000" algn="tl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Impact" panose="020B0806030902050204" pitchFamily="34" charset="0"/>
                <a:sym typeface="+mn-lt"/>
              </a:rPr>
              <a:t>03</a:t>
            </a:r>
          </a:p>
        </p:txBody>
      </p:sp>
      <p:sp>
        <p:nvSpPr>
          <p:cNvPr id="12" name="椭圆 1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0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2" grpId="0"/>
      <p:bldP spid="22" grpId="1"/>
      <p:bldP spid="48" grpId="0"/>
      <p:bldP spid="14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D28525C-F7F5-466A-A3DE-CB43BB8CE0E0}"/>
              </a:ext>
            </a:extLst>
          </p:cNvPr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377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A867D6-C1D2-4B97-BB70-5AE2D35EF18A}"/>
              </a:ext>
            </a:extLst>
          </p:cNvPr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A0FEDCD-161B-447E-A2F9-CC099FDBEF02}"/>
              </a:ext>
            </a:extLst>
          </p:cNvPr>
          <p:cNvGrpSpPr/>
          <p:nvPr/>
        </p:nvGrpSpPr>
        <p:grpSpPr>
          <a:xfrm>
            <a:off x="1529443" y="2018104"/>
            <a:ext cx="776214" cy="900410"/>
            <a:chOff x="907143" y="1840304"/>
            <a:chExt cx="776214" cy="900410"/>
          </a:xfrm>
        </p:grpSpPr>
        <p:sp>
          <p:nvSpPr>
            <p:cNvPr id="30" name="六边形 29">
              <a:extLst>
                <a:ext uri="{FF2B5EF4-FFF2-40B4-BE49-F238E27FC236}">
                  <a16:creationId xmlns:a16="http://schemas.microsoft.com/office/drawing/2014/main" id="{8CCD2BC9-8F71-4B30-8397-A722A8D22845}"/>
                </a:ext>
              </a:extLst>
            </p:cNvPr>
            <p:cNvSpPr/>
            <p:nvPr/>
          </p:nvSpPr>
          <p:spPr>
            <a:xfrm rot="5400000">
              <a:off x="845045" y="1902402"/>
              <a:ext cx="900410" cy="776214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254000" dir="8100000" algn="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31" name="Oval 7">
              <a:extLst>
                <a:ext uri="{FF2B5EF4-FFF2-40B4-BE49-F238E27FC236}">
                  <a16:creationId xmlns:a16="http://schemas.microsoft.com/office/drawing/2014/main" id="{01B22387-5372-439B-9C7E-8014AB82D1CE}"/>
                </a:ext>
              </a:extLst>
            </p:cNvPr>
            <p:cNvSpPr/>
            <p:nvPr/>
          </p:nvSpPr>
          <p:spPr>
            <a:xfrm>
              <a:off x="1104133" y="2099703"/>
              <a:ext cx="382235" cy="381612"/>
            </a:xfrm>
            <a:custGeom>
              <a:avLst/>
              <a:gdLst>
                <a:gd name="connsiteX0" fmla="*/ 140017 w 606581"/>
                <a:gd name="connsiteY0" fmla="*/ 411043 h 605592"/>
                <a:gd name="connsiteX1" fmla="*/ 178821 w 606581"/>
                <a:gd name="connsiteY1" fmla="*/ 427078 h 605592"/>
                <a:gd name="connsiteX2" fmla="*/ 178821 w 606581"/>
                <a:gd name="connsiteY2" fmla="*/ 504564 h 605592"/>
                <a:gd name="connsiteX3" fmla="*/ 93692 w 606581"/>
                <a:gd name="connsiteY3" fmla="*/ 589557 h 605592"/>
                <a:gd name="connsiteX4" fmla="*/ 54887 w 606581"/>
                <a:gd name="connsiteY4" fmla="*/ 605592 h 605592"/>
                <a:gd name="connsiteX5" fmla="*/ 16083 w 606581"/>
                <a:gd name="connsiteY5" fmla="*/ 589557 h 605592"/>
                <a:gd name="connsiteX6" fmla="*/ 16083 w 606581"/>
                <a:gd name="connsiteY6" fmla="*/ 511979 h 605592"/>
                <a:gd name="connsiteX7" fmla="*/ 101212 w 606581"/>
                <a:gd name="connsiteY7" fmla="*/ 427078 h 605592"/>
                <a:gd name="connsiteX8" fmla="*/ 140017 w 606581"/>
                <a:gd name="connsiteY8" fmla="*/ 411043 h 605592"/>
                <a:gd name="connsiteX9" fmla="*/ 382501 w 606581"/>
                <a:gd name="connsiteY9" fmla="*/ 49537 h 605592"/>
                <a:gd name="connsiteX10" fmla="*/ 557044 w 606581"/>
                <a:gd name="connsiteY10" fmla="*/ 223798 h 605592"/>
                <a:gd name="connsiteX11" fmla="*/ 382501 w 606581"/>
                <a:gd name="connsiteY11" fmla="*/ 398059 h 605592"/>
                <a:gd name="connsiteX12" fmla="*/ 207957 w 606581"/>
                <a:gd name="connsiteY12" fmla="*/ 223798 h 605592"/>
                <a:gd name="connsiteX13" fmla="*/ 382501 w 606581"/>
                <a:gd name="connsiteY13" fmla="*/ 49537 h 605592"/>
                <a:gd name="connsiteX14" fmla="*/ 382536 w 606581"/>
                <a:gd name="connsiteY14" fmla="*/ 24750 h 605592"/>
                <a:gd name="connsiteX15" fmla="*/ 304914 w 606581"/>
                <a:gd name="connsiteY15" fmla="*/ 40417 h 605592"/>
                <a:gd name="connsiteX16" fmla="*/ 241591 w 606581"/>
                <a:gd name="connsiteY16" fmla="*/ 83058 h 605592"/>
                <a:gd name="connsiteX17" fmla="*/ 198880 w 606581"/>
                <a:gd name="connsiteY17" fmla="*/ 146278 h 605592"/>
                <a:gd name="connsiteX18" fmla="*/ 183189 w 606581"/>
                <a:gd name="connsiteY18" fmla="*/ 223774 h 605592"/>
                <a:gd name="connsiteX19" fmla="*/ 198880 w 606581"/>
                <a:gd name="connsiteY19" fmla="*/ 301177 h 605592"/>
                <a:gd name="connsiteX20" fmla="*/ 241591 w 606581"/>
                <a:gd name="connsiteY20" fmla="*/ 364490 h 605592"/>
                <a:gd name="connsiteX21" fmla="*/ 304914 w 606581"/>
                <a:gd name="connsiteY21" fmla="*/ 407131 h 605592"/>
                <a:gd name="connsiteX22" fmla="*/ 382536 w 606581"/>
                <a:gd name="connsiteY22" fmla="*/ 422705 h 605592"/>
                <a:gd name="connsiteX23" fmla="*/ 460158 w 606581"/>
                <a:gd name="connsiteY23" fmla="*/ 407131 h 605592"/>
                <a:gd name="connsiteX24" fmla="*/ 523481 w 606581"/>
                <a:gd name="connsiteY24" fmla="*/ 364490 h 605592"/>
                <a:gd name="connsiteX25" fmla="*/ 566192 w 606581"/>
                <a:gd name="connsiteY25" fmla="*/ 301177 h 605592"/>
                <a:gd name="connsiteX26" fmla="*/ 581883 w 606581"/>
                <a:gd name="connsiteY26" fmla="*/ 223774 h 605592"/>
                <a:gd name="connsiteX27" fmla="*/ 566192 w 606581"/>
                <a:gd name="connsiteY27" fmla="*/ 146278 h 605592"/>
                <a:gd name="connsiteX28" fmla="*/ 523481 w 606581"/>
                <a:gd name="connsiteY28" fmla="*/ 83058 h 605592"/>
                <a:gd name="connsiteX29" fmla="*/ 460158 w 606581"/>
                <a:gd name="connsiteY29" fmla="*/ 40417 h 605592"/>
                <a:gd name="connsiteX30" fmla="*/ 382536 w 606581"/>
                <a:gd name="connsiteY30" fmla="*/ 24750 h 605592"/>
                <a:gd name="connsiteX31" fmla="*/ 382536 w 606581"/>
                <a:gd name="connsiteY31" fmla="*/ 0 h 605592"/>
                <a:gd name="connsiteX32" fmla="*/ 469721 w 606581"/>
                <a:gd name="connsiteY32" fmla="*/ 17613 h 605592"/>
                <a:gd name="connsiteX33" fmla="*/ 540937 w 606581"/>
                <a:gd name="connsiteY33" fmla="*/ 65538 h 605592"/>
                <a:gd name="connsiteX34" fmla="*/ 588940 w 606581"/>
                <a:gd name="connsiteY34" fmla="*/ 136637 h 605592"/>
                <a:gd name="connsiteX35" fmla="*/ 606581 w 606581"/>
                <a:gd name="connsiteY35" fmla="*/ 223774 h 605592"/>
                <a:gd name="connsiteX36" fmla="*/ 588940 w 606581"/>
                <a:gd name="connsiteY36" fmla="*/ 310818 h 605592"/>
                <a:gd name="connsiteX37" fmla="*/ 540937 w 606581"/>
                <a:gd name="connsiteY37" fmla="*/ 381917 h 605592"/>
                <a:gd name="connsiteX38" fmla="*/ 469721 w 606581"/>
                <a:gd name="connsiteY38" fmla="*/ 429842 h 605592"/>
                <a:gd name="connsiteX39" fmla="*/ 382536 w 606581"/>
                <a:gd name="connsiteY39" fmla="*/ 447455 h 605592"/>
                <a:gd name="connsiteX40" fmla="*/ 295258 w 606581"/>
                <a:gd name="connsiteY40" fmla="*/ 429842 h 605592"/>
                <a:gd name="connsiteX41" fmla="*/ 240105 w 606581"/>
                <a:gd name="connsiteY41" fmla="*/ 396471 h 605592"/>
                <a:gd name="connsiteX42" fmla="*/ 209558 w 606581"/>
                <a:gd name="connsiteY42" fmla="*/ 427061 h 605592"/>
                <a:gd name="connsiteX43" fmla="*/ 196373 w 606581"/>
                <a:gd name="connsiteY43" fmla="*/ 409541 h 605592"/>
                <a:gd name="connsiteX44" fmla="*/ 178918 w 606581"/>
                <a:gd name="connsiteY44" fmla="*/ 396378 h 605592"/>
                <a:gd name="connsiteX45" fmla="*/ 209465 w 606581"/>
                <a:gd name="connsiteY45" fmla="*/ 365880 h 605592"/>
                <a:gd name="connsiteX46" fmla="*/ 176040 w 606581"/>
                <a:gd name="connsiteY46" fmla="*/ 310818 h 605592"/>
                <a:gd name="connsiteX47" fmla="*/ 158491 w 606581"/>
                <a:gd name="connsiteY47" fmla="*/ 223774 h 605592"/>
                <a:gd name="connsiteX48" fmla="*/ 176040 w 606581"/>
                <a:gd name="connsiteY48" fmla="*/ 136637 h 605592"/>
                <a:gd name="connsiteX49" fmla="*/ 224043 w 606581"/>
                <a:gd name="connsiteY49" fmla="*/ 65538 h 605592"/>
                <a:gd name="connsiteX50" fmla="*/ 295258 w 606581"/>
                <a:gd name="connsiteY50" fmla="*/ 17613 h 605592"/>
                <a:gd name="connsiteX51" fmla="*/ 382536 w 606581"/>
                <a:gd name="connsiteY51" fmla="*/ 0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6581" h="605592">
                  <a:moveTo>
                    <a:pt x="140017" y="411043"/>
                  </a:moveTo>
                  <a:cubicBezTo>
                    <a:pt x="154035" y="411043"/>
                    <a:pt x="168053" y="416326"/>
                    <a:pt x="178821" y="427078"/>
                  </a:cubicBezTo>
                  <a:cubicBezTo>
                    <a:pt x="200266" y="448488"/>
                    <a:pt x="200266" y="483153"/>
                    <a:pt x="178821" y="504564"/>
                  </a:cubicBezTo>
                  <a:lnTo>
                    <a:pt x="93692" y="589557"/>
                  </a:lnTo>
                  <a:cubicBezTo>
                    <a:pt x="83016" y="600216"/>
                    <a:pt x="68905" y="605592"/>
                    <a:pt x="54887" y="605592"/>
                  </a:cubicBezTo>
                  <a:cubicBezTo>
                    <a:pt x="40870" y="605592"/>
                    <a:pt x="26759" y="600216"/>
                    <a:pt x="16083" y="589557"/>
                  </a:cubicBezTo>
                  <a:cubicBezTo>
                    <a:pt x="-5362" y="568147"/>
                    <a:pt x="-5362" y="533389"/>
                    <a:pt x="16083" y="511979"/>
                  </a:cubicBezTo>
                  <a:lnTo>
                    <a:pt x="101212" y="427078"/>
                  </a:lnTo>
                  <a:cubicBezTo>
                    <a:pt x="111888" y="416326"/>
                    <a:pt x="125999" y="411043"/>
                    <a:pt x="140017" y="411043"/>
                  </a:cubicBezTo>
                  <a:close/>
                  <a:moveTo>
                    <a:pt x="382501" y="49537"/>
                  </a:moveTo>
                  <a:cubicBezTo>
                    <a:pt x="478871" y="49537"/>
                    <a:pt x="557044" y="127491"/>
                    <a:pt x="557044" y="223798"/>
                  </a:cubicBezTo>
                  <a:cubicBezTo>
                    <a:pt x="557044" y="320012"/>
                    <a:pt x="478871" y="398059"/>
                    <a:pt x="382501" y="398059"/>
                  </a:cubicBezTo>
                  <a:cubicBezTo>
                    <a:pt x="286130" y="398059"/>
                    <a:pt x="207957" y="320012"/>
                    <a:pt x="207957" y="223798"/>
                  </a:cubicBezTo>
                  <a:cubicBezTo>
                    <a:pt x="207957" y="127491"/>
                    <a:pt x="286130" y="49537"/>
                    <a:pt x="382501" y="49537"/>
                  </a:cubicBezTo>
                  <a:close/>
                  <a:moveTo>
                    <a:pt x="382536" y="24750"/>
                  </a:moveTo>
                  <a:cubicBezTo>
                    <a:pt x="355610" y="24750"/>
                    <a:pt x="329519" y="30034"/>
                    <a:pt x="304914" y="40417"/>
                  </a:cubicBezTo>
                  <a:cubicBezTo>
                    <a:pt x="281238" y="50428"/>
                    <a:pt x="259882" y="64796"/>
                    <a:pt x="241591" y="83058"/>
                  </a:cubicBezTo>
                  <a:cubicBezTo>
                    <a:pt x="223300" y="101319"/>
                    <a:pt x="208908" y="122547"/>
                    <a:pt x="198880" y="146278"/>
                  </a:cubicBezTo>
                  <a:cubicBezTo>
                    <a:pt x="188481" y="170843"/>
                    <a:pt x="183189" y="196891"/>
                    <a:pt x="183189" y="223774"/>
                  </a:cubicBezTo>
                  <a:cubicBezTo>
                    <a:pt x="183189" y="250564"/>
                    <a:pt x="188481" y="276705"/>
                    <a:pt x="198880" y="301177"/>
                  </a:cubicBezTo>
                  <a:cubicBezTo>
                    <a:pt x="208908" y="324908"/>
                    <a:pt x="223300" y="346228"/>
                    <a:pt x="241591" y="364490"/>
                  </a:cubicBezTo>
                  <a:cubicBezTo>
                    <a:pt x="259882" y="382752"/>
                    <a:pt x="281238" y="397027"/>
                    <a:pt x="304914" y="407131"/>
                  </a:cubicBezTo>
                  <a:cubicBezTo>
                    <a:pt x="329519" y="417513"/>
                    <a:pt x="355610" y="422705"/>
                    <a:pt x="382536" y="422705"/>
                  </a:cubicBezTo>
                  <a:cubicBezTo>
                    <a:pt x="409462" y="422705"/>
                    <a:pt x="435553" y="417513"/>
                    <a:pt x="460158" y="407131"/>
                  </a:cubicBezTo>
                  <a:cubicBezTo>
                    <a:pt x="483834" y="397027"/>
                    <a:pt x="505190" y="382752"/>
                    <a:pt x="523481" y="364490"/>
                  </a:cubicBezTo>
                  <a:cubicBezTo>
                    <a:pt x="541772" y="346228"/>
                    <a:pt x="556164" y="324908"/>
                    <a:pt x="566192" y="301177"/>
                  </a:cubicBezTo>
                  <a:cubicBezTo>
                    <a:pt x="576591" y="276705"/>
                    <a:pt x="581883" y="250564"/>
                    <a:pt x="581883" y="223774"/>
                  </a:cubicBezTo>
                  <a:cubicBezTo>
                    <a:pt x="581883" y="196891"/>
                    <a:pt x="576591" y="170843"/>
                    <a:pt x="566192" y="146278"/>
                  </a:cubicBezTo>
                  <a:cubicBezTo>
                    <a:pt x="556164" y="122547"/>
                    <a:pt x="541772" y="101319"/>
                    <a:pt x="523481" y="83058"/>
                  </a:cubicBezTo>
                  <a:cubicBezTo>
                    <a:pt x="505190" y="64796"/>
                    <a:pt x="483834" y="50428"/>
                    <a:pt x="460158" y="40417"/>
                  </a:cubicBezTo>
                  <a:cubicBezTo>
                    <a:pt x="435553" y="30034"/>
                    <a:pt x="409462" y="24750"/>
                    <a:pt x="382536" y="24750"/>
                  </a:cubicBezTo>
                  <a:close/>
                  <a:moveTo>
                    <a:pt x="382536" y="0"/>
                  </a:moveTo>
                  <a:cubicBezTo>
                    <a:pt x="412712" y="0"/>
                    <a:pt x="442145" y="5933"/>
                    <a:pt x="469721" y="17613"/>
                  </a:cubicBezTo>
                  <a:cubicBezTo>
                    <a:pt x="496462" y="28922"/>
                    <a:pt x="520417" y="45051"/>
                    <a:pt x="540937" y="65538"/>
                  </a:cubicBezTo>
                  <a:cubicBezTo>
                    <a:pt x="561549" y="86117"/>
                    <a:pt x="577705" y="110033"/>
                    <a:pt x="588940" y="136637"/>
                  </a:cubicBezTo>
                  <a:cubicBezTo>
                    <a:pt x="600639" y="164262"/>
                    <a:pt x="606581" y="193554"/>
                    <a:pt x="606581" y="223774"/>
                  </a:cubicBezTo>
                  <a:cubicBezTo>
                    <a:pt x="606581" y="253901"/>
                    <a:pt x="600639" y="283194"/>
                    <a:pt x="588940" y="310818"/>
                  </a:cubicBezTo>
                  <a:cubicBezTo>
                    <a:pt x="577705" y="337515"/>
                    <a:pt x="561549" y="361431"/>
                    <a:pt x="540937" y="381917"/>
                  </a:cubicBezTo>
                  <a:cubicBezTo>
                    <a:pt x="520417" y="402496"/>
                    <a:pt x="496462" y="418626"/>
                    <a:pt x="469721" y="429842"/>
                  </a:cubicBezTo>
                  <a:cubicBezTo>
                    <a:pt x="442145" y="441522"/>
                    <a:pt x="412805" y="447455"/>
                    <a:pt x="382536" y="447455"/>
                  </a:cubicBezTo>
                  <a:cubicBezTo>
                    <a:pt x="352267" y="447455"/>
                    <a:pt x="322927" y="441522"/>
                    <a:pt x="295258" y="429842"/>
                  </a:cubicBezTo>
                  <a:cubicBezTo>
                    <a:pt x="275295" y="421407"/>
                    <a:pt x="256818" y="410190"/>
                    <a:pt x="240105" y="396471"/>
                  </a:cubicBezTo>
                  <a:lnTo>
                    <a:pt x="209558" y="427061"/>
                  </a:lnTo>
                  <a:cubicBezTo>
                    <a:pt x="206030" y="420758"/>
                    <a:pt x="201666" y="414918"/>
                    <a:pt x="196373" y="409541"/>
                  </a:cubicBezTo>
                  <a:cubicBezTo>
                    <a:pt x="191081" y="404350"/>
                    <a:pt x="185232" y="399901"/>
                    <a:pt x="178918" y="396378"/>
                  </a:cubicBezTo>
                  <a:lnTo>
                    <a:pt x="209465" y="365880"/>
                  </a:lnTo>
                  <a:cubicBezTo>
                    <a:pt x="195724" y="349287"/>
                    <a:pt x="184582" y="330840"/>
                    <a:pt x="176040" y="310818"/>
                  </a:cubicBezTo>
                  <a:cubicBezTo>
                    <a:pt x="164341" y="283194"/>
                    <a:pt x="158491" y="253901"/>
                    <a:pt x="158491" y="223774"/>
                  </a:cubicBezTo>
                  <a:cubicBezTo>
                    <a:pt x="158491" y="193554"/>
                    <a:pt x="164341" y="164262"/>
                    <a:pt x="176040" y="136637"/>
                  </a:cubicBezTo>
                  <a:cubicBezTo>
                    <a:pt x="187367" y="110033"/>
                    <a:pt x="203523" y="86117"/>
                    <a:pt x="224043" y="65538"/>
                  </a:cubicBezTo>
                  <a:cubicBezTo>
                    <a:pt x="244655" y="45051"/>
                    <a:pt x="268610" y="28922"/>
                    <a:pt x="295258" y="17613"/>
                  </a:cubicBezTo>
                  <a:cubicBezTo>
                    <a:pt x="322927" y="5933"/>
                    <a:pt x="352267" y="0"/>
                    <a:pt x="382536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3C4BF6D-AB1A-4636-B4BA-73516E6D82BB}"/>
              </a:ext>
            </a:extLst>
          </p:cNvPr>
          <p:cNvGrpSpPr/>
          <p:nvPr/>
        </p:nvGrpSpPr>
        <p:grpSpPr>
          <a:xfrm>
            <a:off x="1529443" y="3458983"/>
            <a:ext cx="776214" cy="900410"/>
            <a:chOff x="907143" y="3281183"/>
            <a:chExt cx="776214" cy="900410"/>
          </a:xfrm>
        </p:grpSpPr>
        <p:sp>
          <p:nvSpPr>
            <p:cNvPr id="33" name="六边形 32">
              <a:extLst>
                <a:ext uri="{FF2B5EF4-FFF2-40B4-BE49-F238E27FC236}">
                  <a16:creationId xmlns:a16="http://schemas.microsoft.com/office/drawing/2014/main" id="{266555CB-9ED9-45C0-856B-B709AA9C153A}"/>
                </a:ext>
              </a:extLst>
            </p:cNvPr>
            <p:cNvSpPr/>
            <p:nvPr/>
          </p:nvSpPr>
          <p:spPr>
            <a:xfrm rot="5400000">
              <a:off x="845045" y="3343281"/>
              <a:ext cx="900410" cy="776214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254000" dir="8100000" algn="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BC17EC8E-9AB5-4E50-9396-60411839CC0F}"/>
                </a:ext>
              </a:extLst>
            </p:cNvPr>
            <p:cNvSpPr/>
            <p:nvPr/>
          </p:nvSpPr>
          <p:spPr>
            <a:xfrm>
              <a:off x="1104133" y="3576695"/>
              <a:ext cx="382235" cy="309385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1F001A-4913-4237-9030-4972C54301F0}"/>
              </a:ext>
            </a:extLst>
          </p:cNvPr>
          <p:cNvGrpSpPr/>
          <p:nvPr/>
        </p:nvGrpSpPr>
        <p:grpSpPr>
          <a:xfrm>
            <a:off x="1529443" y="4912925"/>
            <a:ext cx="776214" cy="900410"/>
            <a:chOff x="907143" y="4735125"/>
            <a:chExt cx="776214" cy="900410"/>
          </a:xfrm>
        </p:grpSpPr>
        <p:sp>
          <p:nvSpPr>
            <p:cNvPr id="36" name="六边形 35">
              <a:extLst>
                <a:ext uri="{FF2B5EF4-FFF2-40B4-BE49-F238E27FC236}">
                  <a16:creationId xmlns:a16="http://schemas.microsoft.com/office/drawing/2014/main" id="{CDF3E38C-C0C5-4951-8E5A-A727B48BB312}"/>
                </a:ext>
              </a:extLst>
            </p:cNvPr>
            <p:cNvSpPr/>
            <p:nvPr/>
          </p:nvSpPr>
          <p:spPr>
            <a:xfrm rot="5400000">
              <a:off x="845045" y="4797223"/>
              <a:ext cx="900410" cy="776214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254000" dir="8100000" algn="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37" name="Oval 19">
              <a:extLst>
                <a:ext uri="{FF2B5EF4-FFF2-40B4-BE49-F238E27FC236}">
                  <a16:creationId xmlns:a16="http://schemas.microsoft.com/office/drawing/2014/main" id="{092F57E8-09DE-4858-A96A-30A344E4EDFC}"/>
                </a:ext>
              </a:extLst>
            </p:cNvPr>
            <p:cNvSpPr/>
            <p:nvPr/>
          </p:nvSpPr>
          <p:spPr>
            <a:xfrm>
              <a:off x="1104133" y="4981507"/>
              <a:ext cx="382235" cy="381519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01EEBC05-4CAC-4C38-813C-F78A6F3C012B}"/>
              </a:ext>
            </a:extLst>
          </p:cNvPr>
          <p:cNvSpPr txBox="1">
            <a:spLocks/>
          </p:cNvSpPr>
          <p:nvPr/>
        </p:nvSpPr>
        <p:spPr>
          <a:xfrm>
            <a:off x="2747585" y="2399995"/>
            <a:ext cx="2973765" cy="4344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由于账单所列的数据非常详细，有类型，年份，月份，收入和支出之分，所以数据库的书写难度加大。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DD56D80F-AF19-410C-A61E-73646B0279A6}"/>
              </a:ext>
            </a:extLst>
          </p:cNvPr>
          <p:cNvSpPr txBox="1">
            <a:spLocks/>
          </p:cNvSpPr>
          <p:nvPr/>
        </p:nvSpPr>
        <p:spPr>
          <a:xfrm>
            <a:off x="2747584" y="2061782"/>
            <a:ext cx="22039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SQLLite</a:t>
            </a:r>
            <a:endParaRPr lang="en-AU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7BC43B8-D07F-4D07-A8A0-8574AB59D20C}"/>
              </a:ext>
            </a:extLst>
          </p:cNvPr>
          <p:cNvSpPr txBox="1">
            <a:spLocks/>
          </p:cNvSpPr>
          <p:nvPr/>
        </p:nvSpPr>
        <p:spPr>
          <a:xfrm>
            <a:off x="2747585" y="3819793"/>
            <a:ext cx="2973765" cy="66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这个项目虽然被分为了几个部分，但是不同的页面之间也需要修改，所以不同组员写完页面后还需要同步到总的项目文件上。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E67BFFD6-7FBC-4A0B-933D-5948DDF9583E}"/>
              </a:ext>
            </a:extLst>
          </p:cNvPr>
          <p:cNvSpPr txBox="1">
            <a:spLocks/>
          </p:cNvSpPr>
          <p:nvPr/>
        </p:nvSpPr>
        <p:spPr>
          <a:xfrm>
            <a:off x="2747584" y="3538402"/>
            <a:ext cx="22039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同步组员之间的进度</a:t>
            </a:r>
            <a:endParaRPr lang="en-AU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1085ABE8-C0B9-4E49-BCC9-4FA2D4E7D0F6}"/>
              </a:ext>
            </a:extLst>
          </p:cNvPr>
          <p:cNvSpPr txBox="1">
            <a:spLocks/>
          </p:cNvSpPr>
          <p:nvPr/>
        </p:nvSpPr>
        <p:spPr>
          <a:xfrm>
            <a:off x="2747585" y="5239591"/>
            <a:ext cx="2973765" cy="66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账单分析页面，由于需要读取数据库，来生成图表，此类在网上引用的时候，出现了引用错误，还生成许多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bug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E42EFB72-5724-46C2-86F3-FD3E77B87A5F}"/>
              </a:ext>
            </a:extLst>
          </p:cNvPr>
          <p:cNvSpPr txBox="1">
            <a:spLocks/>
          </p:cNvSpPr>
          <p:nvPr/>
        </p:nvSpPr>
        <p:spPr>
          <a:xfrm>
            <a:off x="2747584" y="4958200"/>
            <a:ext cx="220391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账单分析页面图表的插入</a:t>
            </a:r>
            <a:endParaRPr lang="en-AU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3F5C128-06D5-48F1-B38B-891218E27E4E}"/>
              </a:ext>
            </a:extLst>
          </p:cNvPr>
          <p:cNvGrpSpPr/>
          <p:nvPr/>
        </p:nvGrpSpPr>
        <p:grpSpPr>
          <a:xfrm>
            <a:off x="6533838" y="1418992"/>
            <a:ext cx="7561864" cy="4292633"/>
            <a:chOff x="5046278" y="950652"/>
            <a:chExt cx="9292385" cy="5077857"/>
          </a:xfrm>
        </p:grpSpPr>
        <p:pic>
          <p:nvPicPr>
            <p:cNvPr id="20" name="pasted-image.tiff">
              <a:extLst>
                <a:ext uri="{FF2B5EF4-FFF2-40B4-BE49-F238E27FC236}">
                  <a16:creationId xmlns:a16="http://schemas.microsoft.com/office/drawing/2014/main" id="{5D7B281C-C383-4E8E-A3C0-FF1031875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46278" y="950652"/>
              <a:ext cx="9292385" cy="5077857"/>
            </a:xfrm>
            <a:prstGeom prst="rect">
              <a:avLst/>
            </a:prstGeom>
            <a:ln w="12700">
              <a:miter lim="400000"/>
            </a:ln>
            <a:effectLst>
              <a:outerShdw blurRad="1270000" dist="635000" dir="3300000" rotWithShape="0">
                <a:schemeClr val="accent6">
                  <a:hueOff val="-2214564"/>
                  <a:satOff val="-18455"/>
                  <a:lumOff val="-82930"/>
                  <a:alpha val="24538"/>
                </a:schemeClr>
              </a:outerShdw>
            </a:effectLst>
          </p:spPr>
        </p:pic>
        <p:pic>
          <p:nvPicPr>
            <p:cNvPr id="21" name="图片占位符 1">
              <a:extLst>
                <a:ext uri="{FF2B5EF4-FFF2-40B4-BE49-F238E27FC236}">
                  <a16:creationId xmlns:a16="http://schemas.microsoft.com/office/drawing/2014/main" id="{1EA29871-8B12-4568-BF45-4E7EAC9C9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51577" y="1271093"/>
              <a:ext cx="6669720" cy="4180357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</p:grpSp>
    </p:spTree>
    <p:extLst>
      <p:ext uri="{BB962C8B-B14F-4D97-AF65-F5344CB8AC3E}">
        <p14:creationId xmlns:p14="http://schemas.microsoft.com/office/powerpoint/2010/main" val="803888139"/>
      </p:ext>
    </p:extLst>
  </p:cSld>
  <p:clrMapOvr>
    <a:masterClrMapping/>
  </p:clrMapOvr>
  <p:transition spd="slow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088956" y="-1127760"/>
            <a:ext cx="10500360" cy="105003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353333" y="-1863383"/>
            <a:ext cx="11971606" cy="11971606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2193973" y="-5322863"/>
            <a:ext cx="11971606" cy="11971606"/>
          </a:xfrm>
          <a:prstGeom prst="ellipse">
            <a:avLst/>
          </a:prstGeom>
          <a:noFill/>
          <a:ln w="127000"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44487" y="-2380957"/>
            <a:ext cx="10500360" cy="10500360"/>
          </a:xfrm>
          <a:prstGeom prst="ellipse">
            <a:avLst/>
          </a:prstGeom>
          <a:noFill/>
          <a:ln w="1270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59"/>
          <p:cNvSpPr>
            <a:spLocks noChangeArrowheads="1"/>
          </p:cNvSpPr>
          <p:nvPr/>
        </p:nvSpPr>
        <p:spPr bwMode="auto">
          <a:xfrm>
            <a:off x="649094" y="3215389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学习总结</a:t>
            </a:r>
          </a:p>
        </p:txBody>
      </p:sp>
      <p:sp>
        <p:nvSpPr>
          <p:cNvPr id="48" name="矩形 47"/>
          <p:cNvSpPr/>
          <p:nvPr/>
        </p:nvSpPr>
        <p:spPr>
          <a:xfrm>
            <a:off x="1062997" y="4266413"/>
            <a:ext cx="4572794" cy="707894"/>
          </a:xfrm>
          <a:prstGeom prst="rect">
            <a:avLst/>
          </a:prstGeom>
        </p:spPr>
        <p:txBody>
          <a:bodyPr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Through the project, the theoretical knowledge learned in the classroom was applied to practical projects, improving problem-solving and project management abilities. I have learned to collaborate with team members, divide tasks, manage project progress, and solve technical challenges in projects.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202982" y="5175292"/>
            <a:ext cx="2292824" cy="436878"/>
            <a:chOff x="8222965" y="7595340"/>
            <a:chExt cx="3061547" cy="678712"/>
          </a:xfrm>
          <a:gradFill>
            <a:gsLst>
              <a:gs pos="100000">
                <a:srgbClr val="61C9D4">
                  <a:alpha val="90000"/>
                </a:srgbClr>
              </a:gs>
              <a:gs pos="33000">
                <a:srgbClr val="418EAA">
                  <a:alpha val="90000"/>
                </a:srgbClr>
              </a:gs>
            </a:gsLst>
            <a:lin ang="2700000" scaled="1"/>
          </a:gradFill>
        </p:grpSpPr>
        <p:sp>
          <p:nvSpPr>
            <p:cNvPr id="51" name="圆角矩形 16"/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3810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2965" y="7684831"/>
              <a:ext cx="3061547" cy="525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THE  PART  FOUR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365364" y="1048351"/>
            <a:ext cx="39680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3800">
                <a:solidFill>
                  <a:srgbClr val="C00000"/>
                </a:solidFill>
                <a:latin typeface="Swiss911 UCm BT" panose="020B0608020202060204" pitchFamily="34" charset="0"/>
                <a:ea typeface="造字工房形黑（非商用）细体" pitchFamily="50" charset="-122"/>
              </a:defRPr>
            </a:lvl1pPr>
          </a:lstStyle>
          <a:p>
            <a:pPr algn="ctr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0" dist="127000" dir="2700000" algn="tl" rotWithShape="0">
                    <a:schemeClr val="bg1">
                      <a:lumMod val="65000"/>
                      <a:alpha val="40000"/>
                    </a:schemeClr>
                  </a:outerShdw>
                </a:effectLst>
                <a:latin typeface="Impact" panose="020B0806030902050204" pitchFamily="34" charset="0"/>
                <a:sym typeface="+mn-lt"/>
              </a:rPr>
              <a:t>04</a:t>
            </a:r>
          </a:p>
        </p:txBody>
      </p:sp>
      <p:sp>
        <p:nvSpPr>
          <p:cNvPr id="12" name="椭圆 11"/>
          <p:cNvSpPr/>
          <p:nvPr/>
        </p:nvSpPr>
        <p:spPr>
          <a:xfrm>
            <a:off x="711608" y="1821950"/>
            <a:ext cx="689021" cy="68902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5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5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2" grpId="0"/>
      <p:bldP spid="22" grpId="1"/>
      <p:bldP spid="48" grpId="0"/>
      <p:bldP spid="14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68356" y="509067"/>
            <a:ext cx="446044" cy="4460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400"/>
            <a:endParaRPr lang="zh-CN" altLang="en-US" sz="1400" b="1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803" y="470479"/>
            <a:ext cx="325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学习总结</a:t>
            </a:r>
          </a:p>
        </p:txBody>
      </p:sp>
      <p:sp>
        <p:nvSpPr>
          <p:cNvPr id="50" name="ïṧļîdé"/>
          <p:cNvSpPr/>
          <p:nvPr/>
        </p:nvSpPr>
        <p:spPr>
          <a:xfrm>
            <a:off x="4483974" y="3889709"/>
            <a:ext cx="1449262" cy="1449261"/>
          </a:xfrm>
          <a:prstGeom prst="corner">
            <a:avLst>
              <a:gd name="adj1" fmla="val 16416"/>
              <a:gd name="adj2" fmla="val 1650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noAutofit/>
          </a:bodyPr>
          <a:lstStyle/>
          <a:p>
            <a:pPr algn="r" defTabSz="914400"/>
            <a:endParaRPr sz="1400" b="1" dirty="0"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51" name="îṩľïḍè"/>
          <p:cNvSpPr/>
          <p:nvPr/>
        </p:nvSpPr>
        <p:spPr>
          <a:xfrm flipH="1">
            <a:off x="6270402" y="3889709"/>
            <a:ext cx="1449262" cy="1449261"/>
          </a:xfrm>
          <a:prstGeom prst="corner">
            <a:avLst>
              <a:gd name="adj1" fmla="val 16416"/>
              <a:gd name="adj2" fmla="val 1650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noAutofit/>
          </a:bodyPr>
          <a:lstStyle/>
          <a:p>
            <a:pPr algn="r" defTabSz="914400"/>
            <a:endParaRPr sz="1400" b="1" dirty="0"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52" name="í$ḻîḓê"/>
          <p:cNvSpPr/>
          <p:nvPr/>
        </p:nvSpPr>
        <p:spPr>
          <a:xfrm flipV="1">
            <a:off x="4483974" y="2136987"/>
            <a:ext cx="1449262" cy="1449261"/>
          </a:xfrm>
          <a:prstGeom prst="corner">
            <a:avLst>
              <a:gd name="adj1" fmla="val 16416"/>
              <a:gd name="adj2" fmla="val 1650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noAutofit/>
          </a:bodyPr>
          <a:lstStyle/>
          <a:p>
            <a:pPr algn="r" defTabSz="914400"/>
            <a:endParaRPr sz="1400" b="1" dirty="0"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53" name="îṩ1íḋè"/>
          <p:cNvSpPr/>
          <p:nvPr/>
        </p:nvSpPr>
        <p:spPr>
          <a:xfrm flipH="1" flipV="1">
            <a:off x="6270402" y="2136987"/>
            <a:ext cx="1449262" cy="1449261"/>
          </a:xfrm>
          <a:prstGeom prst="corner">
            <a:avLst>
              <a:gd name="adj1" fmla="val 16416"/>
              <a:gd name="adj2" fmla="val 1650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noAutofit/>
          </a:bodyPr>
          <a:lstStyle/>
          <a:p>
            <a:pPr algn="r" defTabSz="914400"/>
            <a:endParaRPr sz="1400" b="1" dirty="0">
              <a:latin typeface="三极准柔宋" panose="00000500000000000000" pitchFamily="2" charset="-122"/>
              <a:ea typeface="三极准柔宋" panose="00000500000000000000" pitchFamily="2" charset="-122"/>
              <a:cs typeface="Open Sans" charset="0"/>
            </a:endParaRPr>
          </a:p>
        </p:txBody>
      </p:sp>
      <p:sp>
        <p:nvSpPr>
          <p:cNvPr id="54" name="íṣļïḋê"/>
          <p:cNvSpPr/>
          <p:nvPr/>
        </p:nvSpPr>
        <p:spPr>
          <a:xfrm>
            <a:off x="4625443" y="2261603"/>
            <a:ext cx="2952753" cy="295275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solidFill>
                <a:schemeClr val="tx1"/>
              </a:solidFill>
              <a:latin typeface="仓耳青禾体-谷力 W05" panose="02020400000000000000" pitchFamily="18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1120253" y="3715890"/>
            <a:ext cx="3224051" cy="1436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7847696" y="3715890"/>
            <a:ext cx="3224051" cy="1436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ïṣliḋè"/>
          <p:cNvGrpSpPr/>
          <p:nvPr/>
        </p:nvGrpSpPr>
        <p:grpSpPr>
          <a:xfrm>
            <a:off x="4200825" y="4916515"/>
            <a:ext cx="702159" cy="702159"/>
            <a:chOff x="6362700" y="1171575"/>
            <a:chExt cx="571500" cy="571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8" name="îṩ1íďe"/>
            <p:cNvSpPr/>
            <p:nvPr/>
          </p:nvSpPr>
          <p:spPr>
            <a:xfrm>
              <a:off x="6362700" y="1171575"/>
              <a:ext cx="571500" cy="571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  <p:sp>
          <p:nvSpPr>
            <p:cNvPr id="59" name="ïšľiḓe"/>
            <p:cNvSpPr/>
            <p:nvPr/>
          </p:nvSpPr>
          <p:spPr bwMode="auto">
            <a:xfrm>
              <a:off x="6523746" y="1329613"/>
              <a:ext cx="249408" cy="255423"/>
            </a:xfrm>
            <a:custGeom>
              <a:avLst/>
              <a:gdLst>
                <a:gd name="T0" fmla="*/ 1547 w 10400"/>
                <a:gd name="T1" fmla="*/ 9330 h 10667"/>
                <a:gd name="T2" fmla="*/ 3077 w 10400"/>
                <a:gd name="T3" fmla="*/ 9013 h 10667"/>
                <a:gd name="T4" fmla="*/ 6114 w 10400"/>
                <a:gd name="T5" fmla="*/ 9700 h 10667"/>
                <a:gd name="T6" fmla="*/ 6806 w 10400"/>
                <a:gd name="T7" fmla="*/ 8539 h 10667"/>
                <a:gd name="T8" fmla="*/ 4079 w 10400"/>
                <a:gd name="T9" fmla="*/ 1127 h 10667"/>
                <a:gd name="T10" fmla="*/ 5193 w 10400"/>
                <a:gd name="T11" fmla="*/ 2254 h 10667"/>
                <a:gd name="T12" fmla="*/ 6352 w 10400"/>
                <a:gd name="T13" fmla="*/ 3340 h 10667"/>
                <a:gd name="T14" fmla="*/ 6296 w 10400"/>
                <a:gd name="T15" fmla="*/ 5841 h 10667"/>
                <a:gd name="T16" fmla="*/ 5318 w 10400"/>
                <a:gd name="T17" fmla="*/ 6578 h 10667"/>
                <a:gd name="T18" fmla="*/ 4851 w 10400"/>
                <a:gd name="T19" fmla="*/ 10126 h 10667"/>
                <a:gd name="T20" fmla="*/ 4154 w 10400"/>
                <a:gd name="T21" fmla="*/ 5500 h 10667"/>
                <a:gd name="T22" fmla="*/ 993 w 10400"/>
                <a:gd name="T23" fmla="*/ 1669 h 10667"/>
                <a:gd name="T24" fmla="*/ 4493 w 10400"/>
                <a:gd name="T25" fmla="*/ 2470 h 10667"/>
                <a:gd name="T26" fmla="*/ 5203 w 10400"/>
                <a:gd name="T27" fmla="*/ 5915 h 10667"/>
                <a:gd name="T28" fmla="*/ 5890 w 10400"/>
                <a:gd name="T29" fmla="*/ 2481 h 10667"/>
                <a:gd name="T30" fmla="*/ 9353 w 10400"/>
                <a:gd name="T31" fmla="*/ 1669 h 10667"/>
                <a:gd name="T32" fmla="*/ 8900 w 10400"/>
                <a:gd name="T33" fmla="*/ 5088 h 10667"/>
                <a:gd name="T34" fmla="*/ 8763 w 10400"/>
                <a:gd name="T35" fmla="*/ 4301 h 10667"/>
                <a:gd name="T36" fmla="*/ 7729 w 10400"/>
                <a:gd name="T37" fmla="*/ 3953 h 10667"/>
                <a:gd name="T38" fmla="*/ 8505 w 10400"/>
                <a:gd name="T39" fmla="*/ 5505 h 10667"/>
                <a:gd name="T40" fmla="*/ 8530 w 10400"/>
                <a:gd name="T41" fmla="*/ 6867 h 10667"/>
                <a:gd name="T42" fmla="*/ 9012 w 10400"/>
                <a:gd name="T43" fmla="*/ 6736 h 10667"/>
                <a:gd name="T44" fmla="*/ 9315 w 10400"/>
                <a:gd name="T45" fmla="*/ 6686 h 10667"/>
                <a:gd name="T46" fmla="*/ 9046 w 10400"/>
                <a:gd name="T47" fmla="*/ 4530 h 10667"/>
                <a:gd name="T48" fmla="*/ 9997 w 10400"/>
                <a:gd name="T49" fmla="*/ 3776 h 10667"/>
                <a:gd name="T50" fmla="*/ 8844 w 10400"/>
                <a:gd name="T51" fmla="*/ 4304 h 10667"/>
                <a:gd name="T52" fmla="*/ 8790 w 10400"/>
                <a:gd name="T53" fmla="*/ 3675 h 10667"/>
                <a:gd name="T54" fmla="*/ 9514 w 10400"/>
                <a:gd name="T55" fmla="*/ 6418 h 10667"/>
                <a:gd name="T56" fmla="*/ 9245 w 10400"/>
                <a:gd name="T57" fmla="*/ 6917 h 10667"/>
                <a:gd name="T58" fmla="*/ 7957 w 10400"/>
                <a:gd name="T59" fmla="*/ 6629 h 10667"/>
                <a:gd name="T60" fmla="*/ 7308 w 10400"/>
                <a:gd name="T61" fmla="*/ 6762 h 10667"/>
                <a:gd name="T62" fmla="*/ 9494 w 10400"/>
                <a:gd name="T63" fmla="*/ 6253 h 10667"/>
                <a:gd name="T64" fmla="*/ 577 w 10400"/>
                <a:gd name="T65" fmla="*/ 3770 h 10667"/>
                <a:gd name="T66" fmla="*/ 1355 w 10400"/>
                <a:gd name="T67" fmla="*/ 4518 h 10667"/>
                <a:gd name="T68" fmla="*/ 1282 w 10400"/>
                <a:gd name="T69" fmla="*/ 5462 h 10667"/>
                <a:gd name="T70" fmla="*/ 1236 w 10400"/>
                <a:gd name="T71" fmla="*/ 6867 h 10667"/>
                <a:gd name="T72" fmla="*/ 1718 w 10400"/>
                <a:gd name="T73" fmla="*/ 6728 h 10667"/>
                <a:gd name="T74" fmla="*/ 2022 w 10400"/>
                <a:gd name="T75" fmla="*/ 6694 h 10667"/>
                <a:gd name="T76" fmla="*/ 1843 w 10400"/>
                <a:gd name="T77" fmla="*/ 4519 h 10667"/>
                <a:gd name="T78" fmla="*/ 2505 w 10400"/>
                <a:gd name="T79" fmla="*/ 3770 h 10667"/>
                <a:gd name="T80" fmla="*/ 1608 w 10400"/>
                <a:gd name="T81" fmla="*/ 5217 h 10667"/>
                <a:gd name="T82" fmla="*/ 1557 w 10400"/>
                <a:gd name="T83" fmla="*/ 4304 h 10667"/>
                <a:gd name="T84" fmla="*/ 1610 w 10400"/>
                <a:gd name="T85" fmla="*/ 3675 h 10667"/>
                <a:gd name="T86" fmla="*/ 1898 w 10400"/>
                <a:gd name="T87" fmla="*/ 3969 h 10667"/>
                <a:gd name="T88" fmla="*/ 1547 w 10400"/>
                <a:gd name="T89" fmla="*/ 7324 h 10667"/>
                <a:gd name="T90" fmla="*/ 2189 w 10400"/>
                <a:gd name="T91" fmla="*/ 6405 h 10667"/>
                <a:gd name="T92" fmla="*/ 1172 w 10400"/>
                <a:gd name="T93" fmla="*/ 6918 h 10667"/>
                <a:gd name="T94" fmla="*/ 669 w 10400"/>
                <a:gd name="T95" fmla="*/ 6629 h 10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00" h="10667">
                  <a:moveTo>
                    <a:pt x="8838" y="9330"/>
                  </a:moveTo>
                  <a:cubicBezTo>
                    <a:pt x="8838" y="10067"/>
                    <a:pt x="7206" y="10667"/>
                    <a:pt x="5192" y="10667"/>
                  </a:cubicBezTo>
                  <a:cubicBezTo>
                    <a:pt x="3180" y="10667"/>
                    <a:pt x="1547" y="10067"/>
                    <a:pt x="1547" y="9330"/>
                  </a:cubicBezTo>
                  <a:cubicBezTo>
                    <a:pt x="1547" y="8797"/>
                    <a:pt x="2406" y="8341"/>
                    <a:pt x="3638" y="8128"/>
                  </a:cubicBezTo>
                  <a:lnTo>
                    <a:pt x="3638" y="8495"/>
                  </a:lnTo>
                  <a:cubicBezTo>
                    <a:pt x="3293" y="8632"/>
                    <a:pt x="3077" y="8813"/>
                    <a:pt x="3077" y="9013"/>
                  </a:cubicBezTo>
                  <a:cubicBezTo>
                    <a:pt x="3077" y="9437"/>
                    <a:pt x="4015" y="9781"/>
                    <a:pt x="5171" y="9781"/>
                  </a:cubicBezTo>
                  <a:cubicBezTo>
                    <a:pt x="5497" y="9781"/>
                    <a:pt x="5802" y="9751"/>
                    <a:pt x="6077" y="9703"/>
                  </a:cubicBezTo>
                  <a:cubicBezTo>
                    <a:pt x="6090" y="9702"/>
                    <a:pt x="6102" y="9702"/>
                    <a:pt x="6114" y="9700"/>
                  </a:cubicBezTo>
                  <a:cubicBezTo>
                    <a:pt x="6165" y="9694"/>
                    <a:pt x="6212" y="9682"/>
                    <a:pt x="6259" y="9666"/>
                  </a:cubicBezTo>
                  <a:cubicBezTo>
                    <a:pt x="6859" y="9531"/>
                    <a:pt x="7264" y="9290"/>
                    <a:pt x="7264" y="9013"/>
                  </a:cubicBezTo>
                  <a:cubicBezTo>
                    <a:pt x="7264" y="8834"/>
                    <a:pt x="7090" y="8669"/>
                    <a:pt x="6806" y="8539"/>
                  </a:cubicBezTo>
                  <a:lnTo>
                    <a:pt x="6806" y="8137"/>
                  </a:lnTo>
                  <a:cubicBezTo>
                    <a:pt x="8006" y="8356"/>
                    <a:pt x="8838" y="8805"/>
                    <a:pt x="8838" y="9330"/>
                  </a:cubicBezTo>
                  <a:close/>
                  <a:moveTo>
                    <a:pt x="4079" y="1127"/>
                  </a:moveTo>
                  <a:cubicBezTo>
                    <a:pt x="4079" y="504"/>
                    <a:pt x="4578" y="0"/>
                    <a:pt x="5193" y="0"/>
                  </a:cubicBezTo>
                  <a:cubicBezTo>
                    <a:pt x="5807" y="0"/>
                    <a:pt x="6305" y="504"/>
                    <a:pt x="6305" y="1127"/>
                  </a:cubicBezTo>
                  <a:cubicBezTo>
                    <a:pt x="6305" y="1750"/>
                    <a:pt x="5807" y="2254"/>
                    <a:pt x="5193" y="2254"/>
                  </a:cubicBezTo>
                  <a:cubicBezTo>
                    <a:pt x="4578" y="2254"/>
                    <a:pt x="4079" y="1750"/>
                    <a:pt x="4079" y="1127"/>
                  </a:cubicBezTo>
                  <a:close/>
                  <a:moveTo>
                    <a:pt x="9353" y="1669"/>
                  </a:moveTo>
                  <a:cubicBezTo>
                    <a:pt x="8800" y="2578"/>
                    <a:pt x="7557" y="3340"/>
                    <a:pt x="6352" y="3340"/>
                  </a:cubicBezTo>
                  <a:cubicBezTo>
                    <a:pt x="6274" y="3340"/>
                    <a:pt x="6196" y="3336"/>
                    <a:pt x="6118" y="3330"/>
                  </a:cubicBezTo>
                  <a:cubicBezTo>
                    <a:pt x="6142" y="3615"/>
                    <a:pt x="6252" y="4928"/>
                    <a:pt x="6282" y="5755"/>
                  </a:cubicBezTo>
                  <a:cubicBezTo>
                    <a:pt x="6288" y="5783"/>
                    <a:pt x="6294" y="5811"/>
                    <a:pt x="6296" y="5841"/>
                  </a:cubicBezTo>
                  <a:lnTo>
                    <a:pt x="6568" y="10087"/>
                  </a:lnTo>
                  <a:cubicBezTo>
                    <a:pt x="6586" y="10373"/>
                    <a:pt x="5564" y="10428"/>
                    <a:pt x="5546" y="10154"/>
                  </a:cubicBezTo>
                  <a:lnTo>
                    <a:pt x="5318" y="6578"/>
                  </a:lnTo>
                  <a:cubicBezTo>
                    <a:pt x="5280" y="6574"/>
                    <a:pt x="5244" y="6567"/>
                    <a:pt x="5206" y="6567"/>
                  </a:cubicBezTo>
                  <a:cubicBezTo>
                    <a:pt x="5174" y="6567"/>
                    <a:pt x="5136" y="6577"/>
                    <a:pt x="5099" y="6587"/>
                  </a:cubicBezTo>
                  <a:lnTo>
                    <a:pt x="4851" y="10126"/>
                  </a:lnTo>
                  <a:cubicBezTo>
                    <a:pt x="4832" y="10398"/>
                    <a:pt x="3810" y="10338"/>
                    <a:pt x="3830" y="10052"/>
                  </a:cubicBezTo>
                  <a:lnTo>
                    <a:pt x="4144" y="5559"/>
                  </a:lnTo>
                  <a:cubicBezTo>
                    <a:pt x="4146" y="5538"/>
                    <a:pt x="4150" y="5520"/>
                    <a:pt x="4154" y="5500"/>
                  </a:cubicBezTo>
                  <a:cubicBezTo>
                    <a:pt x="4199" y="4432"/>
                    <a:pt x="4252" y="3400"/>
                    <a:pt x="4257" y="3326"/>
                  </a:cubicBezTo>
                  <a:cubicBezTo>
                    <a:pt x="4169" y="3334"/>
                    <a:pt x="4081" y="3340"/>
                    <a:pt x="3994" y="3340"/>
                  </a:cubicBezTo>
                  <a:cubicBezTo>
                    <a:pt x="2788" y="3340"/>
                    <a:pt x="1546" y="2578"/>
                    <a:pt x="993" y="1669"/>
                  </a:cubicBezTo>
                  <a:cubicBezTo>
                    <a:pt x="879" y="1481"/>
                    <a:pt x="936" y="1235"/>
                    <a:pt x="1122" y="1120"/>
                  </a:cubicBezTo>
                  <a:cubicBezTo>
                    <a:pt x="1308" y="1003"/>
                    <a:pt x="1551" y="1062"/>
                    <a:pt x="1665" y="1250"/>
                  </a:cubicBezTo>
                  <a:cubicBezTo>
                    <a:pt x="2166" y="2073"/>
                    <a:pt x="3484" y="2756"/>
                    <a:pt x="4493" y="2470"/>
                  </a:cubicBezTo>
                  <a:cubicBezTo>
                    <a:pt x="4663" y="2411"/>
                    <a:pt x="4865" y="2374"/>
                    <a:pt x="5089" y="2365"/>
                  </a:cubicBezTo>
                  <a:lnTo>
                    <a:pt x="4729" y="5423"/>
                  </a:lnTo>
                  <a:lnTo>
                    <a:pt x="5203" y="5915"/>
                  </a:lnTo>
                  <a:lnTo>
                    <a:pt x="5617" y="5423"/>
                  </a:lnTo>
                  <a:lnTo>
                    <a:pt x="5330" y="2373"/>
                  </a:lnTo>
                  <a:cubicBezTo>
                    <a:pt x="5531" y="2387"/>
                    <a:pt x="5725" y="2423"/>
                    <a:pt x="5890" y="2481"/>
                  </a:cubicBezTo>
                  <a:cubicBezTo>
                    <a:pt x="6894" y="2741"/>
                    <a:pt x="8187" y="2063"/>
                    <a:pt x="8681" y="1250"/>
                  </a:cubicBezTo>
                  <a:cubicBezTo>
                    <a:pt x="8795" y="1062"/>
                    <a:pt x="9038" y="1003"/>
                    <a:pt x="9224" y="1119"/>
                  </a:cubicBezTo>
                  <a:cubicBezTo>
                    <a:pt x="9410" y="1235"/>
                    <a:pt x="9468" y="1481"/>
                    <a:pt x="9353" y="1669"/>
                  </a:cubicBezTo>
                  <a:close/>
                  <a:moveTo>
                    <a:pt x="8844" y="4304"/>
                  </a:moveTo>
                  <a:cubicBezTo>
                    <a:pt x="8839" y="4303"/>
                    <a:pt x="8833" y="4303"/>
                    <a:pt x="8827" y="4302"/>
                  </a:cubicBezTo>
                  <a:lnTo>
                    <a:pt x="8900" y="5088"/>
                  </a:lnTo>
                  <a:lnTo>
                    <a:pt x="8793" y="5217"/>
                  </a:lnTo>
                  <a:lnTo>
                    <a:pt x="8671" y="5088"/>
                  </a:lnTo>
                  <a:lnTo>
                    <a:pt x="8763" y="4301"/>
                  </a:lnTo>
                  <a:cubicBezTo>
                    <a:pt x="8543" y="4286"/>
                    <a:pt x="8343" y="4195"/>
                    <a:pt x="7895" y="3770"/>
                  </a:cubicBezTo>
                  <a:cubicBezTo>
                    <a:pt x="7846" y="3723"/>
                    <a:pt x="7769" y="3725"/>
                    <a:pt x="7722" y="3776"/>
                  </a:cubicBezTo>
                  <a:cubicBezTo>
                    <a:pt x="7676" y="3826"/>
                    <a:pt x="7679" y="3906"/>
                    <a:pt x="7729" y="3953"/>
                  </a:cubicBezTo>
                  <a:cubicBezTo>
                    <a:pt x="8086" y="4293"/>
                    <a:pt x="8319" y="4456"/>
                    <a:pt x="8558" y="4519"/>
                  </a:cubicBezTo>
                  <a:cubicBezTo>
                    <a:pt x="8558" y="4523"/>
                    <a:pt x="8556" y="4527"/>
                    <a:pt x="8556" y="4530"/>
                  </a:cubicBezTo>
                  <a:lnTo>
                    <a:pt x="8505" y="5505"/>
                  </a:lnTo>
                  <a:lnTo>
                    <a:pt x="8378" y="6694"/>
                  </a:lnTo>
                  <a:cubicBezTo>
                    <a:pt x="8369" y="6780"/>
                    <a:pt x="8430" y="6857"/>
                    <a:pt x="8514" y="6867"/>
                  </a:cubicBezTo>
                  <a:cubicBezTo>
                    <a:pt x="8520" y="6867"/>
                    <a:pt x="8525" y="6867"/>
                    <a:pt x="8530" y="6867"/>
                  </a:cubicBezTo>
                  <a:cubicBezTo>
                    <a:pt x="8608" y="6867"/>
                    <a:pt x="8674" y="6808"/>
                    <a:pt x="8683" y="6728"/>
                  </a:cubicBezTo>
                  <a:lnTo>
                    <a:pt x="8815" y="5498"/>
                  </a:lnTo>
                  <a:lnTo>
                    <a:pt x="9012" y="6736"/>
                  </a:lnTo>
                  <a:cubicBezTo>
                    <a:pt x="9025" y="6813"/>
                    <a:pt x="9090" y="6868"/>
                    <a:pt x="9164" y="6868"/>
                  </a:cubicBezTo>
                  <a:cubicBezTo>
                    <a:pt x="9172" y="6868"/>
                    <a:pt x="9180" y="6867"/>
                    <a:pt x="9188" y="6866"/>
                  </a:cubicBezTo>
                  <a:cubicBezTo>
                    <a:pt x="9272" y="6852"/>
                    <a:pt x="9328" y="6771"/>
                    <a:pt x="9315" y="6686"/>
                  </a:cubicBezTo>
                  <a:lnTo>
                    <a:pt x="9119" y="5462"/>
                  </a:lnTo>
                  <a:cubicBezTo>
                    <a:pt x="9119" y="5461"/>
                    <a:pt x="9120" y="5460"/>
                    <a:pt x="9120" y="5459"/>
                  </a:cubicBezTo>
                  <a:lnTo>
                    <a:pt x="9046" y="4530"/>
                  </a:lnTo>
                  <a:cubicBezTo>
                    <a:pt x="9046" y="4526"/>
                    <a:pt x="9046" y="4522"/>
                    <a:pt x="9045" y="4518"/>
                  </a:cubicBezTo>
                  <a:cubicBezTo>
                    <a:pt x="9279" y="4456"/>
                    <a:pt x="9631" y="4296"/>
                    <a:pt x="9990" y="3953"/>
                  </a:cubicBezTo>
                  <a:cubicBezTo>
                    <a:pt x="10040" y="3906"/>
                    <a:pt x="10043" y="3826"/>
                    <a:pt x="9997" y="3776"/>
                  </a:cubicBezTo>
                  <a:cubicBezTo>
                    <a:pt x="9950" y="3725"/>
                    <a:pt x="9873" y="3723"/>
                    <a:pt x="9823" y="3770"/>
                  </a:cubicBezTo>
                  <a:cubicBezTo>
                    <a:pt x="9407" y="4166"/>
                    <a:pt x="9010" y="4290"/>
                    <a:pt x="8857" y="4300"/>
                  </a:cubicBezTo>
                  <a:cubicBezTo>
                    <a:pt x="8852" y="4300"/>
                    <a:pt x="8849" y="4303"/>
                    <a:pt x="8844" y="4304"/>
                  </a:cubicBezTo>
                  <a:close/>
                  <a:moveTo>
                    <a:pt x="8790" y="4263"/>
                  </a:moveTo>
                  <a:cubicBezTo>
                    <a:pt x="8949" y="4263"/>
                    <a:pt x="9078" y="4131"/>
                    <a:pt x="9078" y="3969"/>
                  </a:cubicBezTo>
                  <a:cubicBezTo>
                    <a:pt x="9078" y="3807"/>
                    <a:pt x="8949" y="3675"/>
                    <a:pt x="8790" y="3675"/>
                  </a:cubicBezTo>
                  <a:cubicBezTo>
                    <a:pt x="8631" y="3675"/>
                    <a:pt x="8503" y="3807"/>
                    <a:pt x="8503" y="3969"/>
                  </a:cubicBezTo>
                  <a:cubicBezTo>
                    <a:pt x="8503" y="4131"/>
                    <a:pt x="8631" y="4263"/>
                    <a:pt x="8790" y="4263"/>
                  </a:cubicBezTo>
                  <a:close/>
                  <a:moveTo>
                    <a:pt x="9514" y="6418"/>
                  </a:moveTo>
                  <a:cubicBezTo>
                    <a:pt x="9649" y="6475"/>
                    <a:pt x="9732" y="6548"/>
                    <a:pt x="9732" y="6629"/>
                  </a:cubicBezTo>
                  <a:cubicBezTo>
                    <a:pt x="9732" y="6745"/>
                    <a:pt x="9561" y="6846"/>
                    <a:pt x="9306" y="6903"/>
                  </a:cubicBezTo>
                  <a:cubicBezTo>
                    <a:pt x="9287" y="6910"/>
                    <a:pt x="9267" y="6915"/>
                    <a:pt x="9245" y="6917"/>
                  </a:cubicBezTo>
                  <a:cubicBezTo>
                    <a:pt x="9240" y="6918"/>
                    <a:pt x="9235" y="6918"/>
                    <a:pt x="9229" y="6918"/>
                  </a:cubicBezTo>
                  <a:cubicBezTo>
                    <a:pt x="9112" y="6939"/>
                    <a:pt x="8983" y="6952"/>
                    <a:pt x="8845" y="6952"/>
                  </a:cubicBezTo>
                  <a:cubicBezTo>
                    <a:pt x="8355" y="6952"/>
                    <a:pt x="7957" y="6807"/>
                    <a:pt x="7957" y="6629"/>
                  </a:cubicBezTo>
                  <a:cubicBezTo>
                    <a:pt x="7957" y="6542"/>
                    <a:pt x="8055" y="6463"/>
                    <a:pt x="8211" y="6405"/>
                  </a:cubicBezTo>
                  <a:lnTo>
                    <a:pt x="8222" y="6252"/>
                  </a:lnTo>
                  <a:cubicBezTo>
                    <a:pt x="7685" y="6340"/>
                    <a:pt x="7308" y="6534"/>
                    <a:pt x="7308" y="6762"/>
                  </a:cubicBezTo>
                  <a:cubicBezTo>
                    <a:pt x="7308" y="7072"/>
                    <a:pt x="8000" y="7324"/>
                    <a:pt x="8854" y="7324"/>
                  </a:cubicBezTo>
                  <a:cubicBezTo>
                    <a:pt x="9708" y="7324"/>
                    <a:pt x="10400" y="7072"/>
                    <a:pt x="10400" y="6762"/>
                  </a:cubicBezTo>
                  <a:cubicBezTo>
                    <a:pt x="10400" y="6535"/>
                    <a:pt x="10027" y="6342"/>
                    <a:pt x="9494" y="6253"/>
                  </a:cubicBezTo>
                  <a:lnTo>
                    <a:pt x="9514" y="6418"/>
                  </a:lnTo>
                  <a:close/>
                  <a:moveTo>
                    <a:pt x="1543" y="4300"/>
                  </a:moveTo>
                  <a:cubicBezTo>
                    <a:pt x="1391" y="4290"/>
                    <a:pt x="994" y="4166"/>
                    <a:pt x="577" y="3770"/>
                  </a:cubicBezTo>
                  <a:cubicBezTo>
                    <a:pt x="528" y="3723"/>
                    <a:pt x="450" y="3725"/>
                    <a:pt x="404" y="3776"/>
                  </a:cubicBezTo>
                  <a:cubicBezTo>
                    <a:pt x="358" y="3826"/>
                    <a:pt x="361" y="3906"/>
                    <a:pt x="411" y="3953"/>
                  </a:cubicBezTo>
                  <a:cubicBezTo>
                    <a:pt x="770" y="4296"/>
                    <a:pt x="1122" y="4456"/>
                    <a:pt x="1355" y="4518"/>
                  </a:cubicBezTo>
                  <a:cubicBezTo>
                    <a:pt x="1355" y="4522"/>
                    <a:pt x="1355" y="4526"/>
                    <a:pt x="1355" y="4530"/>
                  </a:cubicBezTo>
                  <a:lnTo>
                    <a:pt x="1281" y="5459"/>
                  </a:lnTo>
                  <a:cubicBezTo>
                    <a:pt x="1281" y="5460"/>
                    <a:pt x="1282" y="5461"/>
                    <a:pt x="1282" y="5462"/>
                  </a:cubicBezTo>
                  <a:lnTo>
                    <a:pt x="1086" y="6686"/>
                  </a:lnTo>
                  <a:cubicBezTo>
                    <a:pt x="1072" y="6771"/>
                    <a:pt x="1129" y="6852"/>
                    <a:pt x="1212" y="6866"/>
                  </a:cubicBezTo>
                  <a:cubicBezTo>
                    <a:pt x="1221" y="6867"/>
                    <a:pt x="1229" y="6867"/>
                    <a:pt x="1236" y="6867"/>
                  </a:cubicBezTo>
                  <a:cubicBezTo>
                    <a:pt x="1311" y="6867"/>
                    <a:pt x="1376" y="6813"/>
                    <a:pt x="1388" y="6736"/>
                  </a:cubicBezTo>
                  <a:lnTo>
                    <a:pt x="1586" y="5498"/>
                  </a:lnTo>
                  <a:lnTo>
                    <a:pt x="1718" y="6728"/>
                  </a:lnTo>
                  <a:cubicBezTo>
                    <a:pt x="1726" y="6808"/>
                    <a:pt x="1792" y="6867"/>
                    <a:pt x="1870" y="6867"/>
                  </a:cubicBezTo>
                  <a:cubicBezTo>
                    <a:pt x="1875" y="6867"/>
                    <a:pt x="1881" y="6867"/>
                    <a:pt x="1887" y="6867"/>
                  </a:cubicBezTo>
                  <a:cubicBezTo>
                    <a:pt x="1971" y="6857"/>
                    <a:pt x="2032" y="6780"/>
                    <a:pt x="2022" y="6694"/>
                  </a:cubicBezTo>
                  <a:lnTo>
                    <a:pt x="1895" y="5505"/>
                  </a:lnTo>
                  <a:lnTo>
                    <a:pt x="1845" y="4530"/>
                  </a:lnTo>
                  <a:cubicBezTo>
                    <a:pt x="1845" y="4527"/>
                    <a:pt x="1843" y="4523"/>
                    <a:pt x="1843" y="4519"/>
                  </a:cubicBezTo>
                  <a:cubicBezTo>
                    <a:pt x="2082" y="4456"/>
                    <a:pt x="2314" y="4293"/>
                    <a:pt x="2672" y="3953"/>
                  </a:cubicBezTo>
                  <a:cubicBezTo>
                    <a:pt x="2722" y="3906"/>
                    <a:pt x="2725" y="3826"/>
                    <a:pt x="2678" y="3776"/>
                  </a:cubicBezTo>
                  <a:cubicBezTo>
                    <a:pt x="2632" y="3725"/>
                    <a:pt x="2555" y="3722"/>
                    <a:pt x="2505" y="3770"/>
                  </a:cubicBezTo>
                  <a:cubicBezTo>
                    <a:pt x="2058" y="4195"/>
                    <a:pt x="1857" y="4286"/>
                    <a:pt x="1637" y="4301"/>
                  </a:cubicBezTo>
                  <a:lnTo>
                    <a:pt x="1730" y="5088"/>
                  </a:lnTo>
                  <a:lnTo>
                    <a:pt x="1608" y="5217"/>
                  </a:lnTo>
                  <a:lnTo>
                    <a:pt x="1501" y="5088"/>
                  </a:lnTo>
                  <a:lnTo>
                    <a:pt x="1574" y="4302"/>
                  </a:lnTo>
                  <a:cubicBezTo>
                    <a:pt x="1568" y="4303"/>
                    <a:pt x="1562" y="4303"/>
                    <a:pt x="1557" y="4304"/>
                  </a:cubicBezTo>
                  <a:cubicBezTo>
                    <a:pt x="1552" y="4303"/>
                    <a:pt x="1548" y="4300"/>
                    <a:pt x="1543" y="4300"/>
                  </a:cubicBezTo>
                  <a:close/>
                  <a:moveTo>
                    <a:pt x="1898" y="3969"/>
                  </a:moveTo>
                  <a:cubicBezTo>
                    <a:pt x="1898" y="3807"/>
                    <a:pt x="1769" y="3675"/>
                    <a:pt x="1610" y="3675"/>
                  </a:cubicBezTo>
                  <a:cubicBezTo>
                    <a:pt x="1452" y="3675"/>
                    <a:pt x="1323" y="3807"/>
                    <a:pt x="1323" y="3969"/>
                  </a:cubicBezTo>
                  <a:cubicBezTo>
                    <a:pt x="1323" y="4131"/>
                    <a:pt x="1452" y="4263"/>
                    <a:pt x="1610" y="4263"/>
                  </a:cubicBezTo>
                  <a:cubicBezTo>
                    <a:pt x="1769" y="4263"/>
                    <a:pt x="1898" y="4131"/>
                    <a:pt x="1898" y="3969"/>
                  </a:cubicBezTo>
                  <a:close/>
                  <a:moveTo>
                    <a:pt x="906" y="6253"/>
                  </a:moveTo>
                  <a:cubicBezTo>
                    <a:pt x="373" y="6342"/>
                    <a:pt x="0" y="6535"/>
                    <a:pt x="0" y="6762"/>
                  </a:cubicBezTo>
                  <a:cubicBezTo>
                    <a:pt x="0" y="7072"/>
                    <a:pt x="693" y="7324"/>
                    <a:pt x="1547" y="7324"/>
                  </a:cubicBezTo>
                  <a:cubicBezTo>
                    <a:pt x="2401" y="7324"/>
                    <a:pt x="3093" y="7072"/>
                    <a:pt x="3093" y="6762"/>
                  </a:cubicBezTo>
                  <a:cubicBezTo>
                    <a:pt x="3093" y="6534"/>
                    <a:pt x="2716" y="6340"/>
                    <a:pt x="2178" y="6252"/>
                  </a:cubicBezTo>
                  <a:lnTo>
                    <a:pt x="2189" y="6405"/>
                  </a:lnTo>
                  <a:cubicBezTo>
                    <a:pt x="2346" y="6463"/>
                    <a:pt x="2444" y="6542"/>
                    <a:pt x="2444" y="6629"/>
                  </a:cubicBezTo>
                  <a:cubicBezTo>
                    <a:pt x="2444" y="6807"/>
                    <a:pt x="2046" y="6952"/>
                    <a:pt x="1556" y="6952"/>
                  </a:cubicBezTo>
                  <a:cubicBezTo>
                    <a:pt x="1418" y="6952"/>
                    <a:pt x="1289" y="6939"/>
                    <a:pt x="1172" y="6918"/>
                  </a:cubicBezTo>
                  <a:cubicBezTo>
                    <a:pt x="1166" y="6918"/>
                    <a:pt x="1161" y="6918"/>
                    <a:pt x="1155" y="6917"/>
                  </a:cubicBezTo>
                  <a:cubicBezTo>
                    <a:pt x="1134" y="6915"/>
                    <a:pt x="1114" y="6910"/>
                    <a:pt x="1095" y="6903"/>
                  </a:cubicBezTo>
                  <a:cubicBezTo>
                    <a:pt x="840" y="6846"/>
                    <a:pt x="669" y="6745"/>
                    <a:pt x="669" y="6629"/>
                  </a:cubicBezTo>
                  <a:cubicBezTo>
                    <a:pt x="669" y="6548"/>
                    <a:pt x="751" y="6475"/>
                    <a:pt x="887" y="6418"/>
                  </a:cubicBezTo>
                  <a:lnTo>
                    <a:pt x="906" y="625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defTabSz="914400"/>
              <a:endParaRPr sz="1400" b="1" dirty="0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</p:grpSp>
      <p:grpSp>
        <p:nvGrpSpPr>
          <p:cNvPr id="60" name="isľîḍê"/>
          <p:cNvGrpSpPr/>
          <p:nvPr/>
        </p:nvGrpSpPr>
        <p:grpSpPr>
          <a:xfrm>
            <a:off x="7227116" y="4916515"/>
            <a:ext cx="702159" cy="702159"/>
            <a:chOff x="6362700" y="1171575"/>
            <a:chExt cx="571500" cy="571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1" name="îSḷiḓê"/>
            <p:cNvSpPr/>
            <p:nvPr/>
          </p:nvSpPr>
          <p:spPr>
            <a:xfrm>
              <a:off x="6362700" y="1171575"/>
              <a:ext cx="571500" cy="571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  <p:sp>
          <p:nvSpPr>
            <p:cNvPr id="62" name="ïSḷïḓè"/>
            <p:cNvSpPr/>
            <p:nvPr/>
          </p:nvSpPr>
          <p:spPr bwMode="auto">
            <a:xfrm>
              <a:off x="6523746" y="1329613"/>
              <a:ext cx="249408" cy="255423"/>
            </a:xfrm>
            <a:custGeom>
              <a:avLst/>
              <a:gdLst>
                <a:gd name="T0" fmla="*/ 1547 w 10400"/>
                <a:gd name="T1" fmla="*/ 9330 h 10667"/>
                <a:gd name="T2" fmla="*/ 3077 w 10400"/>
                <a:gd name="T3" fmla="*/ 9013 h 10667"/>
                <a:gd name="T4" fmla="*/ 6114 w 10400"/>
                <a:gd name="T5" fmla="*/ 9700 h 10667"/>
                <a:gd name="T6" fmla="*/ 6806 w 10400"/>
                <a:gd name="T7" fmla="*/ 8539 h 10667"/>
                <a:gd name="T8" fmla="*/ 4079 w 10400"/>
                <a:gd name="T9" fmla="*/ 1127 h 10667"/>
                <a:gd name="T10" fmla="*/ 5193 w 10400"/>
                <a:gd name="T11" fmla="*/ 2254 h 10667"/>
                <a:gd name="T12" fmla="*/ 6352 w 10400"/>
                <a:gd name="T13" fmla="*/ 3340 h 10667"/>
                <a:gd name="T14" fmla="*/ 6296 w 10400"/>
                <a:gd name="T15" fmla="*/ 5841 h 10667"/>
                <a:gd name="T16" fmla="*/ 5318 w 10400"/>
                <a:gd name="T17" fmla="*/ 6578 h 10667"/>
                <a:gd name="T18" fmla="*/ 4851 w 10400"/>
                <a:gd name="T19" fmla="*/ 10126 h 10667"/>
                <a:gd name="T20" fmla="*/ 4154 w 10400"/>
                <a:gd name="T21" fmla="*/ 5500 h 10667"/>
                <a:gd name="T22" fmla="*/ 993 w 10400"/>
                <a:gd name="T23" fmla="*/ 1669 h 10667"/>
                <a:gd name="T24" fmla="*/ 4493 w 10400"/>
                <a:gd name="T25" fmla="*/ 2470 h 10667"/>
                <a:gd name="T26" fmla="*/ 5203 w 10400"/>
                <a:gd name="T27" fmla="*/ 5915 h 10667"/>
                <a:gd name="T28" fmla="*/ 5890 w 10400"/>
                <a:gd name="T29" fmla="*/ 2481 h 10667"/>
                <a:gd name="T30" fmla="*/ 9353 w 10400"/>
                <a:gd name="T31" fmla="*/ 1669 h 10667"/>
                <a:gd name="T32" fmla="*/ 8900 w 10400"/>
                <a:gd name="T33" fmla="*/ 5088 h 10667"/>
                <a:gd name="T34" fmla="*/ 8763 w 10400"/>
                <a:gd name="T35" fmla="*/ 4301 h 10667"/>
                <a:gd name="T36" fmla="*/ 7729 w 10400"/>
                <a:gd name="T37" fmla="*/ 3953 h 10667"/>
                <a:gd name="T38" fmla="*/ 8505 w 10400"/>
                <a:gd name="T39" fmla="*/ 5505 h 10667"/>
                <a:gd name="T40" fmla="*/ 8530 w 10400"/>
                <a:gd name="T41" fmla="*/ 6867 h 10667"/>
                <a:gd name="T42" fmla="*/ 9012 w 10400"/>
                <a:gd name="T43" fmla="*/ 6736 h 10667"/>
                <a:gd name="T44" fmla="*/ 9315 w 10400"/>
                <a:gd name="T45" fmla="*/ 6686 h 10667"/>
                <a:gd name="T46" fmla="*/ 9046 w 10400"/>
                <a:gd name="T47" fmla="*/ 4530 h 10667"/>
                <a:gd name="T48" fmla="*/ 9997 w 10400"/>
                <a:gd name="T49" fmla="*/ 3776 h 10667"/>
                <a:gd name="T50" fmla="*/ 8844 w 10400"/>
                <a:gd name="T51" fmla="*/ 4304 h 10667"/>
                <a:gd name="T52" fmla="*/ 8790 w 10400"/>
                <a:gd name="T53" fmla="*/ 3675 h 10667"/>
                <a:gd name="T54" fmla="*/ 9514 w 10400"/>
                <a:gd name="T55" fmla="*/ 6418 h 10667"/>
                <a:gd name="T56" fmla="*/ 9245 w 10400"/>
                <a:gd name="T57" fmla="*/ 6917 h 10667"/>
                <a:gd name="T58" fmla="*/ 7957 w 10400"/>
                <a:gd name="T59" fmla="*/ 6629 h 10667"/>
                <a:gd name="T60" fmla="*/ 7308 w 10400"/>
                <a:gd name="T61" fmla="*/ 6762 h 10667"/>
                <a:gd name="T62" fmla="*/ 9494 w 10400"/>
                <a:gd name="T63" fmla="*/ 6253 h 10667"/>
                <a:gd name="T64" fmla="*/ 577 w 10400"/>
                <a:gd name="T65" fmla="*/ 3770 h 10667"/>
                <a:gd name="T66" fmla="*/ 1355 w 10400"/>
                <a:gd name="T67" fmla="*/ 4518 h 10667"/>
                <a:gd name="T68" fmla="*/ 1282 w 10400"/>
                <a:gd name="T69" fmla="*/ 5462 h 10667"/>
                <a:gd name="T70" fmla="*/ 1236 w 10400"/>
                <a:gd name="T71" fmla="*/ 6867 h 10667"/>
                <a:gd name="T72" fmla="*/ 1718 w 10400"/>
                <a:gd name="T73" fmla="*/ 6728 h 10667"/>
                <a:gd name="T74" fmla="*/ 2022 w 10400"/>
                <a:gd name="T75" fmla="*/ 6694 h 10667"/>
                <a:gd name="T76" fmla="*/ 1843 w 10400"/>
                <a:gd name="T77" fmla="*/ 4519 h 10667"/>
                <a:gd name="T78" fmla="*/ 2505 w 10400"/>
                <a:gd name="T79" fmla="*/ 3770 h 10667"/>
                <a:gd name="T80" fmla="*/ 1608 w 10400"/>
                <a:gd name="T81" fmla="*/ 5217 h 10667"/>
                <a:gd name="T82" fmla="*/ 1557 w 10400"/>
                <a:gd name="T83" fmla="*/ 4304 h 10667"/>
                <a:gd name="T84" fmla="*/ 1610 w 10400"/>
                <a:gd name="T85" fmla="*/ 3675 h 10667"/>
                <a:gd name="T86" fmla="*/ 1898 w 10400"/>
                <a:gd name="T87" fmla="*/ 3969 h 10667"/>
                <a:gd name="T88" fmla="*/ 1547 w 10400"/>
                <a:gd name="T89" fmla="*/ 7324 h 10667"/>
                <a:gd name="T90" fmla="*/ 2189 w 10400"/>
                <a:gd name="T91" fmla="*/ 6405 h 10667"/>
                <a:gd name="T92" fmla="*/ 1172 w 10400"/>
                <a:gd name="T93" fmla="*/ 6918 h 10667"/>
                <a:gd name="T94" fmla="*/ 669 w 10400"/>
                <a:gd name="T95" fmla="*/ 6629 h 10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00" h="10667">
                  <a:moveTo>
                    <a:pt x="8838" y="9330"/>
                  </a:moveTo>
                  <a:cubicBezTo>
                    <a:pt x="8838" y="10067"/>
                    <a:pt x="7206" y="10667"/>
                    <a:pt x="5192" y="10667"/>
                  </a:cubicBezTo>
                  <a:cubicBezTo>
                    <a:pt x="3180" y="10667"/>
                    <a:pt x="1547" y="10067"/>
                    <a:pt x="1547" y="9330"/>
                  </a:cubicBezTo>
                  <a:cubicBezTo>
                    <a:pt x="1547" y="8797"/>
                    <a:pt x="2406" y="8341"/>
                    <a:pt x="3638" y="8128"/>
                  </a:cubicBezTo>
                  <a:lnTo>
                    <a:pt x="3638" y="8495"/>
                  </a:lnTo>
                  <a:cubicBezTo>
                    <a:pt x="3293" y="8632"/>
                    <a:pt x="3077" y="8813"/>
                    <a:pt x="3077" y="9013"/>
                  </a:cubicBezTo>
                  <a:cubicBezTo>
                    <a:pt x="3077" y="9437"/>
                    <a:pt x="4015" y="9781"/>
                    <a:pt x="5171" y="9781"/>
                  </a:cubicBezTo>
                  <a:cubicBezTo>
                    <a:pt x="5497" y="9781"/>
                    <a:pt x="5802" y="9751"/>
                    <a:pt x="6077" y="9703"/>
                  </a:cubicBezTo>
                  <a:cubicBezTo>
                    <a:pt x="6090" y="9702"/>
                    <a:pt x="6102" y="9702"/>
                    <a:pt x="6114" y="9700"/>
                  </a:cubicBezTo>
                  <a:cubicBezTo>
                    <a:pt x="6165" y="9694"/>
                    <a:pt x="6212" y="9682"/>
                    <a:pt x="6259" y="9666"/>
                  </a:cubicBezTo>
                  <a:cubicBezTo>
                    <a:pt x="6859" y="9531"/>
                    <a:pt x="7264" y="9290"/>
                    <a:pt x="7264" y="9013"/>
                  </a:cubicBezTo>
                  <a:cubicBezTo>
                    <a:pt x="7264" y="8834"/>
                    <a:pt x="7090" y="8669"/>
                    <a:pt x="6806" y="8539"/>
                  </a:cubicBezTo>
                  <a:lnTo>
                    <a:pt x="6806" y="8137"/>
                  </a:lnTo>
                  <a:cubicBezTo>
                    <a:pt x="8006" y="8356"/>
                    <a:pt x="8838" y="8805"/>
                    <a:pt x="8838" y="9330"/>
                  </a:cubicBezTo>
                  <a:close/>
                  <a:moveTo>
                    <a:pt x="4079" y="1127"/>
                  </a:moveTo>
                  <a:cubicBezTo>
                    <a:pt x="4079" y="504"/>
                    <a:pt x="4578" y="0"/>
                    <a:pt x="5193" y="0"/>
                  </a:cubicBezTo>
                  <a:cubicBezTo>
                    <a:pt x="5807" y="0"/>
                    <a:pt x="6305" y="504"/>
                    <a:pt x="6305" y="1127"/>
                  </a:cubicBezTo>
                  <a:cubicBezTo>
                    <a:pt x="6305" y="1750"/>
                    <a:pt x="5807" y="2254"/>
                    <a:pt x="5193" y="2254"/>
                  </a:cubicBezTo>
                  <a:cubicBezTo>
                    <a:pt x="4578" y="2254"/>
                    <a:pt x="4079" y="1750"/>
                    <a:pt x="4079" y="1127"/>
                  </a:cubicBezTo>
                  <a:close/>
                  <a:moveTo>
                    <a:pt x="9353" y="1669"/>
                  </a:moveTo>
                  <a:cubicBezTo>
                    <a:pt x="8800" y="2578"/>
                    <a:pt x="7557" y="3340"/>
                    <a:pt x="6352" y="3340"/>
                  </a:cubicBezTo>
                  <a:cubicBezTo>
                    <a:pt x="6274" y="3340"/>
                    <a:pt x="6196" y="3336"/>
                    <a:pt x="6118" y="3330"/>
                  </a:cubicBezTo>
                  <a:cubicBezTo>
                    <a:pt x="6142" y="3615"/>
                    <a:pt x="6252" y="4928"/>
                    <a:pt x="6282" y="5755"/>
                  </a:cubicBezTo>
                  <a:cubicBezTo>
                    <a:pt x="6288" y="5783"/>
                    <a:pt x="6294" y="5811"/>
                    <a:pt x="6296" y="5841"/>
                  </a:cubicBezTo>
                  <a:lnTo>
                    <a:pt x="6568" y="10087"/>
                  </a:lnTo>
                  <a:cubicBezTo>
                    <a:pt x="6586" y="10373"/>
                    <a:pt x="5564" y="10428"/>
                    <a:pt x="5546" y="10154"/>
                  </a:cubicBezTo>
                  <a:lnTo>
                    <a:pt x="5318" y="6578"/>
                  </a:lnTo>
                  <a:cubicBezTo>
                    <a:pt x="5280" y="6574"/>
                    <a:pt x="5244" y="6567"/>
                    <a:pt x="5206" y="6567"/>
                  </a:cubicBezTo>
                  <a:cubicBezTo>
                    <a:pt x="5174" y="6567"/>
                    <a:pt x="5136" y="6577"/>
                    <a:pt x="5099" y="6587"/>
                  </a:cubicBezTo>
                  <a:lnTo>
                    <a:pt x="4851" y="10126"/>
                  </a:lnTo>
                  <a:cubicBezTo>
                    <a:pt x="4832" y="10398"/>
                    <a:pt x="3810" y="10338"/>
                    <a:pt x="3830" y="10052"/>
                  </a:cubicBezTo>
                  <a:lnTo>
                    <a:pt x="4144" y="5559"/>
                  </a:lnTo>
                  <a:cubicBezTo>
                    <a:pt x="4146" y="5538"/>
                    <a:pt x="4150" y="5520"/>
                    <a:pt x="4154" y="5500"/>
                  </a:cubicBezTo>
                  <a:cubicBezTo>
                    <a:pt x="4199" y="4432"/>
                    <a:pt x="4252" y="3400"/>
                    <a:pt x="4257" y="3326"/>
                  </a:cubicBezTo>
                  <a:cubicBezTo>
                    <a:pt x="4169" y="3334"/>
                    <a:pt x="4081" y="3340"/>
                    <a:pt x="3994" y="3340"/>
                  </a:cubicBezTo>
                  <a:cubicBezTo>
                    <a:pt x="2788" y="3340"/>
                    <a:pt x="1546" y="2578"/>
                    <a:pt x="993" y="1669"/>
                  </a:cubicBezTo>
                  <a:cubicBezTo>
                    <a:pt x="879" y="1481"/>
                    <a:pt x="936" y="1235"/>
                    <a:pt x="1122" y="1120"/>
                  </a:cubicBezTo>
                  <a:cubicBezTo>
                    <a:pt x="1308" y="1003"/>
                    <a:pt x="1551" y="1062"/>
                    <a:pt x="1665" y="1250"/>
                  </a:cubicBezTo>
                  <a:cubicBezTo>
                    <a:pt x="2166" y="2073"/>
                    <a:pt x="3484" y="2756"/>
                    <a:pt x="4493" y="2470"/>
                  </a:cubicBezTo>
                  <a:cubicBezTo>
                    <a:pt x="4663" y="2411"/>
                    <a:pt x="4865" y="2374"/>
                    <a:pt x="5089" y="2365"/>
                  </a:cubicBezTo>
                  <a:lnTo>
                    <a:pt x="4729" y="5423"/>
                  </a:lnTo>
                  <a:lnTo>
                    <a:pt x="5203" y="5915"/>
                  </a:lnTo>
                  <a:lnTo>
                    <a:pt x="5617" y="5423"/>
                  </a:lnTo>
                  <a:lnTo>
                    <a:pt x="5330" y="2373"/>
                  </a:lnTo>
                  <a:cubicBezTo>
                    <a:pt x="5531" y="2387"/>
                    <a:pt x="5725" y="2423"/>
                    <a:pt x="5890" y="2481"/>
                  </a:cubicBezTo>
                  <a:cubicBezTo>
                    <a:pt x="6894" y="2741"/>
                    <a:pt x="8187" y="2063"/>
                    <a:pt x="8681" y="1250"/>
                  </a:cubicBezTo>
                  <a:cubicBezTo>
                    <a:pt x="8795" y="1062"/>
                    <a:pt x="9038" y="1003"/>
                    <a:pt x="9224" y="1119"/>
                  </a:cubicBezTo>
                  <a:cubicBezTo>
                    <a:pt x="9410" y="1235"/>
                    <a:pt x="9468" y="1481"/>
                    <a:pt x="9353" y="1669"/>
                  </a:cubicBezTo>
                  <a:close/>
                  <a:moveTo>
                    <a:pt x="8844" y="4304"/>
                  </a:moveTo>
                  <a:cubicBezTo>
                    <a:pt x="8839" y="4303"/>
                    <a:pt x="8833" y="4303"/>
                    <a:pt x="8827" y="4302"/>
                  </a:cubicBezTo>
                  <a:lnTo>
                    <a:pt x="8900" y="5088"/>
                  </a:lnTo>
                  <a:lnTo>
                    <a:pt x="8793" y="5217"/>
                  </a:lnTo>
                  <a:lnTo>
                    <a:pt x="8671" y="5088"/>
                  </a:lnTo>
                  <a:lnTo>
                    <a:pt x="8763" y="4301"/>
                  </a:lnTo>
                  <a:cubicBezTo>
                    <a:pt x="8543" y="4286"/>
                    <a:pt x="8343" y="4195"/>
                    <a:pt x="7895" y="3770"/>
                  </a:cubicBezTo>
                  <a:cubicBezTo>
                    <a:pt x="7846" y="3723"/>
                    <a:pt x="7769" y="3725"/>
                    <a:pt x="7722" y="3776"/>
                  </a:cubicBezTo>
                  <a:cubicBezTo>
                    <a:pt x="7676" y="3826"/>
                    <a:pt x="7679" y="3906"/>
                    <a:pt x="7729" y="3953"/>
                  </a:cubicBezTo>
                  <a:cubicBezTo>
                    <a:pt x="8086" y="4293"/>
                    <a:pt x="8319" y="4456"/>
                    <a:pt x="8558" y="4519"/>
                  </a:cubicBezTo>
                  <a:cubicBezTo>
                    <a:pt x="8558" y="4523"/>
                    <a:pt x="8556" y="4527"/>
                    <a:pt x="8556" y="4530"/>
                  </a:cubicBezTo>
                  <a:lnTo>
                    <a:pt x="8505" y="5505"/>
                  </a:lnTo>
                  <a:lnTo>
                    <a:pt x="8378" y="6694"/>
                  </a:lnTo>
                  <a:cubicBezTo>
                    <a:pt x="8369" y="6780"/>
                    <a:pt x="8430" y="6857"/>
                    <a:pt x="8514" y="6867"/>
                  </a:cubicBezTo>
                  <a:cubicBezTo>
                    <a:pt x="8520" y="6867"/>
                    <a:pt x="8525" y="6867"/>
                    <a:pt x="8530" y="6867"/>
                  </a:cubicBezTo>
                  <a:cubicBezTo>
                    <a:pt x="8608" y="6867"/>
                    <a:pt x="8674" y="6808"/>
                    <a:pt x="8683" y="6728"/>
                  </a:cubicBezTo>
                  <a:lnTo>
                    <a:pt x="8815" y="5498"/>
                  </a:lnTo>
                  <a:lnTo>
                    <a:pt x="9012" y="6736"/>
                  </a:lnTo>
                  <a:cubicBezTo>
                    <a:pt x="9025" y="6813"/>
                    <a:pt x="9090" y="6868"/>
                    <a:pt x="9164" y="6868"/>
                  </a:cubicBezTo>
                  <a:cubicBezTo>
                    <a:pt x="9172" y="6868"/>
                    <a:pt x="9180" y="6867"/>
                    <a:pt x="9188" y="6866"/>
                  </a:cubicBezTo>
                  <a:cubicBezTo>
                    <a:pt x="9272" y="6852"/>
                    <a:pt x="9328" y="6771"/>
                    <a:pt x="9315" y="6686"/>
                  </a:cubicBezTo>
                  <a:lnTo>
                    <a:pt x="9119" y="5462"/>
                  </a:lnTo>
                  <a:cubicBezTo>
                    <a:pt x="9119" y="5461"/>
                    <a:pt x="9120" y="5460"/>
                    <a:pt x="9120" y="5459"/>
                  </a:cubicBezTo>
                  <a:lnTo>
                    <a:pt x="9046" y="4530"/>
                  </a:lnTo>
                  <a:cubicBezTo>
                    <a:pt x="9046" y="4526"/>
                    <a:pt x="9046" y="4522"/>
                    <a:pt x="9045" y="4518"/>
                  </a:cubicBezTo>
                  <a:cubicBezTo>
                    <a:pt x="9279" y="4456"/>
                    <a:pt x="9631" y="4296"/>
                    <a:pt x="9990" y="3953"/>
                  </a:cubicBezTo>
                  <a:cubicBezTo>
                    <a:pt x="10040" y="3906"/>
                    <a:pt x="10043" y="3826"/>
                    <a:pt x="9997" y="3776"/>
                  </a:cubicBezTo>
                  <a:cubicBezTo>
                    <a:pt x="9950" y="3725"/>
                    <a:pt x="9873" y="3723"/>
                    <a:pt x="9823" y="3770"/>
                  </a:cubicBezTo>
                  <a:cubicBezTo>
                    <a:pt x="9407" y="4166"/>
                    <a:pt x="9010" y="4290"/>
                    <a:pt x="8857" y="4300"/>
                  </a:cubicBezTo>
                  <a:cubicBezTo>
                    <a:pt x="8852" y="4300"/>
                    <a:pt x="8849" y="4303"/>
                    <a:pt x="8844" y="4304"/>
                  </a:cubicBezTo>
                  <a:close/>
                  <a:moveTo>
                    <a:pt x="8790" y="4263"/>
                  </a:moveTo>
                  <a:cubicBezTo>
                    <a:pt x="8949" y="4263"/>
                    <a:pt x="9078" y="4131"/>
                    <a:pt x="9078" y="3969"/>
                  </a:cubicBezTo>
                  <a:cubicBezTo>
                    <a:pt x="9078" y="3807"/>
                    <a:pt x="8949" y="3675"/>
                    <a:pt x="8790" y="3675"/>
                  </a:cubicBezTo>
                  <a:cubicBezTo>
                    <a:pt x="8631" y="3675"/>
                    <a:pt x="8503" y="3807"/>
                    <a:pt x="8503" y="3969"/>
                  </a:cubicBezTo>
                  <a:cubicBezTo>
                    <a:pt x="8503" y="4131"/>
                    <a:pt x="8631" y="4263"/>
                    <a:pt x="8790" y="4263"/>
                  </a:cubicBezTo>
                  <a:close/>
                  <a:moveTo>
                    <a:pt x="9514" y="6418"/>
                  </a:moveTo>
                  <a:cubicBezTo>
                    <a:pt x="9649" y="6475"/>
                    <a:pt x="9732" y="6548"/>
                    <a:pt x="9732" y="6629"/>
                  </a:cubicBezTo>
                  <a:cubicBezTo>
                    <a:pt x="9732" y="6745"/>
                    <a:pt x="9561" y="6846"/>
                    <a:pt x="9306" y="6903"/>
                  </a:cubicBezTo>
                  <a:cubicBezTo>
                    <a:pt x="9287" y="6910"/>
                    <a:pt x="9267" y="6915"/>
                    <a:pt x="9245" y="6917"/>
                  </a:cubicBezTo>
                  <a:cubicBezTo>
                    <a:pt x="9240" y="6918"/>
                    <a:pt x="9235" y="6918"/>
                    <a:pt x="9229" y="6918"/>
                  </a:cubicBezTo>
                  <a:cubicBezTo>
                    <a:pt x="9112" y="6939"/>
                    <a:pt x="8983" y="6952"/>
                    <a:pt x="8845" y="6952"/>
                  </a:cubicBezTo>
                  <a:cubicBezTo>
                    <a:pt x="8355" y="6952"/>
                    <a:pt x="7957" y="6807"/>
                    <a:pt x="7957" y="6629"/>
                  </a:cubicBezTo>
                  <a:cubicBezTo>
                    <a:pt x="7957" y="6542"/>
                    <a:pt x="8055" y="6463"/>
                    <a:pt x="8211" y="6405"/>
                  </a:cubicBezTo>
                  <a:lnTo>
                    <a:pt x="8222" y="6252"/>
                  </a:lnTo>
                  <a:cubicBezTo>
                    <a:pt x="7685" y="6340"/>
                    <a:pt x="7308" y="6534"/>
                    <a:pt x="7308" y="6762"/>
                  </a:cubicBezTo>
                  <a:cubicBezTo>
                    <a:pt x="7308" y="7072"/>
                    <a:pt x="8000" y="7324"/>
                    <a:pt x="8854" y="7324"/>
                  </a:cubicBezTo>
                  <a:cubicBezTo>
                    <a:pt x="9708" y="7324"/>
                    <a:pt x="10400" y="7072"/>
                    <a:pt x="10400" y="6762"/>
                  </a:cubicBezTo>
                  <a:cubicBezTo>
                    <a:pt x="10400" y="6535"/>
                    <a:pt x="10027" y="6342"/>
                    <a:pt x="9494" y="6253"/>
                  </a:cubicBezTo>
                  <a:lnTo>
                    <a:pt x="9514" y="6418"/>
                  </a:lnTo>
                  <a:close/>
                  <a:moveTo>
                    <a:pt x="1543" y="4300"/>
                  </a:moveTo>
                  <a:cubicBezTo>
                    <a:pt x="1391" y="4290"/>
                    <a:pt x="994" y="4166"/>
                    <a:pt x="577" y="3770"/>
                  </a:cubicBezTo>
                  <a:cubicBezTo>
                    <a:pt x="528" y="3723"/>
                    <a:pt x="450" y="3725"/>
                    <a:pt x="404" y="3776"/>
                  </a:cubicBezTo>
                  <a:cubicBezTo>
                    <a:pt x="358" y="3826"/>
                    <a:pt x="361" y="3906"/>
                    <a:pt x="411" y="3953"/>
                  </a:cubicBezTo>
                  <a:cubicBezTo>
                    <a:pt x="770" y="4296"/>
                    <a:pt x="1122" y="4456"/>
                    <a:pt x="1355" y="4518"/>
                  </a:cubicBezTo>
                  <a:cubicBezTo>
                    <a:pt x="1355" y="4522"/>
                    <a:pt x="1355" y="4526"/>
                    <a:pt x="1355" y="4530"/>
                  </a:cubicBezTo>
                  <a:lnTo>
                    <a:pt x="1281" y="5459"/>
                  </a:lnTo>
                  <a:cubicBezTo>
                    <a:pt x="1281" y="5460"/>
                    <a:pt x="1282" y="5461"/>
                    <a:pt x="1282" y="5462"/>
                  </a:cubicBezTo>
                  <a:lnTo>
                    <a:pt x="1086" y="6686"/>
                  </a:lnTo>
                  <a:cubicBezTo>
                    <a:pt x="1072" y="6771"/>
                    <a:pt x="1129" y="6852"/>
                    <a:pt x="1212" y="6866"/>
                  </a:cubicBezTo>
                  <a:cubicBezTo>
                    <a:pt x="1221" y="6867"/>
                    <a:pt x="1229" y="6867"/>
                    <a:pt x="1236" y="6867"/>
                  </a:cubicBezTo>
                  <a:cubicBezTo>
                    <a:pt x="1311" y="6867"/>
                    <a:pt x="1376" y="6813"/>
                    <a:pt x="1388" y="6736"/>
                  </a:cubicBezTo>
                  <a:lnTo>
                    <a:pt x="1586" y="5498"/>
                  </a:lnTo>
                  <a:lnTo>
                    <a:pt x="1718" y="6728"/>
                  </a:lnTo>
                  <a:cubicBezTo>
                    <a:pt x="1726" y="6808"/>
                    <a:pt x="1792" y="6867"/>
                    <a:pt x="1870" y="6867"/>
                  </a:cubicBezTo>
                  <a:cubicBezTo>
                    <a:pt x="1875" y="6867"/>
                    <a:pt x="1881" y="6867"/>
                    <a:pt x="1887" y="6867"/>
                  </a:cubicBezTo>
                  <a:cubicBezTo>
                    <a:pt x="1971" y="6857"/>
                    <a:pt x="2032" y="6780"/>
                    <a:pt x="2022" y="6694"/>
                  </a:cubicBezTo>
                  <a:lnTo>
                    <a:pt x="1895" y="5505"/>
                  </a:lnTo>
                  <a:lnTo>
                    <a:pt x="1845" y="4530"/>
                  </a:lnTo>
                  <a:cubicBezTo>
                    <a:pt x="1845" y="4527"/>
                    <a:pt x="1843" y="4523"/>
                    <a:pt x="1843" y="4519"/>
                  </a:cubicBezTo>
                  <a:cubicBezTo>
                    <a:pt x="2082" y="4456"/>
                    <a:pt x="2314" y="4293"/>
                    <a:pt x="2672" y="3953"/>
                  </a:cubicBezTo>
                  <a:cubicBezTo>
                    <a:pt x="2722" y="3906"/>
                    <a:pt x="2725" y="3826"/>
                    <a:pt x="2678" y="3776"/>
                  </a:cubicBezTo>
                  <a:cubicBezTo>
                    <a:pt x="2632" y="3725"/>
                    <a:pt x="2555" y="3722"/>
                    <a:pt x="2505" y="3770"/>
                  </a:cubicBezTo>
                  <a:cubicBezTo>
                    <a:pt x="2058" y="4195"/>
                    <a:pt x="1857" y="4286"/>
                    <a:pt x="1637" y="4301"/>
                  </a:cubicBezTo>
                  <a:lnTo>
                    <a:pt x="1730" y="5088"/>
                  </a:lnTo>
                  <a:lnTo>
                    <a:pt x="1608" y="5217"/>
                  </a:lnTo>
                  <a:lnTo>
                    <a:pt x="1501" y="5088"/>
                  </a:lnTo>
                  <a:lnTo>
                    <a:pt x="1574" y="4302"/>
                  </a:lnTo>
                  <a:cubicBezTo>
                    <a:pt x="1568" y="4303"/>
                    <a:pt x="1562" y="4303"/>
                    <a:pt x="1557" y="4304"/>
                  </a:cubicBezTo>
                  <a:cubicBezTo>
                    <a:pt x="1552" y="4303"/>
                    <a:pt x="1548" y="4300"/>
                    <a:pt x="1543" y="4300"/>
                  </a:cubicBezTo>
                  <a:close/>
                  <a:moveTo>
                    <a:pt x="1898" y="3969"/>
                  </a:moveTo>
                  <a:cubicBezTo>
                    <a:pt x="1898" y="3807"/>
                    <a:pt x="1769" y="3675"/>
                    <a:pt x="1610" y="3675"/>
                  </a:cubicBezTo>
                  <a:cubicBezTo>
                    <a:pt x="1452" y="3675"/>
                    <a:pt x="1323" y="3807"/>
                    <a:pt x="1323" y="3969"/>
                  </a:cubicBezTo>
                  <a:cubicBezTo>
                    <a:pt x="1323" y="4131"/>
                    <a:pt x="1452" y="4263"/>
                    <a:pt x="1610" y="4263"/>
                  </a:cubicBezTo>
                  <a:cubicBezTo>
                    <a:pt x="1769" y="4263"/>
                    <a:pt x="1898" y="4131"/>
                    <a:pt x="1898" y="3969"/>
                  </a:cubicBezTo>
                  <a:close/>
                  <a:moveTo>
                    <a:pt x="906" y="6253"/>
                  </a:moveTo>
                  <a:cubicBezTo>
                    <a:pt x="373" y="6342"/>
                    <a:pt x="0" y="6535"/>
                    <a:pt x="0" y="6762"/>
                  </a:cubicBezTo>
                  <a:cubicBezTo>
                    <a:pt x="0" y="7072"/>
                    <a:pt x="693" y="7324"/>
                    <a:pt x="1547" y="7324"/>
                  </a:cubicBezTo>
                  <a:cubicBezTo>
                    <a:pt x="2401" y="7324"/>
                    <a:pt x="3093" y="7072"/>
                    <a:pt x="3093" y="6762"/>
                  </a:cubicBezTo>
                  <a:cubicBezTo>
                    <a:pt x="3093" y="6534"/>
                    <a:pt x="2716" y="6340"/>
                    <a:pt x="2178" y="6252"/>
                  </a:cubicBezTo>
                  <a:lnTo>
                    <a:pt x="2189" y="6405"/>
                  </a:lnTo>
                  <a:cubicBezTo>
                    <a:pt x="2346" y="6463"/>
                    <a:pt x="2444" y="6542"/>
                    <a:pt x="2444" y="6629"/>
                  </a:cubicBezTo>
                  <a:cubicBezTo>
                    <a:pt x="2444" y="6807"/>
                    <a:pt x="2046" y="6952"/>
                    <a:pt x="1556" y="6952"/>
                  </a:cubicBezTo>
                  <a:cubicBezTo>
                    <a:pt x="1418" y="6952"/>
                    <a:pt x="1289" y="6939"/>
                    <a:pt x="1172" y="6918"/>
                  </a:cubicBezTo>
                  <a:cubicBezTo>
                    <a:pt x="1166" y="6918"/>
                    <a:pt x="1161" y="6918"/>
                    <a:pt x="1155" y="6917"/>
                  </a:cubicBezTo>
                  <a:cubicBezTo>
                    <a:pt x="1134" y="6915"/>
                    <a:pt x="1114" y="6910"/>
                    <a:pt x="1095" y="6903"/>
                  </a:cubicBezTo>
                  <a:cubicBezTo>
                    <a:pt x="840" y="6846"/>
                    <a:pt x="669" y="6745"/>
                    <a:pt x="669" y="6629"/>
                  </a:cubicBezTo>
                  <a:cubicBezTo>
                    <a:pt x="669" y="6548"/>
                    <a:pt x="751" y="6475"/>
                    <a:pt x="887" y="6418"/>
                  </a:cubicBezTo>
                  <a:lnTo>
                    <a:pt x="906" y="625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defTabSz="914400"/>
              <a:endParaRPr sz="1400" b="1" dirty="0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</p:grpSp>
      <p:grpSp>
        <p:nvGrpSpPr>
          <p:cNvPr id="63" name="iŝļíḋê"/>
          <p:cNvGrpSpPr/>
          <p:nvPr/>
        </p:nvGrpSpPr>
        <p:grpSpPr>
          <a:xfrm>
            <a:off x="4200825" y="1943104"/>
            <a:ext cx="702159" cy="702159"/>
            <a:chOff x="6362700" y="1171575"/>
            <a:chExt cx="571500" cy="571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4" name="íśļiḑè"/>
            <p:cNvSpPr/>
            <p:nvPr/>
          </p:nvSpPr>
          <p:spPr>
            <a:xfrm>
              <a:off x="6362700" y="1171575"/>
              <a:ext cx="571500" cy="571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  <p:sp>
          <p:nvSpPr>
            <p:cNvPr id="65" name="iṩļiḑê"/>
            <p:cNvSpPr/>
            <p:nvPr/>
          </p:nvSpPr>
          <p:spPr bwMode="auto">
            <a:xfrm>
              <a:off x="6523746" y="1329613"/>
              <a:ext cx="249408" cy="255423"/>
            </a:xfrm>
            <a:custGeom>
              <a:avLst/>
              <a:gdLst>
                <a:gd name="T0" fmla="*/ 1547 w 10400"/>
                <a:gd name="T1" fmla="*/ 9330 h 10667"/>
                <a:gd name="T2" fmla="*/ 3077 w 10400"/>
                <a:gd name="T3" fmla="*/ 9013 h 10667"/>
                <a:gd name="T4" fmla="*/ 6114 w 10400"/>
                <a:gd name="T5" fmla="*/ 9700 h 10667"/>
                <a:gd name="T6" fmla="*/ 6806 w 10400"/>
                <a:gd name="T7" fmla="*/ 8539 h 10667"/>
                <a:gd name="T8" fmla="*/ 4079 w 10400"/>
                <a:gd name="T9" fmla="*/ 1127 h 10667"/>
                <a:gd name="T10" fmla="*/ 5193 w 10400"/>
                <a:gd name="T11" fmla="*/ 2254 h 10667"/>
                <a:gd name="T12" fmla="*/ 6352 w 10400"/>
                <a:gd name="T13" fmla="*/ 3340 h 10667"/>
                <a:gd name="T14" fmla="*/ 6296 w 10400"/>
                <a:gd name="T15" fmla="*/ 5841 h 10667"/>
                <a:gd name="T16" fmla="*/ 5318 w 10400"/>
                <a:gd name="T17" fmla="*/ 6578 h 10667"/>
                <a:gd name="T18" fmla="*/ 4851 w 10400"/>
                <a:gd name="T19" fmla="*/ 10126 h 10667"/>
                <a:gd name="T20" fmla="*/ 4154 w 10400"/>
                <a:gd name="T21" fmla="*/ 5500 h 10667"/>
                <a:gd name="T22" fmla="*/ 993 w 10400"/>
                <a:gd name="T23" fmla="*/ 1669 h 10667"/>
                <a:gd name="T24" fmla="*/ 4493 w 10400"/>
                <a:gd name="T25" fmla="*/ 2470 h 10667"/>
                <a:gd name="T26" fmla="*/ 5203 w 10400"/>
                <a:gd name="T27" fmla="*/ 5915 h 10667"/>
                <a:gd name="T28" fmla="*/ 5890 w 10400"/>
                <a:gd name="T29" fmla="*/ 2481 h 10667"/>
                <a:gd name="T30" fmla="*/ 9353 w 10400"/>
                <a:gd name="T31" fmla="*/ 1669 h 10667"/>
                <a:gd name="T32" fmla="*/ 8900 w 10400"/>
                <a:gd name="T33" fmla="*/ 5088 h 10667"/>
                <a:gd name="T34" fmla="*/ 8763 w 10400"/>
                <a:gd name="T35" fmla="*/ 4301 h 10667"/>
                <a:gd name="T36" fmla="*/ 7729 w 10400"/>
                <a:gd name="T37" fmla="*/ 3953 h 10667"/>
                <a:gd name="T38" fmla="*/ 8505 w 10400"/>
                <a:gd name="T39" fmla="*/ 5505 h 10667"/>
                <a:gd name="T40" fmla="*/ 8530 w 10400"/>
                <a:gd name="T41" fmla="*/ 6867 h 10667"/>
                <a:gd name="T42" fmla="*/ 9012 w 10400"/>
                <a:gd name="T43" fmla="*/ 6736 h 10667"/>
                <a:gd name="T44" fmla="*/ 9315 w 10400"/>
                <a:gd name="T45" fmla="*/ 6686 h 10667"/>
                <a:gd name="T46" fmla="*/ 9046 w 10400"/>
                <a:gd name="T47" fmla="*/ 4530 h 10667"/>
                <a:gd name="T48" fmla="*/ 9997 w 10400"/>
                <a:gd name="T49" fmla="*/ 3776 h 10667"/>
                <a:gd name="T50" fmla="*/ 8844 w 10400"/>
                <a:gd name="T51" fmla="*/ 4304 h 10667"/>
                <a:gd name="T52" fmla="*/ 8790 w 10400"/>
                <a:gd name="T53" fmla="*/ 3675 h 10667"/>
                <a:gd name="T54" fmla="*/ 9514 w 10400"/>
                <a:gd name="T55" fmla="*/ 6418 h 10667"/>
                <a:gd name="T56" fmla="*/ 9245 w 10400"/>
                <a:gd name="T57" fmla="*/ 6917 h 10667"/>
                <a:gd name="T58" fmla="*/ 7957 w 10400"/>
                <a:gd name="T59" fmla="*/ 6629 h 10667"/>
                <a:gd name="T60" fmla="*/ 7308 w 10400"/>
                <a:gd name="T61" fmla="*/ 6762 h 10667"/>
                <a:gd name="T62" fmla="*/ 9494 w 10400"/>
                <a:gd name="T63" fmla="*/ 6253 h 10667"/>
                <a:gd name="T64" fmla="*/ 577 w 10400"/>
                <a:gd name="T65" fmla="*/ 3770 h 10667"/>
                <a:gd name="T66" fmla="*/ 1355 w 10400"/>
                <a:gd name="T67" fmla="*/ 4518 h 10667"/>
                <a:gd name="T68" fmla="*/ 1282 w 10400"/>
                <a:gd name="T69" fmla="*/ 5462 h 10667"/>
                <a:gd name="T70" fmla="*/ 1236 w 10400"/>
                <a:gd name="T71" fmla="*/ 6867 h 10667"/>
                <a:gd name="T72" fmla="*/ 1718 w 10400"/>
                <a:gd name="T73" fmla="*/ 6728 h 10667"/>
                <a:gd name="T74" fmla="*/ 2022 w 10400"/>
                <a:gd name="T75" fmla="*/ 6694 h 10667"/>
                <a:gd name="T76" fmla="*/ 1843 w 10400"/>
                <a:gd name="T77" fmla="*/ 4519 h 10667"/>
                <a:gd name="T78" fmla="*/ 2505 w 10400"/>
                <a:gd name="T79" fmla="*/ 3770 h 10667"/>
                <a:gd name="T80" fmla="*/ 1608 w 10400"/>
                <a:gd name="T81" fmla="*/ 5217 h 10667"/>
                <a:gd name="T82" fmla="*/ 1557 w 10400"/>
                <a:gd name="T83" fmla="*/ 4304 h 10667"/>
                <a:gd name="T84" fmla="*/ 1610 w 10400"/>
                <a:gd name="T85" fmla="*/ 3675 h 10667"/>
                <a:gd name="T86" fmla="*/ 1898 w 10400"/>
                <a:gd name="T87" fmla="*/ 3969 h 10667"/>
                <a:gd name="T88" fmla="*/ 1547 w 10400"/>
                <a:gd name="T89" fmla="*/ 7324 h 10667"/>
                <a:gd name="T90" fmla="*/ 2189 w 10400"/>
                <a:gd name="T91" fmla="*/ 6405 h 10667"/>
                <a:gd name="T92" fmla="*/ 1172 w 10400"/>
                <a:gd name="T93" fmla="*/ 6918 h 10667"/>
                <a:gd name="T94" fmla="*/ 669 w 10400"/>
                <a:gd name="T95" fmla="*/ 6629 h 10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00" h="10667">
                  <a:moveTo>
                    <a:pt x="8838" y="9330"/>
                  </a:moveTo>
                  <a:cubicBezTo>
                    <a:pt x="8838" y="10067"/>
                    <a:pt x="7206" y="10667"/>
                    <a:pt x="5192" y="10667"/>
                  </a:cubicBezTo>
                  <a:cubicBezTo>
                    <a:pt x="3180" y="10667"/>
                    <a:pt x="1547" y="10067"/>
                    <a:pt x="1547" y="9330"/>
                  </a:cubicBezTo>
                  <a:cubicBezTo>
                    <a:pt x="1547" y="8797"/>
                    <a:pt x="2406" y="8341"/>
                    <a:pt x="3638" y="8128"/>
                  </a:cubicBezTo>
                  <a:lnTo>
                    <a:pt x="3638" y="8495"/>
                  </a:lnTo>
                  <a:cubicBezTo>
                    <a:pt x="3293" y="8632"/>
                    <a:pt x="3077" y="8813"/>
                    <a:pt x="3077" y="9013"/>
                  </a:cubicBezTo>
                  <a:cubicBezTo>
                    <a:pt x="3077" y="9437"/>
                    <a:pt x="4015" y="9781"/>
                    <a:pt x="5171" y="9781"/>
                  </a:cubicBezTo>
                  <a:cubicBezTo>
                    <a:pt x="5497" y="9781"/>
                    <a:pt x="5802" y="9751"/>
                    <a:pt x="6077" y="9703"/>
                  </a:cubicBezTo>
                  <a:cubicBezTo>
                    <a:pt x="6090" y="9702"/>
                    <a:pt x="6102" y="9702"/>
                    <a:pt x="6114" y="9700"/>
                  </a:cubicBezTo>
                  <a:cubicBezTo>
                    <a:pt x="6165" y="9694"/>
                    <a:pt x="6212" y="9682"/>
                    <a:pt x="6259" y="9666"/>
                  </a:cubicBezTo>
                  <a:cubicBezTo>
                    <a:pt x="6859" y="9531"/>
                    <a:pt x="7264" y="9290"/>
                    <a:pt x="7264" y="9013"/>
                  </a:cubicBezTo>
                  <a:cubicBezTo>
                    <a:pt x="7264" y="8834"/>
                    <a:pt x="7090" y="8669"/>
                    <a:pt x="6806" y="8539"/>
                  </a:cubicBezTo>
                  <a:lnTo>
                    <a:pt x="6806" y="8137"/>
                  </a:lnTo>
                  <a:cubicBezTo>
                    <a:pt x="8006" y="8356"/>
                    <a:pt x="8838" y="8805"/>
                    <a:pt x="8838" y="9330"/>
                  </a:cubicBezTo>
                  <a:close/>
                  <a:moveTo>
                    <a:pt x="4079" y="1127"/>
                  </a:moveTo>
                  <a:cubicBezTo>
                    <a:pt x="4079" y="504"/>
                    <a:pt x="4578" y="0"/>
                    <a:pt x="5193" y="0"/>
                  </a:cubicBezTo>
                  <a:cubicBezTo>
                    <a:pt x="5807" y="0"/>
                    <a:pt x="6305" y="504"/>
                    <a:pt x="6305" y="1127"/>
                  </a:cubicBezTo>
                  <a:cubicBezTo>
                    <a:pt x="6305" y="1750"/>
                    <a:pt x="5807" y="2254"/>
                    <a:pt x="5193" y="2254"/>
                  </a:cubicBezTo>
                  <a:cubicBezTo>
                    <a:pt x="4578" y="2254"/>
                    <a:pt x="4079" y="1750"/>
                    <a:pt x="4079" y="1127"/>
                  </a:cubicBezTo>
                  <a:close/>
                  <a:moveTo>
                    <a:pt x="9353" y="1669"/>
                  </a:moveTo>
                  <a:cubicBezTo>
                    <a:pt x="8800" y="2578"/>
                    <a:pt x="7557" y="3340"/>
                    <a:pt x="6352" y="3340"/>
                  </a:cubicBezTo>
                  <a:cubicBezTo>
                    <a:pt x="6274" y="3340"/>
                    <a:pt x="6196" y="3336"/>
                    <a:pt x="6118" y="3330"/>
                  </a:cubicBezTo>
                  <a:cubicBezTo>
                    <a:pt x="6142" y="3615"/>
                    <a:pt x="6252" y="4928"/>
                    <a:pt x="6282" y="5755"/>
                  </a:cubicBezTo>
                  <a:cubicBezTo>
                    <a:pt x="6288" y="5783"/>
                    <a:pt x="6294" y="5811"/>
                    <a:pt x="6296" y="5841"/>
                  </a:cubicBezTo>
                  <a:lnTo>
                    <a:pt x="6568" y="10087"/>
                  </a:lnTo>
                  <a:cubicBezTo>
                    <a:pt x="6586" y="10373"/>
                    <a:pt x="5564" y="10428"/>
                    <a:pt x="5546" y="10154"/>
                  </a:cubicBezTo>
                  <a:lnTo>
                    <a:pt x="5318" y="6578"/>
                  </a:lnTo>
                  <a:cubicBezTo>
                    <a:pt x="5280" y="6574"/>
                    <a:pt x="5244" y="6567"/>
                    <a:pt x="5206" y="6567"/>
                  </a:cubicBezTo>
                  <a:cubicBezTo>
                    <a:pt x="5174" y="6567"/>
                    <a:pt x="5136" y="6577"/>
                    <a:pt x="5099" y="6587"/>
                  </a:cubicBezTo>
                  <a:lnTo>
                    <a:pt x="4851" y="10126"/>
                  </a:lnTo>
                  <a:cubicBezTo>
                    <a:pt x="4832" y="10398"/>
                    <a:pt x="3810" y="10338"/>
                    <a:pt x="3830" y="10052"/>
                  </a:cubicBezTo>
                  <a:lnTo>
                    <a:pt x="4144" y="5559"/>
                  </a:lnTo>
                  <a:cubicBezTo>
                    <a:pt x="4146" y="5538"/>
                    <a:pt x="4150" y="5520"/>
                    <a:pt x="4154" y="5500"/>
                  </a:cubicBezTo>
                  <a:cubicBezTo>
                    <a:pt x="4199" y="4432"/>
                    <a:pt x="4252" y="3400"/>
                    <a:pt x="4257" y="3326"/>
                  </a:cubicBezTo>
                  <a:cubicBezTo>
                    <a:pt x="4169" y="3334"/>
                    <a:pt x="4081" y="3340"/>
                    <a:pt x="3994" y="3340"/>
                  </a:cubicBezTo>
                  <a:cubicBezTo>
                    <a:pt x="2788" y="3340"/>
                    <a:pt x="1546" y="2578"/>
                    <a:pt x="993" y="1669"/>
                  </a:cubicBezTo>
                  <a:cubicBezTo>
                    <a:pt x="879" y="1481"/>
                    <a:pt x="936" y="1235"/>
                    <a:pt x="1122" y="1120"/>
                  </a:cubicBezTo>
                  <a:cubicBezTo>
                    <a:pt x="1308" y="1003"/>
                    <a:pt x="1551" y="1062"/>
                    <a:pt x="1665" y="1250"/>
                  </a:cubicBezTo>
                  <a:cubicBezTo>
                    <a:pt x="2166" y="2073"/>
                    <a:pt x="3484" y="2756"/>
                    <a:pt x="4493" y="2470"/>
                  </a:cubicBezTo>
                  <a:cubicBezTo>
                    <a:pt x="4663" y="2411"/>
                    <a:pt x="4865" y="2374"/>
                    <a:pt x="5089" y="2365"/>
                  </a:cubicBezTo>
                  <a:lnTo>
                    <a:pt x="4729" y="5423"/>
                  </a:lnTo>
                  <a:lnTo>
                    <a:pt x="5203" y="5915"/>
                  </a:lnTo>
                  <a:lnTo>
                    <a:pt x="5617" y="5423"/>
                  </a:lnTo>
                  <a:lnTo>
                    <a:pt x="5330" y="2373"/>
                  </a:lnTo>
                  <a:cubicBezTo>
                    <a:pt x="5531" y="2387"/>
                    <a:pt x="5725" y="2423"/>
                    <a:pt x="5890" y="2481"/>
                  </a:cubicBezTo>
                  <a:cubicBezTo>
                    <a:pt x="6894" y="2741"/>
                    <a:pt x="8187" y="2063"/>
                    <a:pt x="8681" y="1250"/>
                  </a:cubicBezTo>
                  <a:cubicBezTo>
                    <a:pt x="8795" y="1062"/>
                    <a:pt x="9038" y="1003"/>
                    <a:pt x="9224" y="1119"/>
                  </a:cubicBezTo>
                  <a:cubicBezTo>
                    <a:pt x="9410" y="1235"/>
                    <a:pt x="9468" y="1481"/>
                    <a:pt x="9353" y="1669"/>
                  </a:cubicBezTo>
                  <a:close/>
                  <a:moveTo>
                    <a:pt x="8844" y="4304"/>
                  </a:moveTo>
                  <a:cubicBezTo>
                    <a:pt x="8839" y="4303"/>
                    <a:pt x="8833" y="4303"/>
                    <a:pt x="8827" y="4302"/>
                  </a:cubicBezTo>
                  <a:lnTo>
                    <a:pt x="8900" y="5088"/>
                  </a:lnTo>
                  <a:lnTo>
                    <a:pt x="8793" y="5217"/>
                  </a:lnTo>
                  <a:lnTo>
                    <a:pt x="8671" y="5088"/>
                  </a:lnTo>
                  <a:lnTo>
                    <a:pt x="8763" y="4301"/>
                  </a:lnTo>
                  <a:cubicBezTo>
                    <a:pt x="8543" y="4286"/>
                    <a:pt x="8343" y="4195"/>
                    <a:pt x="7895" y="3770"/>
                  </a:cubicBezTo>
                  <a:cubicBezTo>
                    <a:pt x="7846" y="3723"/>
                    <a:pt x="7769" y="3725"/>
                    <a:pt x="7722" y="3776"/>
                  </a:cubicBezTo>
                  <a:cubicBezTo>
                    <a:pt x="7676" y="3826"/>
                    <a:pt x="7679" y="3906"/>
                    <a:pt x="7729" y="3953"/>
                  </a:cubicBezTo>
                  <a:cubicBezTo>
                    <a:pt x="8086" y="4293"/>
                    <a:pt x="8319" y="4456"/>
                    <a:pt x="8558" y="4519"/>
                  </a:cubicBezTo>
                  <a:cubicBezTo>
                    <a:pt x="8558" y="4523"/>
                    <a:pt x="8556" y="4527"/>
                    <a:pt x="8556" y="4530"/>
                  </a:cubicBezTo>
                  <a:lnTo>
                    <a:pt x="8505" y="5505"/>
                  </a:lnTo>
                  <a:lnTo>
                    <a:pt x="8378" y="6694"/>
                  </a:lnTo>
                  <a:cubicBezTo>
                    <a:pt x="8369" y="6780"/>
                    <a:pt x="8430" y="6857"/>
                    <a:pt x="8514" y="6867"/>
                  </a:cubicBezTo>
                  <a:cubicBezTo>
                    <a:pt x="8520" y="6867"/>
                    <a:pt x="8525" y="6867"/>
                    <a:pt x="8530" y="6867"/>
                  </a:cubicBezTo>
                  <a:cubicBezTo>
                    <a:pt x="8608" y="6867"/>
                    <a:pt x="8674" y="6808"/>
                    <a:pt x="8683" y="6728"/>
                  </a:cubicBezTo>
                  <a:lnTo>
                    <a:pt x="8815" y="5498"/>
                  </a:lnTo>
                  <a:lnTo>
                    <a:pt x="9012" y="6736"/>
                  </a:lnTo>
                  <a:cubicBezTo>
                    <a:pt x="9025" y="6813"/>
                    <a:pt x="9090" y="6868"/>
                    <a:pt x="9164" y="6868"/>
                  </a:cubicBezTo>
                  <a:cubicBezTo>
                    <a:pt x="9172" y="6868"/>
                    <a:pt x="9180" y="6867"/>
                    <a:pt x="9188" y="6866"/>
                  </a:cubicBezTo>
                  <a:cubicBezTo>
                    <a:pt x="9272" y="6852"/>
                    <a:pt x="9328" y="6771"/>
                    <a:pt x="9315" y="6686"/>
                  </a:cubicBezTo>
                  <a:lnTo>
                    <a:pt x="9119" y="5462"/>
                  </a:lnTo>
                  <a:cubicBezTo>
                    <a:pt x="9119" y="5461"/>
                    <a:pt x="9120" y="5460"/>
                    <a:pt x="9120" y="5459"/>
                  </a:cubicBezTo>
                  <a:lnTo>
                    <a:pt x="9046" y="4530"/>
                  </a:lnTo>
                  <a:cubicBezTo>
                    <a:pt x="9046" y="4526"/>
                    <a:pt x="9046" y="4522"/>
                    <a:pt x="9045" y="4518"/>
                  </a:cubicBezTo>
                  <a:cubicBezTo>
                    <a:pt x="9279" y="4456"/>
                    <a:pt x="9631" y="4296"/>
                    <a:pt x="9990" y="3953"/>
                  </a:cubicBezTo>
                  <a:cubicBezTo>
                    <a:pt x="10040" y="3906"/>
                    <a:pt x="10043" y="3826"/>
                    <a:pt x="9997" y="3776"/>
                  </a:cubicBezTo>
                  <a:cubicBezTo>
                    <a:pt x="9950" y="3725"/>
                    <a:pt x="9873" y="3723"/>
                    <a:pt x="9823" y="3770"/>
                  </a:cubicBezTo>
                  <a:cubicBezTo>
                    <a:pt x="9407" y="4166"/>
                    <a:pt x="9010" y="4290"/>
                    <a:pt x="8857" y="4300"/>
                  </a:cubicBezTo>
                  <a:cubicBezTo>
                    <a:pt x="8852" y="4300"/>
                    <a:pt x="8849" y="4303"/>
                    <a:pt x="8844" y="4304"/>
                  </a:cubicBezTo>
                  <a:close/>
                  <a:moveTo>
                    <a:pt x="8790" y="4263"/>
                  </a:moveTo>
                  <a:cubicBezTo>
                    <a:pt x="8949" y="4263"/>
                    <a:pt x="9078" y="4131"/>
                    <a:pt x="9078" y="3969"/>
                  </a:cubicBezTo>
                  <a:cubicBezTo>
                    <a:pt x="9078" y="3807"/>
                    <a:pt x="8949" y="3675"/>
                    <a:pt x="8790" y="3675"/>
                  </a:cubicBezTo>
                  <a:cubicBezTo>
                    <a:pt x="8631" y="3675"/>
                    <a:pt x="8503" y="3807"/>
                    <a:pt x="8503" y="3969"/>
                  </a:cubicBezTo>
                  <a:cubicBezTo>
                    <a:pt x="8503" y="4131"/>
                    <a:pt x="8631" y="4263"/>
                    <a:pt x="8790" y="4263"/>
                  </a:cubicBezTo>
                  <a:close/>
                  <a:moveTo>
                    <a:pt x="9514" y="6418"/>
                  </a:moveTo>
                  <a:cubicBezTo>
                    <a:pt x="9649" y="6475"/>
                    <a:pt x="9732" y="6548"/>
                    <a:pt x="9732" y="6629"/>
                  </a:cubicBezTo>
                  <a:cubicBezTo>
                    <a:pt x="9732" y="6745"/>
                    <a:pt x="9561" y="6846"/>
                    <a:pt x="9306" y="6903"/>
                  </a:cubicBezTo>
                  <a:cubicBezTo>
                    <a:pt x="9287" y="6910"/>
                    <a:pt x="9267" y="6915"/>
                    <a:pt x="9245" y="6917"/>
                  </a:cubicBezTo>
                  <a:cubicBezTo>
                    <a:pt x="9240" y="6918"/>
                    <a:pt x="9235" y="6918"/>
                    <a:pt x="9229" y="6918"/>
                  </a:cubicBezTo>
                  <a:cubicBezTo>
                    <a:pt x="9112" y="6939"/>
                    <a:pt x="8983" y="6952"/>
                    <a:pt x="8845" y="6952"/>
                  </a:cubicBezTo>
                  <a:cubicBezTo>
                    <a:pt x="8355" y="6952"/>
                    <a:pt x="7957" y="6807"/>
                    <a:pt x="7957" y="6629"/>
                  </a:cubicBezTo>
                  <a:cubicBezTo>
                    <a:pt x="7957" y="6542"/>
                    <a:pt x="8055" y="6463"/>
                    <a:pt x="8211" y="6405"/>
                  </a:cubicBezTo>
                  <a:lnTo>
                    <a:pt x="8222" y="6252"/>
                  </a:lnTo>
                  <a:cubicBezTo>
                    <a:pt x="7685" y="6340"/>
                    <a:pt x="7308" y="6534"/>
                    <a:pt x="7308" y="6762"/>
                  </a:cubicBezTo>
                  <a:cubicBezTo>
                    <a:pt x="7308" y="7072"/>
                    <a:pt x="8000" y="7324"/>
                    <a:pt x="8854" y="7324"/>
                  </a:cubicBezTo>
                  <a:cubicBezTo>
                    <a:pt x="9708" y="7324"/>
                    <a:pt x="10400" y="7072"/>
                    <a:pt x="10400" y="6762"/>
                  </a:cubicBezTo>
                  <a:cubicBezTo>
                    <a:pt x="10400" y="6535"/>
                    <a:pt x="10027" y="6342"/>
                    <a:pt x="9494" y="6253"/>
                  </a:cubicBezTo>
                  <a:lnTo>
                    <a:pt x="9514" y="6418"/>
                  </a:lnTo>
                  <a:close/>
                  <a:moveTo>
                    <a:pt x="1543" y="4300"/>
                  </a:moveTo>
                  <a:cubicBezTo>
                    <a:pt x="1391" y="4290"/>
                    <a:pt x="994" y="4166"/>
                    <a:pt x="577" y="3770"/>
                  </a:cubicBezTo>
                  <a:cubicBezTo>
                    <a:pt x="528" y="3723"/>
                    <a:pt x="450" y="3725"/>
                    <a:pt x="404" y="3776"/>
                  </a:cubicBezTo>
                  <a:cubicBezTo>
                    <a:pt x="358" y="3826"/>
                    <a:pt x="361" y="3906"/>
                    <a:pt x="411" y="3953"/>
                  </a:cubicBezTo>
                  <a:cubicBezTo>
                    <a:pt x="770" y="4296"/>
                    <a:pt x="1122" y="4456"/>
                    <a:pt x="1355" y="4518"/>
                  </a:cubicBezTo>
                  <a:cubicBezTo>
                    <a:pt x="1355" y="4522"/>
                    <a:pt x="1355" y="4526"/>
                    <a:pt x="1355" y="4530"/>
                  </a:cubicBezTo>
                  <a:lnTo>
                    <a:pt x="1281" y="5459"/>
                  </a:lnTo>
                  <a:cubicBezTo>
                    <a:pt x="1281" y="5460"/>
                    <a:pt x="1282" y="5461"/>
                    <a:pt x="1282" y="5462"/>
                  </a:cubicBezTo>
                  <a:lnTo>
                    <a:pt x="1086" y="6686"/>
                  </a:lnTo>
                  <a:cubicBezTo>
                    <a:pt x="1072" y="6771"/>
                    <a:pt x="1129" y="6852"/>
                    <a:pt x="1212" y="6866"/>
                  </a:cubicBezTo>
                  <a:cubicBezTo>
                    <a:pt x="1221" y="6867"/>
                    <a:pt x="1229" y="6867"/>
                    <a:pt x="1236" y="6867"/>
                  </a:cubicBezTo>
                  <a:cubicBezTo>
                    <a:pt x="1311" y="6867"/>
                    <a:pt x="1376" y="6813"/>
                    <a:pt x="1388" y="6736"/>
                  </a:cubicBezTo>
                  <a:lnTo>
                    <a:pt x="1586" y="5498"/>
                  </a:lnTo>
                  <a:lnTo>
                    <a:pt x="1718" y="6728"/>
                  </a:lnTo>
                  <a:cubicBezTo>
                    <a:pt x="1726" y="6808"/>
                    <a:pt x="1792" y="6867"/>
                    <a:pt x="1870" y="6867"/>
                  </a:cubicBezTo>
                  <a:cubicBezTo>
                    <a:pt x="1875" y="6867"/>
                    <a:pt x="1881" y="6867"/>
                    <a:pt x="1887" y="6867"/>
                  </a:cubicBezTo>
                  <a:cubicBezTo>
                    <a:pt x="1971" y="6857"/>
                    <a:pt x="2032" y="6780"/>
                    <a:pt x="2022" y="6694"/>
                  </a:cubicBezTo>
                  <a:lnTo>
                    <a:pt x="1895" y="5505"/>
                  </a:lnTo>
                  <a:lnTo>
                    <a:pt x="1845" y="4530"/>
                  </a:lnTo>
                  <a:cubicBezTo>
                    <a:pt x="1845" y="4527"/>
                    <a:pt x="1843" y="4523"/>
                    <a:pt x="1843" y="4519"/>
                  </a:cubicBezTo>
                  <a:cubicBezTo>
                    <a:pt x="2082" y="4456"/>
                    <a:pt x="2314" y="4293"/>
                    <a:pt x="2672" y="3953"/>
                  </a:cubicBezTo>
                  <a:cubicBezTo>
                    <a:pt x="2722" y="3906"/>
                    <a:pt x="2725" y="3826"/>
                    <a:pt x="2678" y="3776"/>
                  </a:cubicBezTo>
                  <a:cubicBezTo>
                    <a:pt x="2632" y="3725"/>
                    <a:pt x="2555" y="3722"/>
                    <a:pt x="2505" y="3770"/>
                  </a:cubicBezTo>
                  <a:cubicBezTo>
                    <a:pt x="2058" y="4195"/>
                    <a:pt x="1857" y="4286"/>
                    <a:pt x="1637" y="4301"/>
                  </a:cubicBezTo>
                  <a:lnTo>
                    <a:pt x="1730" y="5088"/>
                  </a:lnTo>
                  <a:lnTo>
                    <a:pt x="1608" y="5217"/>
                  </a:lnTo>
                  <a:lnTo>
                    <a:pt x="1501" y="5088"/>
                  </a:lnTo>
                  <a:lnTo>
                    <a:pt x="1574" y="4302"/>
                  </a:lnTo>
                  <a:cubicBezTo>
                    <a:pt x="1568" y="4303"/>
                    <a:pt x="1562" y="4303"/>
                    <a:pt x="1557" y="4304"/>
                  </a:cubicBezTo>
                  <a:cubicBezTo>
                    <a:pt x="1552" y="4303"/>
                    <a:pt x="1548" y="4300"/>
                    <a:pt x="1543" y="4300"/>
                  </a:cubicBezTo>
                  <a:close/>
                  <a:moveTo>
                    <a:pt x="1898" y="3969"/>
                  </a:moveTo>
                  <a:cubicBezTo>
                    <a:pt x="1898" y="3807"/>
                    <a:pt x="1769" y="3675"/>
                    <a:pt x="1610" y="3675"/>
                  </a:cubicBezTo>
                  <a:cubicBezTo>
                    <a:pt x="1452" y="3675"/>
                    <a:pt x="1323" y="3807"/>
                    <a:pt x="1323" y="3969"/>
                  </a:cubicBezTo>
                  <a:cubicBezTo>
                    <a:pt x="1323" y="4131"/>
                    <a:pt x="1452" y="4263"/>
                    <a:pt x="1610" y="4263"/>
                  </a:cubicBezTo>
                  <a:cubicBezTo>
                    <a:pt x="1769" y="4263"/>
                    <a:pt x="1898" y="4131"/>
                    <a:pt x="1898" y="3969"/>
                  </a:cubicBezTo>
                  <a:close/>
                  <a:moveTo>
                    <a:pt x="906" y="6253"/>
                  </a:moveTo>
                  <a:cubicBezTo>
                    <a:pt x="373" y="6342"/>
                    <a:pt x="0" y="6535"/>
                    <a:pt x="0" y="6762"/>
                  </a:cubicBezTo>
                  <a:cubicBezTo>
                    <a:pt x="0" y="7072"/>
                    <a:pt x="693" y="7324"/>
                    <a:pt x="1547" y="7324"/>
                  </a:cubicBezTo>
                  <a:cubicBezTo>
                    <a:pt x="2401" y="7324"/>
                    <a:pt x="3093" y="7072"/>
                    <a:pt x="3093" y="6762"/>
                  </a:cubicBezTo>
                  <a:cubicBezTo>
                    <a:pt x="3093" y="6534"/>
                    <a:pt x="2716" y="6340"/>
                    <a:pt x="2178" y="6252"/>
                  </a:cubicBezTo>
                  <a:lnTo>
                    <a:pt x="2189" y="6405"/>
                  </a:lnTo>
                  <a:cubicBezTo>
                    <a:pt x="2346" y="6463"/>
                    <a:pt x="2444" y="6542"/>
                    <a:pt x="2444" y="6629"/>
                  </a:cubicBezTo>
                  <a:cubicBezTo>
                    <a:pt x="2444" y="6807"/>
                    <a:pt x="2046" y="6952"/>
                    <a:pt x="1556" y="6952"/>
                  </a:cubicBezTo>
                  <a:cubicBezTo>
                    <a:pt x="1418" y="6952"/>
                    <a:pt x="1289" y="6939"/>
                    <a:pt x="1172" y="6918"/>
                  </a:cubicBezTo>
                  <a:cubicBezTo>
                    <a:pt x="1166" y="6918"/>
                    <a:pt x="1161" y="6918"/>
                    <a:pt x="1155" y="6917"/>
                  </a:cubicBezTo>
                  <a:cubicBezTo>
                    <a:pt x="1134" y="6915"/>
                    <a:pt x="1114" y="6910"/>
                    <a:pt x="1095" y="6903"/>
                  </a:cubicBezTo>
                  <a:cubicBezTo>
                    <a:pt x="840" y="6846"/>
                    <a:pt x="669" y="6745"/>
                    <a:pt x="669" y="6629"/>
                  </a:cubicBezTo>
                  <a:cubicBezTo>
                    <a:pt x="669" y="6548"/>
                    <a:pt x="751" y="6475"/>
                    <a:pt x="887" y="6418"/>
                  </a:cubicBezTo>
                  <a:lnTo>
                    <a:pt x="906" y="625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defTabSz="914400"/>
              <a:endParaRPr sz="1400" b="1" dirty="0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</p:grpSp>
      <p:grpSp>
        <p:nvGrpSpPr>
          <p:cNvPr id="66" name="iṡḻiḋé"/>
          <p:cNvGrpSpPr/>
          <p:nvPr/>
        </p:nvGrpSpPr>
        <p:grpSpPr>
          <a:xfrm>
            <a:off x="7227116" y="1943104"/>
            <a:ext cx="702159" cy="702159"/>
            <a:chOff x="6362700" y="1171575"/>
            <a:chExt cx="571500" cy="571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7" name="íṣ1ïḑè"/>
            <p:cNvSpPr/>
            <p:nvPr/>
          </p:nvSpPr>
          <p:spPr>
            <a:xfrm>
              <a:off x="6362700" y="1171575"/>
              <a:ext cx="571500" cy="571500"/>
            </a:xfrm>
            <a:prstGeom prst="ellipse">
              <a:avLst/>
            </a:pr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/>
            <a:p>
              <a:pPr algn="r" defTabSz="914400"/>
              <a:endParaRPr lang="zh-CN" altLang="en-US" sz="1400" b="1" dirty="0"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  <p:sp>
          <p:nvSpPr>
            <p:cNvPr id="68" name="îSľïdè"/>
            <p:cNvSpPr/>
            <p:nvPr/>
          </p:nvSpPr>
          <p:spPr bwMode="auto">
            <a:xfrm>
              <a:off x="6523746" y="1329613"/>
              <a:ext cx="249408" cy="255423"/>
            </a:xfrm>
            <a:custGeom>
              <a:avLst/>
              <a:gdLst>
                <a:gd name="T0" fmla="*/ 1547 w 10400"/>
                <a:gd name="T1" fmla="*/ 9330 h 10667"/>
                <a:gd name="T2" fmla="*/ 3077 w 10400"/>
                <a:gd name="T3" fmla="*/ 9013 h 10667"/>
                <a:gd name="T4" fmla="*/ 6114 w 10400"/>
                <a:gd name="T5" fmla="*/ 9700 h 10667"/>
                <a:gd name="T6" fmla="*/ 6806 w 10400"/>
                <a:gd name="T7" fmla="*/ 8539 h 10667"/>
                <a:gd name="T8" fmla="*/ 4079 w 10400"/>
                <a:gd name="T9" fmla="*/ 1127 h 10667"/>
                <a:gd name="T10" fmla="*/ 5193 w 10400"/>
                <a:gd name="T11" fmla="*/ 2254 h 10667"/>
                <a:gd name="T12" fmla="*/ 6352 w 10400"/>
                <a:gd name="T13" fmla="*/ 3340 h 10667"/>
                <a:gd name="T14" fmla="*/ 6296 w 10400"/>
                <a:gd name="T15" fmla="*/ 5841 h 10667"/>
                <a:gd name="T16" fmla="*/ 5318 w 10400"/>
                <a:gd name="T17" fmla="*/ 6578 h 10667"/>
                <a:gd name="T18" fmla="*/ 4851 w 10400"/>
                <a:gd name="T19" fmla="*/ 10126 h 10667"/>
                <a:gd name="T20" fmla="*/ 4154 w 10400"/>
                <a:gd name="T21" fmla="*/ 5500 h 10667"/>
                <a:gd name="T22" fmla="*/ 993 w 10400"/>
                <a:gd name="T23" fmla="*/ 1669 h 10667"/>
                <a:gd name="T24" fmla="*/ 4493 w 10400"/>
                <a:gd name="T25" fmla="*/ 2470 h 10667"/>
                <a:gd name="T26" fmla="*/ 5203 w 10400"/>
                <a:gd name="T27" fmla="*/ 5915 h 10667"/>
                <a:gd name="T28" fmla="*/ 5890 w 10400"/>
                <a:gd name="T29" fmla="*/ 2481 h 10667"/>
                <a:gd name="T30" fmla="*/ 9353 w 10400"/>
                <a:gd name="T31" fmla="*/ 1669 h 10667"/>
                <a:gd name="T32" fmla="*/ 8900 w 10400"/>
                <a:gd name="T33" fmla="*/ 5088 h 10667"/>
                <a:gd name="T34" fmla="*/ 8763 w 10400"/>
                <a:gd name="T35" fmla="*/ 4301 h 10667"/>
                <a:gd name="T36" fmla="*/ 7729 w 10400"/>
                <a:gd name="T37" fmla="*/ 3953 h 10667"/>
                <a:gd name="T38" fmla="*/ 8505 w 10400"/>
                <a:gd name="T39" fmla="*/ 5505 h 10667"/>
                <a:gd name="T40" fmla="*/ 8530 w 10400"/>
                <a:gd name="T41" fmla="*/ 6867 h 10667"/>
                <a:gd name="T42" fmla="*/ 9012 w 10400"/>
                <a:gd name="T43" fmla="*/ 6736 h 10667"/>
                <a:gd name="T44" fmla="*/ 9315 w 10400"/>
                <a:gd name="T45" fmla="*/ 6686 h 10667"/>
                <a:gd name="T46" fmla="*/ 9046 w 10400"/>
                <a:gd name="T47" fmla="*/ 4530 h 10667"/>
                <a:gd name="T48" fmla="*/ 9997 w 10400"/>
                <a:gd name="T49" fmla="*/ 3776 h 10667"/>
                <a:gd name="T50" fmla="*/ 8844 w 10400"/>
                <a:gd name="T51" fmla="*/ 4304 h 10667"/>
                <a:gd name="T52" fmla="*/ 8790 w 10400"/>
                <a:gd name="T53" fmla="*/ 3675 h 10667"/>
                <a:gd name="T54" fmla="*/ 9514 w 10400"/>
                <a:gd name="T55" fmla="*/ 6418 h 10667"/>
                <a:gd name="T56" fmla="*/ 9245 w 10400"/>
                <a:gd name="T57" fmla="*/ 6917 h 10667"/>
                <a:gd name="T58" fmla="*/ 7957 w 10400"/>
                <a:gd name="T59" fmla="*/ 6629 h 10667"/>
                <a:gd name="T60" fmla="*/ 7308 w 10400"/>
                <a:gd name="T61" fmla="*/ 6762 h 10667"/>
                <a:gd name="T62" fmla="*/ 9494 w 10400"/>
                <a:gd name="T63" fmla="*/ 6253 h 10667"/>
                <a:gd name="T64" fmla="*/ 577 w 10400"/>
                <a:gd name="T65" fmla="*/ 3770 h 10667"/>
                <a:gd name="T66" fmla="*/ 1355 w 10400"/>
                <a:gd name="T67" fmla="*/ 4518 h 10667"/>
                <a:gd name="T68" fmla="*/ 1282 w 10400"/>
                <a:gd name="T69" fmla="*/ 5462 h 10667"/>
                <a:gd name="T70" fmla="*/ 1236 w 10400"/>
                <a:gd name="T71" fmla="*/ 6867 h 10667"/>
                <a:gd name="T72" fmla="*/ 1718 w 10400"/>
                <a:gd name="T73" fmla="*/ 6728 h 10667"/>
                <a:gd name="T74" fmla="*/ 2022 w 10400"/>
                <a:gd name="T75" fmla="*/ 6694 h 10667"/>
                <a:gd name="T76" fmla="*/ 1843 w 10400"/>
                <a:gd name="T77" fmla="*/ 4519 h 10667"/>
                <a:gd name="T78" fmla="*/ 2505 w 10400"/>
                <a:gd name="T79" fmla="*/ 3770 h 10667"/>
                <a:gd name="T80" fmla="*/ 1608 w 10400"/>
                <a:gd name="T81" fmla="*/ 5217 h 10667"/>
                <a:gd name="T82" fmla="*/ 1557 w 10400"/>
                <a:gd name="T83" fmla="*/ 4304 h 10667"/>
                <a:gd name="T84" fmla="*/ 1610 w 10400"/>
                <a:gd name="T85" fmla="*/ 3675 h 10667"/>
                <a:gd name="T86" fmla="*/ 1898 w 10400"/>
                <a:gd name="T87" fmla="*/ 3969 h 10667"/>
                <a:gd name="T88" fmla="*/ 1547 w 10400"/>
                <a:gd name="T89" fmla="*/ 7324 h 10667"/>
                <a:gd name="T90" fmla="*/ 2189 w 10400"/>
                <a:gd name="T91" fmla="*/ 6405 h 10667"/>
                <a:gd name="T92" fmla="*/ 1172 w 10400"/>
                <a:gd name="T93" fmla="*/ 6918 h 10667"/>
                <a:gd name="T94" fmla="*/ 669 w 10400"/>
                <a:gd name="T95" fmla="*/ 6629 h 10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00" h="10667">
                  <a:moveTo>
                    <a:pt x="8838" y="9330"/>
                  </a:moveTo>
                  <a:cubicBezTo>
                    <a:pt x="8838" y="10067"/>
                    <a:pt x="7206" y="10667"/>
                    <a:pt x="5192" y="10667"/>
                  </a:cubicBezTo>
                  <a:cubicBezTo>
                    <a:pt x="3180" y="10667"/>
                    <a:pt x="1547" y="10067"/>
                    <a:pt x="1547" y="9330"/>
                  </a:cubicBezTo>
                  <a:cubicBezTo>
                    <a:pt x="1547" y="8797"/>
                    <a:pt x="2406" y="8341"/>
                    <a:pt x="3638" y="8128"/>
                  </a:cubicBezTo>
                  <a:lnTo>
                    <a:pt x="3638" y="8495"/>
                  </a:lnTo>
                  <a:cubicBezTo>
                    <a:pt x="3293" y="8632"/>
                    <a:pt x="3077" y="8813"/>
                    <a:pt x="3077" y="9013"/>
                  </a:cubicBezTo>
                  <a:cubicBezTo>
                    <a:pt x="3077" y="9437"/>
                    <a:pt x="4015" y="9781"/>
                    <a:pt x="5171" y="9781"/>
                  </a:cubicBezTo>
                  <a:cubicBezTo>
                    <a:pt x="5497" y="9781"/>
                    <a:pt x="5802" y="9751"/>
                    <a:pt x="6077" y="9703"/>
                  </a:cubicBezTo>
                  <a:cubicBezTo>
                    <a:pt x="6090" y="9702"/>
                    <a:pt x="6102" y="9702"/>
                    <a:pt x="6114" y="9700"/>
                  </a:cubicBezTo>
                  <a:cubicBezTo>
                    <a:pt x="6165" y="9694"/>
                    <a:pt x="6212" y="9682"/>
                    <a:pt x="6259" y="9666"/>
                  </a:cubicBezTo>
                  <a:cubicBezTo>
                    <a:pt x="6859" y="9531"/>
                    <a:pt x="7264" y="9290"/>
                    <a:pt x="7264" y="9013"/>
                  </a:cubicBezTo>
                  <a:cubicBezTo>
                    <a:pt x="7264" y="8834"/>
                    <a:pt x="7090" y="8669"/>
                    <a:pt x="6806" y="8539"/>
                  </a:cubicBezTo>
                  <a:lnTo>
                    <a:pt x="6806" y="8137"/>
                  </a:lnTo>
                  <a:cubicBezTo>
                    <a:pt x="8006" y="8356"/>
                    <a:pt x="8838" y="8805"/>
                    <a:pt x="8838" y="9330"/>
                  </a:cubicBezTo>
                  <a:close/>
                  <a:moveTo>
                    <a:pt x="4079" y="1127"/>
                  </a:moveTo>
                  <a:cubicBezTo>
                    <a:pt x="4079" y="504"/>
                    <a:pt x="4578" y="0"/>
                    <a:pt x="5193" y="0"/>
                  </a:cubicBezTo>
                  <a:cubicBezTo>
                    <a:pt x="5807" y="0"/>
                    <a:pt x="6305" y="504"/>
                    <a:pt x="6305" y="1127"/>
                  </a:cubicBezTo>
                  <a:cubicBezTo>
                    <a:pt x="6305" y="1750"/>
                    <a:pt x="5807" y="2254"/>
                    <a:pt x="5193" y="2254"/>
                  </a:cubicBezTo>
                  <a:cubicBezTo>
                    <a:pt x="4578" y="2254"/>
                    <a:pt x="4079" y="1750"/>
                    <a:pt x="4079" y="1127"/>
                  </a:cubicBezTo>
                  <a:close/>
                  <a:moveTo>
                    <a:pt x="9353" y="1669"/>
                  </a:moveTo>
                  <a:cubicBezTo>
                    <a:pt x="8800" y="2578"/>
                    <a:pt x="7557" y="3340"/>
                    <a:pt x="6352" y="3340"/>
                  </a:cubicBezTo>
                  <a:cubicBezTo>
                    <a:pt x="6274" y="3340"/>
                    <a:pt x="6196" y="3336"/>
                    <a:pt x="6118" y="3330"/>
                  </a:cubicBezTo>
                  <a:cubicBezTo>
                    <a:pt x="6142" y="3615"/>
                    <a:pt x="6252" y="4928"/>
                    <a:pt x="6282" y="5755"/>
                  </a:cubicBezTo>
                  <a:cubicBezTo>
                    <a:pt x="6288" y="5783"/>
                    <a:pt x="6294" y="5811"/>
                    <a:pt x="6296" y="5841"/>
                  </a:cubicBezTo>
                  <a:lnTo>
                    <a:pt x="6568" y="10087"/>
                  </a:lnTo>
                  <a:cubicBezTo>
                    <a:pt x="6586" y="10373"/>
                    <a:pt x="5564" y="10428"/>
                    <a:pt x="5546" y="10154"/>
                  </a:cubicBezTo>
                  <a:lnTo>
                    <a:pt x="5318" y="6578"/>
                  </a:lnTo>
                  <a:cubicBezTo>
                    <a:pt x="5280" y="6574"/>
                    <a:pt x="5244" y="6567"/>
                    <a:pt x="5206" y="6567"/>
                  </a:cubicBezTo>
                  <a:cubicBezTo>
                    <a:pt x="5174" y="6567"/>
                    <a:pt x="5136" y="6577"/>
                    <a:pt x="5099" y="6587"/>
                  </a:cubicBezTo>
                  <a:lnTo>
                    <a:pt x="4851" y="10126"/>
                  </a:lnTo>
                  <a:cubicBezTo>
                    <a:pt x="4832" y="10398"/>
                    <a:pt x="3810" y="10338"/>
                    <a:pt x="3830" y="10052"/>
                  </a:cubicBezTo>
                  <a:lnTo>
                    <a:pt x="4144" y="5559"/>
                  </a:lnTo>
                  <a:cubicBezTo>
                    <a:pt x="4146" y="5538"/>
                    <a:pt x="4150" y="5520"/>
                    <a:pt x="4154" y="5500"/>
                  </a:cubicBezTo>
                  <a:cubicBezTo>
                    <a:pt x="4199" y="4432"/>
                    <a:pt x="4252" y="3400"/>
                    <a:pt x="4257" y="3326"/>
                  </a:cubicBezTo>
                  <a:cubicBezTo>
                    <a:pt x="4169" y="3334"/>
                    <a:pt x="4081" y="3340"/>
                    <a:pt x="3994" y="3340"/>
                  </a:cubicBezTo>
                  <a:cubicBezTo>
                    <a:pt x="2788" y="3340"/>
                    <a:pt x="1546" y="2578"/>
                    <a:pt x="993" y="1669"/>
                  </a:cubicBezTo>
                  <a:cubicBezTo>
                    <a:pt x="879" y="1481"/>
                    <a:pt x="936" y="1235"/>
                    <a:pt x="1122" y="1120"/>
                  </a:cubicBezTo>
                  <a:cubicBezTo>
                    <a:pt x="1308" y="1003"/>
                    <a:pt x="1551" y="1062"/>
                    <a:pt x="1665" y="1250"/>
                  </a:cubicBezTo>
                  <a:cubicBezTo>
                    <a:pt x="2166" y="2073"/>
                    <a:pt x="3484" y="2756"/>
                    <a:pt x="4493" y="2470"/>
                  </a:cubicBezTo>
                  <a:cubicBezTo>
                    <a:pt x="4663" y="2411"/>
                    <a:pt x="4865" y="2374"/>
                    <a:pt x="5089" y="2365"/>
                  </a:cubicBezTo>
                  <a:lnTo>
                    <a:pt x="4729" y="5423"/>
                  </a:lnTo>
                  <a:lnTo>
                    <a:pt x="5203" y="5915"/>
                  </a:lnTo>
                  <a:lnTo>
                    <a:pt x="5617" y="5423"/>
                  </a:lnTo>
                  <a:lnTo>
                    <a:pt x="5330" y="2373"/>
                  </a:lnTo>
                  <a:cubicBezTo>
                    <a:pt x="5531" y="2387"/>
                    <a:pt x="5725" y="2423"/>
                    <a:pt x="5890" y="2481"/>
                  </a:cubicBezTo>
                  <a:cubicBezTo>
                    <a:pt x="6894" y="2741"/>
                    <a:pt x="8187" y="2063"/>
                    <a:pt x="8681" y="1250"/>
                  </a:cubicBezTo>
                  <a:cubicBezTo>
                    <a:pt x="8795" y="1062"/>
                    <a:pt x="9038" y="1003"/>
                    <a:pt x="9224" y="1119"/>
                  </a:cubicBezTo>
                  <a:cubicBezTo>
                    <a:pt x="9410" y="1235"/>
                    <a:pt x="9468" y="1481"/>
                    <a:pt x="9353" y="1669"/>
                  </a:cubicBezTo>
                  <a:close/>
                  <a:moveTo>
                    <a:pt x="8844" y="4304"/>
                  </a:moveTo>
                  <a:cubicBezTo>
                    <a:pt x="8839" y="4303"/>
                    <a:pt x="8833" y="4303"/>
                    <a:pt x="8827" y="4302"/>
                  </a:cubicBezTo>
                  <a:lnTo>
                    <a:pt x="8900" y="5088"/>
                  </a:lnTo>
                  <a:lnTo>
                    <a:pt x="8793" y="5217"/>
                  </a:lnTo>
                  <a:lnTo>
                    <a:pt x="8671" y="5088"/>
                  </a:lnTo>
                  <a:lnTo>
                    <a:pt x="8763" y="4301"/>
                  </a:lnTo>
                  <a:cubicBezTo>
                    <a:pt x="8543" y="4286"/>
                    <a:pt x="8343" y="4195"/>
                    <a:pt x="7895" y="3770"/>
                  </a:cubicBezTo>
                  <a:cubicBezTo>
                    <a:pt x="7846" y="3723"/>
                    <a:pt x="7769" y="3725"/>
                    <a:pt x="7722" y="3776"/>
                  </a:cubicBezTo>
                  <a:cubicBezTo>
                    <a:pt x="7676" y="3826"/>
                    <a:pt x="7679" y="3906"/>
                    <a:pt x="7729" y="3953"/>
                  </a:cubicBezTo>
                  <a:cubicBezTo>
                    <a:pt x="8086" y="4293"/>
                    <a:pt x="8319" y="4456"/>
                    <a:pt x="8558" y="4519"/>
                  </a:cubicBezTo>
                  <a:cubicBezTo>
                    <a:pt x="8558" y="4523"/>
                    <a:pt x="8556" y="4527"/>
                    <a:pt x="8556" y="4530"/>
                  </a:cubicBezTo>
                  <a:lnTo>
                    <a:pt x="8505" y="5505"/>
                  </a:lnTo>
                  <a:lnTo>
                    <a:pt x="8378" y="6694"/>
                  </a:lnTo>
                  <a:cubicBezTo>
                    <a:pt x="8369" y="6780"/>
                    <a:pt x="8430" y="6857"/>
                    <a:pt x="8514" y="6867"/>
                  </a:cubicBezTo>
                  <a:cubicBezTo>
                    <a:pt x="8520" y="6867"/>
                    <a:pt x="8525" y="6867"/>
                    <a:pt x="8530" y="6867"/>
                  </a:cubicBezTo>
                  <a:cubicBezTo>
                    <a:pt x="8608" y="6867"/>
                    <a:pt x="8674" y="6808"/>
                    <a:pt x="8683" y="6728"/>
                  </a:cubicBezTo>
                  <a:lnTo>
                    <a:pt x="8815" y="5498"/>
                  </a:lnTo>
                  <a:lnTo>
                    <a:pt x="9012" y="6736"/>
                  </a:lnTo>
                  <a:cubicBezTo>
                    <a:pt x="9025" y="6813"/>
                    <a:pt x="9090" y="6868"/>
                    <a:pt x="9164" y="6868"/>
                  </a:cubicBezTo>
                  <a:cubicBezTo>
                    <a:pt x="9172" y="6868"/>
                    <a:pt x="9180" y="6867"/>
                    <a:pt x="9188" y="6866"/>
                  </a:cubicBezTo>
                  <a:cubicBezTo>
                    <a:pt x="9272" y="6852"/>
                    <a:pt x="9328" y="6771"/>
                    <a:pt x="9315" y="6686"/>
                  </a:cubicBezTo>
                  <a:lnTo>
                    <a:pt x="9119" y="5462"/>
                  </a:lnTo>
                  <a:cubicBezTo>
                    <a:pt x="9119" y="5461"/>
                    <a:pt x="9120" y="5460"/>
                    <a:pt x="9120" y="5459"/>
                  </a:cubicBezTo>
                  <a:lnTo>
                    <a:pt x="9046" y="4530"/>
                  </a:lnTo>
                  <a:cubicBezTo>
                    <a:pt x="9046" y="4526"/>
                    <a:pt x="9046" y="4522"/>
                    <a:pt x="9045" y="4518"/>
                  </a:cubicBezTo>
                  <a:cubicBezTo>
                    <a:pt x="9279" y="4456"/>
                    <a:pt x="9631" y="4296"/>
                    <a:pt x="9990" y="3953"/>
                  </a:cubicBezTo>
                  <a:cubicBezTo>
                    <a:pt x="10040" y="3906"/>
                    <a:pt x="10043" y="3826"/>
                    <a:pt x="9997" y="3776"/>
                  </a:cubicBezTo>
                  <a:cubicBezTo>
                    <a:pt x="9950" y="3725"/>
                    <a:pt x="9873" y="3723"/>
                    <a:pt x="9823" y="3770"/>
                  </a:cubicBezTo>
                  <a:cubicBezTo>
                    <a:pt x="9407" y="4166"/>
                    <a:pt x="9010" y="4290"/>
                    <a:pt x="8857" y="4300"/>
                  </a:cubicBezTo>
                  <a:cubicBezTo>
                    <a:pt x="8852" y="4300"/>
                    <a:pt x="8849" y="4303"/>
                    <a:pt x="8844" y="4304"/>
                  </a:cubicBezTo>
                  <a:close/>
                  <a:moveTo>
                    <a:pt x="8790" y="4263"/>
                  </a:moveTo>
                  <a:cubicBezTo>
                    <a:pt x="8949" y="4263"/>
                    <a:pt x="9078" y="4131"/>
                    <a:pt x="9078" y="3969"/>
                  </a:cubicBezTo>
                  <a:cubicBezTo>
                    <a:pt x="9078" y="3807"/>
                    <a:pt x="8949" y="3675"/>
                    <a:pt x="8790" y="3675"/>
                  </a:cubicBezTo>
                  <a:cubicBezTo>
                    <a:pt x="8631" y="3675"/>
                    <a:pt x="8503" y="3807"/>
                    <a:pt x="8503" y="3969"/>
                  </a:cubicBezTo>
                  <a:cubicBezTo>
                    <a:pt x="8503" y="4131"/>
                    <a:pt x="8631" y="4263"/>
                    <a:pt x="8790" y="4263"/>
                  </a:cubicBezTo>
                  <a:close/>
                  <a:moveTo>
                    <a:pt x="9514" y="6418"/>
                  </a:moveTo>
                  <a:cubicBezTo>
                    <a:pt x="9649" y="6475"/>
                    <a:pt x="9732" y="6548"/>
                    <a:pt x="9732" y="6629"/>
                  </a:cubicBezTo>
                  <a:cubicBezTo>
                    <a:pt x="9732" y="6745"/>
                    <a:pt x="9561" y="6846"/>
                    <a:pt x="9306" y="6903"/>
                  </a:cubicBezTo>
                  <a:cubicBezTo>
                    <a:pt x="9287" y="6910"/>
                    <a:pt x="9267" y="6915"/>
                    <a:pt x="9245" y="6917"/>
                  </a:cubicBezTo>
                  <a:cubicBezTo>
                    <a:pt x="9240" y="6918"/>
                    <a:pt x="9235" y="6918"/>
                    <a:pt x="9229" y="6918"/>
                  </a:cubicBezTo>
                  <a:cubicBezTo>
                    <a:pt x="9112" y="6939"/>
                    <a:pt x="8983" y="6952"/>
                    <a:pt x="8845" y="6952"/>
                  </a:cubicBezTo>
                  <a:cubicBezTo>
                    <a:pt x="8355" y="6952"/>
                    <a:pt x="7957" y="6807"/>
                    <a:pt x="7957" y="6629"/>
                  </a:cubicBezTo>
                  <a:cubicBezTo>
                    <a:pt x="7957" y="6542"/>
                    <a:pt x="8055" y="6463"/>
                    <a:pt x="8211" y="6405"/>
                  </a:cubicBezTo>
                  <a:lnTo>
                    <a:pt x="8222" y="6252"/>
                  </a:lnTo>
                  <a:cubicBezTo>
                    <a:pt x="7685" y="6340"/>
                    <a:pt x="7308" y="6534"/>
                    <a:pt x="7308" y="6762"/>
                  </a:cubicBezTo>
                  <a:cubicBezTo>
                    <a:pt x="7308" y="7072"/>
                    <a:pt x="8000" y="7324"/>
                    <a:pt x="8854" y="7324"/>
                  </a:cubicBezTo>
                  <a:cubicBezTo>
                    <a:pt x="9708" y="7324"/>
                    <a:pt x="10400" y="7072"/>
                    <a:pt x="10400" y="6762"/>
                  </a:cubicBezTo>
                  <a:cubicBezTo>
                    <a:pt x="10400" y="6535"/>
                    <a:pt x="10027" y="6342"/>
                    <a:pt x="9494" y="6253"/>
                  </a:cubicBezTo>
                  <a:lnTo>
                    <a:pt x="9514" y="6418"/>
                  </a:lnTo>
                  <a:close/>
                  <a:moveTo>
                    <a:pt x="1543" y="4300"/>
                  </a:moveTo>
                  <a:cubicBezTo>
                    <a:pt x="1391" y="4290"/>
                    <a:pt x="994" y="4166"/>
                    <a:pt x="577" y="3770"/>
                  </a:cubicBezTo>
                  <a:cubicBezTo>
                    <a:pt x="528" y="3723"/>
                    <a:pt x="450" y="3725"/>
                    <a:pt x="404" y="3776"/>
                  </a:cubicBezTo>
                  <a:cubicBezTo>
                    <a:pt x="358" y="3826"/>
                    <a:pt x="361" y="3906"/>
                    <a:pt x="411" y="3953"/>
                  </a:cubicBezTo>
                  <a:cubicBezTo>
                    <a:pt x="770" y="4296"/>
                    <a:pt x="1122" y="4456"/>
                    <a:pt x="1355" y="4518"/>
                  </a:cubicBezTo>
                  <a:cubicBezTo>
                    <a:pt x="1355" y="4522"/>
                    <a:pt x="1355" y="4526"/>
                    <a:pt x="1355" y="4530"/>
                  </a:cubicBezTo>
                  <a:lnTo>
                    <a:pt x="1281" y="5459"/>
                  </a:lnTo>
                  <a:cubicBezTo>
                    <a:pt x="1281" y="5460"/>
                    <a:pt x="1282" y="5461"/>
                    <a:pt x="1282" y="5462"/>
                  </a:cubicBezTo>
                  <a:lnTo>
                    <a:pt x="1086" y="6686"/>
                  </a:lnTo>
                  <a:cubicBezTo>
                    <a:pt x="1072" y="6771"/>
                    <a:pt x="1129" y="6852"/>
                    <a:pt x="1212" y="6866"/>
                  </a:cubicBezTo>
                  <a:cubicBezTo>
                    <a:pt x="1221" y="6867"/>
                    <a:pt x="1229" y="6867"/>
                    <a:pt x="1236" y="6867"/>
                  </a:cubicBezTo>
                  <a:cubicBezTo>
                    <a:pt x="1311" y="6867"/>
                    <a:pt x="1376" y="6813"/>
                    <a:pt x="1388" y="6736"/>
                  </a:cubicBezTo>
                  <a:lnTo>
                    <a:pt x="1586" y="5498"/>
                  </a:lnTo>
                  <a:lnTo>
                    <a:pt x="1718" y="6728"/>
                  </a:lnTo>
                  <a:cubicBezTo>
                    <a:pt x="1726" y="6808"/>
                    <a:pt x="1792" y="6867"/>
                    <a:pt x="1870" y="6867"/>
                  </a:cubicBezTo>
                  <a:cubicBezTo>
                    <a:pt x="1875" y="6867"/>
                    <a:pt x="1881" y="6867"/>
                    <a:pt x="1887" y="6867"/>
                  </a:cubicBezTo>
                  <a:cubicBezTo>
                    <a:pt x="1971" y="6857"/>
                    <a:pt x="2032" y="6780"/>
                    <a:pt x="2022" y="6694"/>
                  </a:cubicBezTo>
                  <a:lnTo>
                    <a:pt x="1895" y="5505"/>
                  </a:lnTo>
                  <a:lnTo>
                    <a:pt x="1845" y="4530"/>
                  </a:lnTo>
                  <a:cubicBezTo>
                    <a:pt x="1845" y="4527"/>
                    <a:pt x="1843" y="4523"/>
                    <a:pt x="1843" y="4519"/>
                  </a:cubicBezTo>
                  <a:cubicBezTo>
                    <a:pt x="2082" y="4456"/>
                    <a:pt x="2314" y="4293"/>
                    <a:pt x="2672" y="3953"/>
                  </a:cubicBezTo>
                  <a:cubicBezTo>
                    <a:pt x="2722" y="3906"/>
                    <a:pt x="2725" y="3826"/>
                    <a:pt x="2678" y="3776"/>
                  </a:cubicBezTo>
                  <a:cubicBezTo>
                    <a:pt x="2632" y="3725"/>
                    <a:pt x="2555" y="3722"/>
                    <a:pt x="2505" y="3770"/>
                  </a:cubicBezTo>
                  <a:cubicBezTo>
                    <a:pt x="2058" y="4195"/>
                    <a:pt x="1857" y="4286"/>
                    <a:pt x="1637" y="4301"/>
                  </a:cubicBezTo>
                  <a:lnTo>
                    <a:pt x="1730" y="5088"/>
                  </a:lnTo>
                  <a:lnTo>
                    <a:pt x="1608" y="5217"/>
                  </a:lnTo>
                  <a:lnTo>
                    <a:pt x="1501" y="5088"/>
                  </a:lnTo>
                  <a:lnTo>
                    <a:pt x="1574" y="4302"/>
                  </a:lnTo>
                  <a:cubicBezTo>
                    <a:pt x="1568" y="4303"/>
                    <a:pt x="1562" y="4303"/>
                    <a:pt x="1557" y="4304"/>
                  </a:cubicBezTo>
                  <a:cubicBezTo>
                    <a:pt x="1552" y="4303"/>
                    <a:pt x="1548" y="4300"/>
                    <a:pt x="1543" y="4300"/>
                  </a:cubicBezTo>
                  <a:close/>
                  <a:moveTo>
                    <a:pt x="1898" y="3969"/>
                  </a:moveTo>
                  <a:cubicBezTo>
                    <a:pt x="1898" y="3807"/>
                    <a:pt x="1769" y="3675"/>
                    <a:pt x="1610" y="3675"/>
                  </a:cubicBezTo>
                  <a:cubicBezTo>
                    <a:pt x="1452" y="3675"/>
                    <a:pt x="1323" y="3807"/>
                    <a:pt x="1323" y="3969"/>
                  </a:cubicBezTo>
                  <a:cubicBezTo>
                    <a:pt x="1323" y="4131"/>
                    <a:pt x="1452" y="4263"/>
                    <a:pt x="1610" y="4263"/>
                  </a:cubicBezTo>
                  <a:cubicBezTo>
                    <a:pt x="1769" y="4263"/>
                    <a:pt x="1898" y="4131"/>
                    <a:pt x="1898" y="3969"/>
                  </a:cubicBezTo>
                  <a:close/>
                  <a:moveTo>
                    <a:pt x="906" y="6253"/>
                  </a:moveTo>
                  <a:cubicBezTo>
                    <a:pt x="373" y="6342"/>
                    <a:pt x="0" y="6535"/>
                    <a:pt x="0" y="6762"/>
                  </a:cubicBezTo>
                  <a:cubicBezTo>
                    <a:pt x="0" y="7072"/>
                    <a:pt x="693" y="7324"/>
                    <a:pt x="1547" y="7324"/>
                  </a:cubicBezTo>
                  <a:cubicBezTo>
                    <a:pt x="2401" y="7324"/>
                    <a:pt x="3093" y="7072"/>
                    <a:pt x="3093" y="6762"/>
                  </a:cubicBezTo>
                  <a:cubicBezTo>
                    <a:pt x="3093" y="6534"/>
                    <a:pt x="2716" y="6340"/>
                    <a:pt x="2178" y="6252"/>
                  </a:cubicBezTo>
                  <a:lnTo>
                    <a:pt x="2189" y="6405"/>
                  </a:lnTo>
                  <a:cubicBezTo>
                    <a:pt x="2346" y="6463"/>
                    <a:pt x="2444" y="6542"/>
                    <a:pt x="2444" y="6629"/>
                  </a:cubicBezTo>
                  <a:cubicBezTo>
                    <a:pt x="2444" y="6807"/>
                    <a:pt x="2046" y="6952"/>
                    <a:pt x="1556" y="6952"/>
                  </a:cubicBezTo>
                  <a:cubicBezTo>
                    <a:pt x="1418" y="6952"/>
                    <a:pt x="1289" y="6939"/>
                    <a:pt x="1172" y="6918"/>
                  </a:cubicBezTo>
                  <a:cubicBezTo>
                    <a:pt x="1166" y="6918"/>
                    <a:pt x="1161" y="6918"/>
                    <a:pt x="1155" y="6917"/>
                  </a:cubicBezTo>
                  <a:cubicBezTo>
                    <a:pt x="1134" y="6915"/>
                    <a:pt x="1114" y="6910"/>
                    <a:pt x="1095" y="6903"/>
                  </a:cubicBezTo>
                  <a:cubicBezTo>
                    <a:pt x="840" y="6846"/>
                    <a:pt x="669" y="6745"/>
                    <a:pt x="669" y="6629"/>
                  </a:cubicBezTo>
                  <a:cubicBezTo>
                    <a:pt x="669" y="6548"/>
                    <a:pt x="751" y="6475"/>
                    <a:pt x="887" y="6418"/>
                  </a:cubicBezTo>
                  <a:lnTo>
                    <a:pt x="906" y="625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defTabSz="914400"/>
              <a:endParaRPr sz="1400" b="1" dirty="0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endParaRPr>
            </a:p>
          </p:txBody>
        </p:sp>
      </p:grpSp>
      <p:sp>
        <p:nvSpPr>
          <p:cNvPr id="69" name="Text Placeholder 32"/>
          <p:cNvSpPr txBox="1"/>
          <p:nvPr/>
        </p:nvSpPr>
        <p:spPr>
          <a:xfrm>
            <a:off x="1168803" y="2150938"/>
            <a:ext cx="1877388" cy="8961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000" dirty="0" err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AndroidStudio,JavaSQLiteMPAndroidChart</a:t>
            </a:r>
            <a:r>
              <a:rPr lang="zh-CN" altLang="en-US" sz="1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，学习如何使用这些技术和工具，熟悉它们的使用方法和最佳实践。</a:t>
            </a:r>
          </a:p>
        </p:txBody>
      </p:sp>
      <p:sp>
        <p:nvSpPr>
          <p:cNvPr id="70" name="Text Placeholder 33"/>
          <p:cNvSpPr txBox="1"/>
          <p:nvPr/>
        </p:nvSpPr>
        <p:spPr>
          <a:xfrm>
            <a:off x="1168802" y="1841481"/>
            <a:ext cx="187738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技术栈和工具的应用</a:t>
            </a:r>
            <a:endParaRPr lang="en-AU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" name="Text Placeholder 32"/>
          <p:cNvSpPr txBox="1"/>
          <p:nvPr/>
        </p:nvSpPr>
        <p:spPr>
          <a:xfrm>
            <a:off x="8626541" y="2142229"/>
            <a:ext cx="2445206" cy="4344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获得实际的应用开发经验。学习如何设计和构建一个完整的应用程序，并解决实际问题。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2" name="Text Placeholder 33"/>
          <p:cNvSpPr txBox="1"/>
          <p:nvPr/>
        </p:nvSpPr>
        <p:spPr>
          <a:xfrm>
            <a:off x="9367057" y="1841480"/>
            <a:ext cx="170469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实际应用开发经验</a:t>
            </a:r>
            <a:endParaRPr lang="en-AU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3" name="Text Placeholder 32"/>
          <p:cNvSpPr txBox="1"/>
          <p:nvPr/>
        </p:nvSpPr>
        <p:spPr>
          <a:xfrm>
            <a:off x="1168803" y="4763386"/>
            <a:ext cx="2434913" cy="1229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其他团队成员合作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学习如何与团队成员协作、沟通和分工合作，提高团队的协同效率。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确保团队成员之间有一个良好的沟通渠道，可以通过各种工具和平台实现沟通，例如在线聊天工具。</a:t>
            </a:r>
          </a:p>
        </p:txBody>
      </p:sp>
      <p:sp>
        <p:nvSpPr>
          <p:cNvPr id="74" name="Text Placeholder 33"/>
          <p:cNvSpPr txBox="1"/>
          <p:nvPr/>
        </p:nvSpPr>
        <p:spPr>
          <a:xfrm>
            <a:off x="1168803" y="4450078"/>
            <a:ext cx="170469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团队合作和沟通</a:t>
            </a:r>
            <a:endParaRPr lang="en-AU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5" name="Text Placeholder 32"/>
          <p:cNvSpPr txBox="1"/>
          <p:nvPr/>
        </p:nvSpPr>
        <p:spPr>
          <a:xfrm>
            <a:off x="8626541" y="4763386"/>
            <a:ext cx="2445206" cy="66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在项目开发过程中，遇到各种问题和故障。学习如何快速定位和解决问题，提高故障排除和问题解决的能力。</a:t>
            </a:r>
          </a:p>
        </p:txBody>
      </p:sp>
      <p:sp>
        <p:nvSpPr>
          <p:cNvPr id="76" name="Text Placeholder 33"/>
          <p:cNvSpPr txBox="1"/>
          <p:nvPr/>
        </p:nvSpPr>
        <p:spPr>
          <a:xfrm>
            <a:off x="9164607" y="4450079"/>
            <a:ext cx="190714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故障排除和问题解决</a:t>
            </a:r>
            <a:endParaRPr lang="en-AU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51" grpId="0" animBg="1"/>
      <p:bldP spid="52" grpId="0" animBg="1"/>
      <p:bldP spid="53" grpId="0" animBg="1"/>
      <p:bldP spid="54" grpId="0" animBg="1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08d8b88-f96f-4b8d-9d0e-4a894d2a14c0"/>
  <p:tag name="COMMONDATA" val="eyJoZGlkIjoiMjZiMjU5NTUxODBkYjBiMmViZTBlYTUzMmUzY2FiY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1021</Words>
  <Application>Microsoft Office PowerPoint</Application>
  <PresentationFormat>宽屏</PresentationFormat>
  <Paragraphs>104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仓耳青禾体-谷力 W05</vt:lpstr>
      <vt:lpstr>等线</vt:lpstr>
      <vt:lpstr>等线 Light</vt:lpstr>
      <vt:lpstr>三极准柔宋</vt:lpstr>
      <vt:lpstr>微软雅黑</vt:lpstr>
      <vt:lpstr>Arial</vt:lpstr>
      <vt:lpstr>Arial Black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to'm</dc:creator>
  <cp:lastModifiedBy>清晨 张</cp:lastModifiedBy>
  <cp:revision>250</cp:revision>
  <dcterms:created xsi:type="dcterms:W3CDTF">2019-12-15T12:27:00Z</dcterms:created>
  <dcterms:modified xsi:type="dcterms:W3CDTF">2023-12-14T11:35:26Z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8ACBF3ECBCBE416BA7CBDF18F6EEA0A6_13</vt:lpwstr>
  </property>
  <property fmtid="{D5CDD505-2E9C-101B-9397-08002B2CF9AE}" pid="3" name="KSOProductBuildVer">
    <vt:lpwstr>2052-11.1.0.14309</vt:lpwstr>
  </property>
</Properties>
</file>