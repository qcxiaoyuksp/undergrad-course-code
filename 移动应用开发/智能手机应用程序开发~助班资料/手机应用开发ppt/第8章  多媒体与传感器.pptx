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9" name="Shape 5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1pPr>
    <a:lvl2pPr indent="2286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2pPr>
    <a:lvl3pPr indent="4572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3pPr>
    <a:lvl4pPr indent="6858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4pPr>
    <a:lvl5pPr indent="9144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5pPr>
    <a:lvl6pPr indent="11430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6pPr>
    <a:lvl7pPr indent="13716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7pPr>
    <a:lvl8pPr indent="16002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8pPr>
    <a:lvl9pPr indent="18288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像" descr="图像"/>
          <p:cNvPicPr>
            <a:picLocks noChangeAspect="1"/>
          </p:cNvPicPr>
          <p:nvPr/>
        </p:nvPicPr>
        <p:blipFill>
          <a:blip r:embed="rId2">
            <a:alphaModFix amt="14714"/>
            <a:extLst/>
          </a:blip>
          <a:srcRect l="11703" t="7624" r="11705" b="9607"/>
          <a:stretch>
            <a:fillRect/>
          </a:stretch>
        </p:blipFill>
        <p:spPr>
          <a:xfrm>
            <a:off x="1903301" y="1813612"/>
            <a:ext cx="5213747" cy="29221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061" y="0"/>
                </a:moveTo>
                <a:cubicBezTo>
                  <a:pt x="3865" y="0"/>
                  <a:pt x="3733" y="135"/>
                  <a:pt x="3678" y="349"/>
                </a:cubicBezTo>
                <a:cubicBezTo>
                  <a:pt x="3637" y="510"/>
                  <a:pt x="3639" y="716"/>
                  <a:pt x="3691" y="945"/>
                </a:cubicBezTo>
                <a:cubicBezTo>
                  <a:pt x="3709" y="1021"/>
                  <a:pt x="3732" y="1099"/>
                  <a:pt x="3760" y="1179"/>
                </a:cubicBezTo>
                <a:cubicBezTo>
                  <a:pt x="3817" y="1340"/>
                  <a:pt x="3864" y="1489"/>
                  <a:pt x="3864" y="1508"/>
                </a:cubicBezTo>
                <a:cubicBezTo>
                  <a:pt x="3864" y="1527"/>
                  <a:pt x="3921" y="1688"/>
                  <a:pt x="3989" y="1869"/>
                </a:cubicBezTo>
                <a:cubicBezTo>
                  <a:pt x="4057" y="2049"/>
                  <a:pt x="4112" y="2222"/>
                  <a:pt x="4112" y="2253"/>
                </a:cubicBezTo>
                <a:cubicBezTo>
                  <a:pt x="4112" y="2284"/>
                  <a:pt x="4138" y="2365"/>
                  <a:pt x="4170" y="2429"/>
                </a:cubicBezTo>
                <a:cubicBezTo>
                  <a:pt x="4202" y="2493"/>
                  <a:pt x="4283" y="2725"/>
                  <a:pt x="4351" y="2948"/>
                </a:cubicBezTo>
                <a:cubicBezTo>
                  <a:pt x="4645" y="3919"/>
                  <a:pt x="4732" y="4195"/>
                  <a:pt x="4895" y="4682"/>
                </a:cubicBezTo>
                <a:cubicBezTo>
                  <a:pt x="4990" y="4966"/>
                  <a:pt x="5084" y="5249"/>
                  <a:pt x="5105" y="5310"/>
                </a:cubicBezTo>
                <a:cubicBezTo>
                  <a:pt x="5126" y="5371"/>
                  <a:pt x="5185" y="5567"/>
                  <a:pt x="5235" y="5750"/>
                </a:cubicBezTo>
                <a:cubicBezTo>
                  <a:pt x="5285" y="5932"/>
                  <a:pt x="5352" y="6137"/>
                  <a:pt x="5385" y="6205"/>
                </a:cubicBezTo>
                <a:cubicBezTo>
                  <a:pt x="5425" y="6289"/>
                  <a:pt x="5430" y="6377"/>
                  <a:pt x="5400" y="6469"/>
                </a:cubicBezTo>
                <a:cubicBezTo>
                  <a:pt x="5384" y="6514"/>
                  <a:pt x="5360" y="6560"/>
                  <a:pt x="5327" y="6606"/>
                </a:cubicBezTo>
                <a:cubicBezTo>
                  <a:pt x="5294" y="6653"/>
                  <a:pt x="5252" y="6701"/>
                  <a:pt x="5202" y="6747"/>
                </a:cubicBezTo>
                <a:cubicBezTo>
                  <a:pt x="5115" y="6828"/>
                  <a:pt x="4907" y="7058"/>
                  <a:pt x="4740" y="7261"/>
                </a:cubicBezTo>
                <a:cubicBezTo>
                  <a:pt x="4573" y="7464"/>
                  <a:pt x="4407" y="7663"/>
                  <a:pt x="4369" y="7704"/>
                </a:cubicBezTo>
                <a:cubicBezTo>
                  <a:pt x="4250" y="7829"/>
                  <a:pt x="4014" y="8161"/>
                  <a:pt x="3765" y="8540"/>
                </a:cubicBezTo>
                <a:cubicBezTo>
                  <a:pt x="3516" y="8919"/>
                  <a:pt x="3254" y="9345"/>
                  <a:pt x="3085" y="9657"/>
                </a:cubicBezTo>
                <a:cubicBezTo>
                  <a:pt x="2948" y="9910"/>
                  <a:pt x="2817" y="10155"/>
                  <a:pt x="2695" y="10397"/>
                </a:cubicBezTo>
                <a:cubicBezTo>
                  <a:pt x="2450" y="10880"/>
                  <a:pt x="2233" y="11349"/>
                  <a:pt x="2034" y="11822"/>
                </a:cubicBezTo>
                <a:cubicBezTo>
                  <a:pt x="1934" y="12059"/>
                  <a:pt x="1839" y="12299"/>
                  <a:pt x="1748" y="12541"/>
                </a:cubicBezTo>
                <a:cubicBezTo>
                  <a:pt x="1566" y="13025"/>
                  <a:pt x="1400" y="13523"/>
                  <a:pt x="1241" y="14058"/>
                </a:cubicBezTo>
                <a:cubicBezTo>
                  <a:pt x="1241" y="14058"/>
                  <a:pt x="1241" y="14060"/>
                  <a:pt x="1241" y="14061"/>
                </a:cubicBezTo>
                <a:cubicBezTo>
                  <a:pt x="1083" y="14596"/>
                  <a:pt x="932" y="15167"/>
                  <a:pt x="781" y="15794"/>
                </a:cubicBezTo>
                <a:cubicBezTo>
                  <a:pt x="749" y="15927"/>
                  <a:pt x="694" y="16157"/>
                  <a:pt x="658" y="16305"/>
                </a:cubicBezTo>
                <a:cubicBezTo>
                  <a:pt x="622" y="16453"/>
                  <a:pt x="592" y="16622"/>
                  <a:pt x="592" y="16680"/>
                </a:cubicBezTo>
                <a:cubicBezTo>
                  <a:pt x="592" y="16738"/>
                  <a:pt x="581" y="16806"/>
                  <a:pt x="566" y="16833"/>
                </a:cubicBezTo>
                <a:cubicBezTo>
                  <a:pt x="529" y="16897"/>
                  <a:pt x="449" y="17308"/>
                  <a:pt x="400" y="17651"/>
                </a:cubicBezTo>
                <a:cubicBezTo>
                  <a:pt x="383" y="17766"/>
                  <a:pt x="369" y="17872"/>
                  <a:pt x="362" y="17956"/>
                </a:cubicBezTo>
                <a:cubicBezTo>
                  <a:pt x="347" y="18137"/>
                  <a:pt x="319" y="18303"/>
                  <a:pt x="301" y="18323"/>
                </a:cubicBezTo>
                <a:cubicBezTo>
                  <a:pt x="282" y="18344"/>
                  <a:pt x="254" y="18543"/>
                  <a:pt x="238" y="18766"/>
                </a:cubicBezTo>
                <a:cubicBezTo>
                  <a:pt x="223" y="18989"/>
                  <a:pt x="193" y="19187"/>
                  <a:pt x="173" y="19209"/>
                </a:cubicBezTo>
                <a:cubicBezTo>
                  <a:pt x="153" y="19231"/>
                  <a:pt x="136" y="19374"/>
                  <a:pt x="136" y="19526"/>
                </a:cubicBezTo>
                <a:cubicBezTo>
                  <a:pt x="136" y="19678"/>
                  <a:pt x="119" y="19833"/>
                  <a:pt x="97" y="19872"/>
                </a:cubicBezTo>
                <a:cubicBezTo>
                  <a:pt x="75" y="19911"/>
                  <a:pt x="43" y="20317"/>
                  <a:pt x="28" y="20773"/>
                </a:cubicBezTo>
                <a:lnTo>
                  <a:pt x="0" y="21600"/>
                </a:lnTo>
                <a:lnTo>
                  <a:pt x="10801" y="21600"/>
                </a:lnTo>
                <a:lnTo>
                  <a:pt x="21600" y="21600"/>
                </a:lnTo>
                <a:lnTo>
                  <a:pt x="21572" y="20773"/>
                </a:lnTo>
                <a:cubicBezTo>
                  <a:pt x="21557" y="20317"/>
                  <a:pt x="21527" y="19911"/>
                  <a:pt x="21505" y="19872"/>
                </a:cubicBezTo>
                <a:cubicBezTo>
                  <a:pt x="21483" y="19833"/>
                  <a:pt x="21464" y="19678"/>
                  <a:pt x="21464" y="19526"/>
                </a:cubicBezTo>
                <a:cubicBezTo>
                  <a:pt x="21464" y="19374"/>
                  <a:pt x="21447" y="19231"/>
                  <a:pt x="21427" y="19209"/>
                </a:cubicBezTo>
                <a:cubicBezTo>
                  <a:pt x="21407" y="19187"/>
                  <a:pt x="21377" y="18989"/>
                  <a:pt x="21362" y="18766"/>
                </a:cubicBezTo>
                <a:cubicBezTo>
                  <a:pt x="21346" y="18543"/>
                  <a:pt x="21319" y="18344"/>
                  <a:pt x="21301" y="18323"/>
                </a:cubicBezTo>
                <a:cubicBezTo>
                  <a:pt x="21282" y="18303"/>
                  <a:pt x="21253" y="18137"/>
                  <a:pt x="21238" y="17956"/>
                </a:cubicBezTo>
                <a:cubicBezTo>
                  <a:pt x="21231" y="17872"/>
                  <a:pt x="21219" y="17766"/>
                  <a:pt x="21202" y="17651"/>
                </a:cubicBezTo>
                <a:cubicBezTo>
                  <a:pt x="21152" y="17308"/>
                  <a:pt x="21072" y="16897"/>
                  <a:pt x="21036" y="16833"/>
                </a:cubicBezTo>
                <a:cubicBezTo>
                  <a:pt x="21021" y="16806"/>
                  <a:pt x="21008" y="16738"/>
                  <a:pt x="21008" y="16680"/>
                </a:cubicBezTo>
                <a:cubicBezTo>
                  <a:pt x="21008" y="16631"/>
                  <a:pt x="21002" y="16578"/>
                  <a:pt x="20975" y="16452"/>
                </a:cubicBezTo>
                <a:cubicBezTo>
                  <a:pt x="20948" y="16325"/>
                  <a:pt x="20901" y="16124"/>
                  <a:pt x="20816" y="15777"/>
                </a:cubicBezTo>
                <a:cubicBezTo>
                  <a:pt x="20668" y="15172"/>
                  <a:pt x="20635" y="15050"/>
                  <a:pt x="20492" y="14524"/>
                </a:cubicBezTo>
                <a:cubicBezTo>
                  <a:pt x="20423" y="14272"/>
                  <a:pt x="20347" y="14015"/>
                  <a:pt x="20267" y="13759"/>
                </a:cubicBezTo>
                <a:cubicBezTo>
                  <a:pt x="20266" y="13758"/>
                  <a:pt x="20267" y="13756"/>
                  <a:pt x="20267" y="13756"/>
                </a:cubicBezTo>
                <a:cubicBezTo>
                  <a:pt x="20105" y="13241"/>
                  <a:pt x="19919" y="12724"/>
                  <a:pt x="19719" y="12215"/>
                </a:cubicBezTo>
                <a:cubicBezTo>
                  <a:pt x="19719" y="12215"/>
                  <a:pt x="19719" y="12213"/>
                  <a:pt x="19719" y="12213"/>
                </a:cubicBezTo>
                <a:cubicBezTo>
                  <a:pt x="19219" y="10940"/>
                  <a:pt x="18620" y="9734"/>
                  <a:pt x="18027" y="8833"/>
                </a:cubicBezTo>
                <a:cubicBezTo>
                  <a:pt x="17442" y="7945"/>
                  <a:pt x="17298" y="7742"/>
                  <a:pt x="17256" y="7742"/>
                </a:cubicBezTo>
                <a:cubicBezTo>
                  <a:pt x="17231" y="7741"/>
                  <a:pt x="17178" y="7675"/>
                  <a:pt x="17136" y="7592"/>
                </a:cubicBezTo>
                <a:cubicBezTo>
                  <a:pt x="17101" y="7523"/>
                  <a:pt x="17045" y="7443"/>
                  <a:pt x="16937" y="7319"/>
                </a:cubicBezTo>
                <a:cubicBezTo>
                  <a:pt x="16829" y="7196"/>
                  <a:pt x="16669" y="7029"/>
                  <a:pt x="16429" y="6782"/>
                </a:cubicBezTo>
                <a:cubicBezTo>
                  <a:pt x="16330" y="6680"/>
                  <a:pt x="16226" y="6555"/>
                  <a:pt x="16199" y="6507"/>
                </a:cubicBezTo>
                <a:cubicBezTo>
                  <a:pt x="16143" y="6407"/>
                  <a:pt x="16159" y="6330"/>
                  <a:pt x="16368" y="5715"/>
                </a:cubicBezTo>
                <a:cubicBezTo>
                  <a:pt x="16437" y="5512"/>
                  <a:pt x="16507" y="5294"/>
                  <a:pt x="16523" y="5234"/>
                </a:cubicBezTo>
                <a:cubicBezTo>
                  <a:pt x="16539" y="5173"/>
                  <a:pt x="16621" y="4923"/>
                  <a:pt x="16705" y="4676"/>
                </a:cubicBezTo>
                <a:cubicBezTo>
                  <a:pt x="16845" y="4267"/>
                  <a:pt x="16999" y="3775"/>
                  <a:pt x="17271" y="2875"/>
                </a:cubicBezTo>
                <a:cubicBezTo>
                  <a:pt x="17326" y="2692"/>
                  <a:pt x="17398" y="2493"/>
                  <a:pt x="17430" y="2429"/>
                </a:cubicBezTo>
                <a:cubicBezTo>
                  <a:pt x="17462" y="2365"/>
                  <a:pt x="17488" y="2291"/>
                  <a:pt x="17488" y="2265"/>
                </a:cubicBezTo>
                <a:cubicBezTo>
                  <a:pt x="17488" y="2239"/>
                  <a:pt x="17591" y="1917"/>
                  <a:pt x="17716" y="1549"/>
                </a:cubicBezTo>
                <a:cubicBezTo>
                  <a:pt x="17781" y="1359"/>
                  <a:pt x="17831" y="1195"/>
                  <a:pt x="17868" y="1053"/>
                </a:cubicBezTo>
                <a:cubicBezTo>
                  <a:pt x="17905" y="911"/>
                  <a:pt x="17929" y="790"/>
                  <a:pt x="17940" y="684"/>
                </a:cubicBezTo>
                <a:cubicBezTo>
                  <a:pt x="17961" y="470"/>
                  <a:pt x="17931" y="316"/>
                  <a:pt x="17854" y="170"/>
                </a:cubicBezTo>
                <a:cubicBezTo>
                  <a:pt x="17782" y="34"/>
                  <a:pt x="17721" y="0"/>
                  <a:pt x="17545" y="0"/>
                </a:cubicBezTo>
                <a:cubicBezTo>
                  <a:pt x="17494" y="0"/>
                  <a:pt x="17451" y="7"/>
                  <a:pt x="17411" y="21"/>
                </a:cubicBezTo>
                <a:cubicBezTo>
                  <a:pt x="17398" y="25"/>
                  <a:pt x="17387" y="33"/>
                  <a:pt x="17376" y="38"/>
                </a:cubicBezTo>
                <a:cubicBezTo>
                  <a:pt x="17348" y="52"/>
                  <a:pt x="17321" y="70"/>
                  <a:pt x="17297" y="94"/>
                </a:cubicBezTo>
                <a:cubicBezTo>
                  <a:pt x="17288" y="103"/>
                  <a:pt x="17279" y="110"/>
                  <a:pt x="17271" y="120"/>
                </a:cubicBezTo>
                <a:cubicBezTo>
                  <a:pt x="17241" y="158"/>
                  <a:pt x="17212" y="203"/>
                  <a:pt x="17185" y="264"/>
                </a:cubicBezTo>
                <a:cubicBezTo>
                  <a:pt x="17156" y="331"/>
                  <a:pt x="17129" y="415"/>
                  <a:pt x="17100" y="516"/>
                </a:cubicBezTo>
                <a:cubicBezTo>
                  <a:pt x="16986" y="910"/>
                  <a:pt x="16774" y="1590"/>
                  <a:pt x="16743" y="1660"/>
                </a:cubicBezTo>
                <a:cubicBezTo>
                  <a:pt x="16707" y="1742"/>
                  <a:pt x="16590" y="2110"/>
                  <a:pt x="16403" y="2728"/>
                </a:cubicBezTo>
                <a:cubicBezTo>
                  <a:pt x="16335" y="2951"/>
                  <a:pt x="16254" y="3186"/>
                  <a:pt x="16222" y="3250"/>
                </a:cubicBezTo>
                <a:cubicBezTo>
                  <a:pt x="16206" y="3282"/>
                  <a:pt x="16191" y="3318"/>
                  <a:pt x="16181" y="3350"/>
                </a:cubicBezTo>
                <a:cubicBezTo>
                  <a:pt x="16170" y="3382"/>
                  <a:pt x="16163" y="3410"/>
                  <a:pt x="16163" y="3426"/>
                </a:cubicBezTo>
                <a:cubicBezTo>
                  <a:pt x="16163" y="3460"/>
                  <a:pt x="16055" y="3806"/>
                  <a:pt x="15923" y="4195"/>
                </a:cubicBezTo>
                <a:cubicBezTo>
                  <a:pt x="15790" y="4584"/>
                  <a:pt x="15646" y="5026"/>
                  <a:pt x="15604" y="5175"/>
                </a:cubicBezTo>
                <a:cubicBezTo>
                  <a:pt x="15561" y="5323"/>
                  <a:pt x="15496" y="5518"/>
                  <a:pt x="15457" y="5609"/>
                </a:cubicBezTo>
                <a:cubicBezTo>
                  <a:pt x="15419" y="5698"/>
                  <a:pt x="15395" y="5743"/>
                  <a:pt x="15332" y="5726"/>
                </a:cubicBezTo>
                <a:cubicBezTo>
                  <a:pt x="15301" y="5718"/>
                  <a:pt x="15259" y="5696"/>
                  <a:pt x="15202" y="5656"/>
                </a:cubicBezTo>
                <a:cubicBezTo>
                  <a:pt x="15145" y="5616"/>
                  <a:pt x="15073" y="5557"/>
                  <a:pt x="14977" y="5483"/>
                </a:cubicBezTo>
                <a:cubicBezTo>
                  <a:pt x="14905" y="5427"/>
                  <a:pt x="14829" y="5383"/>
                  <a:pt x="14806" y="5383"/>
                </a:cubicBezTo>
                <a:cubicBezTo>
                  <a:pt x="14784" y="5383"/>
                  <a:pt x="14712" y="5332"/>
                  <a:pt x="14647" y="5272"/>
                </a:cubicBezTo>
                <a:cubicBezTo>
                  <a:pt x="14581" y="5211"/>
                  <a:pt x="14496" y="5163"/>
                  <a:pt x="14458" y="5163"/>
                </a:cubicBezTo>
                <a:cubicBezTo>
                  <a:pt x="14438" y="5163"/>
                  <a:pt x="14419" y="5152"/>
                  <a:pt x="14402" y="5140"/>
                </a:cubicBezTo>
                <a:cubicBezTo>
                  <a:pt x="14385" y="5127"/>
                  <a:pt x="14370" y="5112"/>
                  <a:pt x="14364" y="5093"/>
                </a:cubicBezTo>
                <a:cubicBezTo>
                  <a:pt x="14351" y="5055"/>
                  <a:pt x="14256" y="5000"/>
                  <a:pt x="14153" y="4972"/>
                </a:cubicBezTo>
                <a:cubicBezTo>
                  <a:pt x="14051" y="4945"/>
                  <a:pt x="13959" y="4896"/>
                  <a:pt x="13948" y="4864"/>
                </a:cubicBezTo>
                <a:cubicBezTo>
                  <a:pt x="13937" y="4832"/>
                  <a:pt x="13833" y="4783"/>
                  <a:pt x="13719" y="4755"/>
                </a:cubicBezTo>
                <a:cubicBezTo>
                  <a:pt x="13662" y="4741"/>
                  <a:pt x="13609" y="4723"/>
                  <a:pt x="13568" y="4703"/>
                </a:cubicBezTo>
                <a:cubicBezTo>
                  <a:pt x="13527" y="4682"/>
                  <a:pt x="13498" y="4661"/>
                  <a:pt x="13492" y="4644"/>
                </a:cubicBezTo>
                <a:cubicBezTo>
                  <a:pt x="13481" y="4610"/>
                  <a:pt x="13345" y="4561"/>
                  <a:pt x="13192" y="4532"/>
                </a:cubicBezTo>
                <a:cubicBezTo>
                  <a:pt x="13114" y="4518"/>
                  <a:pt x="13040" y="4497"/>
                  <a:pt x="12981" y="4477"/>
                </a:cubicBezTo>
                <a:cubicBezTo>
                  <a:pt x="12923" y="4456"/>
                  <a:pt x="12881" y="4435"/>
                  <a:pt x="12869" y="4418"/>
                </a:cubicBezTo>
                <a:cubicBezTo>
                  <a:pt x="12857" y="4401"/>
                  <a:pt x="12803" y="4382"/>
                  <a:pt x="12725" y="4362"/>
                </a:cubicBezTo>
                <a:cubicBezTo>
                  <a:pt x="12646" y="4342"/>
                  <a:pt x="12543" y="4320"/>
                  <a:pt x="12435" y="4307"/>
                </a:cubicBezTo>
                <a:cubicBezTo>
                  <a:pt x="12220" y="4279"/>
                  <a:pt x="12022" y="4226"/>
                  <a:pt x="11996" y="4189"/>
                </a:cubicBezTo>
                <a:cubicBezTo>
                  <a:pt x="11988" y="4178"/>
                  <a:pt x="11945" y="4171"/>
                  <a:pt x="11878" y="4163"/>
                </a:cubicBezTo>
                <a:cubicBezTo>
                  <a:pt x="11810" y="4155"/>
                  <a:pt x="11716" y="4148"/>
                  <a:pt x="11605" y="4142"/>
                </a:cubicBezTo>
                <a:cubicBezTo>
                  <a:pt x="10938" y="4110"/>
                  <a:pt x="9652" y="4124"/>
                  <a:pt x="9605" y="4189"/>
                </a:cubicBezTo>
                <a:cubicBezTo>
                  <a:pt x="9579" y="4226"/>
                  <a:pt x="9382" y="4279"/>
                  <a:pt x="9166" y="4307"/>
                </a:cubicBezTo>
                <a:cubicBezTo>
                  <a:pt x="8951" y="4334"/>
                  <a:pt x="8754" y="4386"/>
                  <a:pt x="8731" y="4421"/>
                </a:cubicBezTo>
                <a:cubicBezTo>
                  <a:pt x="8707" y="4455"/>
                  <a:pt x="8563" y="4506"/>
                  <a:pt x="8408" y="4535"/>
                </a:cubicBezTo>
                <a:cubicBezTo>
                  <a:pt x="8254" y="4564"/>
                  <a:pt x="8119" y="4615"/>
                  <a:pt x="8108" y="4647"/>
                </a:cubicBezTo>
                <a:cubicBezTo>
                  <a:pt x="8097" y="4679"/>
                  <a:pt x="7995" y="4727"/>
                  <a:pt x="7881" y="4755"/>
                </a:cubicBezTo>
                <a:cubicBezTo>
                  <a:pt x="7767" y="4783"/>
                  <a:pt x="7663" y="4836"/>
                  <a:pt x="7651" y="4873"/>
                </a:cubicBezTo>
                <a:cubicBezTo>
                  <a:pt x="7638" y="4909"/>
                  <a:pt x="7587" y="4940"/>
                  <a:pt x="7537" y="4940"/>
                </a:cubicBezTo>
                <a:cubicBezTo>
                  <a:pt x="7487" y="4940"/>
                  <a:pt x="7393" y="4991"/>
                  <a:pt x="7328" y="5052"/>
                </a:cubicBezTo>
                <a:cubicBezTo>
                  <a:pt x="7296" y="5082"/>
                  <a:pt x="7257" y="5108"/>
                  <a:pt x="7223" y="5128"/>
                </a:cubicBezTo>
                <a:cubicBezTo>
                  <a:pt x="7190" y="5148"/>
                  <a:pt x="7159" y="5163"/>
                  <a:pt x="7141" y="5163"/>
                </a:cubicBezTo>
                <a:cubicBezTo>
                  <a:pt x="7104" y="5163"/>
                  <a:pt x="7020" y="5211"/>
                  <a:pt x="6955" y="5272"/>
                </a:cubicBezTo>
                <a:cubicBezTo>
                  <a:pt x="6890" y="5332"/>
                  <a:pt x="6818" y="5383"/>
                  <a:pt x="6796" y="5383"/>
                </a:cubicBezTo>
                <a:cubicBezTo>
                  <a:pt x="6773" y="5383"/>
                  <a:pt x="6696" y="5427"/>
                  <a:pt x="6625" y="5483"/>
                </a:cubicBezTo>
                <a:cubicBezTo>
                  <a:pt x="6528" y="5558"/>
                  <a:pt x="6453" y="5616"/>
                  <a:pt x="6396" y="5656"/>
                </a:cubicBezTo>
                <a:cubicBezTo>
                  <a:pt x="6339" y="5696"/>
                  <a:pt x="6299" y="5719"/>
                  <a:pt x="6268" y="5726"/>
                </a:cubicBezTo>
                <a:cubicBezTo>
                  <a:pt x="6205" y="5741"/>
                  <a:pt x="6180" y="5693"/>
                  <a:pt x="6139" y="5597"/>
                </a:cubicBezTo>
                <a:cubicBezTo>
                  <a:pt x="6098" y="5499"/>
                  <a:pt x="6023" y="5269"/>
                  <a:pt x="5972" y="5087"/>
                </a:cubicBezTo>
                <a:cubicBezTo>
                  <a:pt x="5921" y="4904"/>
                  <a:pt x="5789" y="4498"/>
                  <a:pt x="5677" y="4180"/>
                </a:cubicBezTo>
                <a:cubicBezTo>
                  <a:pt x="5566" y="3863"/>
                  <a:pt x="5457" y="3529"/>
                  <a:pt x="5436" y="3441"/>
                </a:cubicBezTo>
                <a:cubicBezTo>
                  <a:pt x="5414" y="3353"/>
                  <a:pt x="5379" y="3232"/>
                  <a:pt x="5357" y="3171"/>
                </a:cubicBezTo>
                <a:cubicBezTo>
                  <a:pt x="5246" y="2867"/>
                  <a:pt x="4982" y="2056"/>
                  <a:pt x="4982" y="2018"/>
                </a:cubicBezTo>
                <a:cubicBezTo>
                  <a:pt x="4982" y="1995"/>
                  <a:pt x="4948" y="1888"/>
                  <a:pt x="4905" y="1781"/>
                </a:cubicBezTo>
                <a:cubicBezTo>
                  <a:pt x="4834" y="1603"/>
                  <a:pt x="4638" y="993"/>
                  <a:pt x="4500" y="516"/>
                </a:cubicBezTo>
                <a:cubicBezTo>
                  <a:pt x="4384" y="116"/>
                  <a:pt x="4287" y="0"/>
                  <a:pt x="4061" y="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20" name="android-logo.png" descr="android-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93539" y="1343575"/>
            <a:ext cx="6633271" cy="3862266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标题幻灯片 拷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9"/>
          <p:cNvSpPr/>
          <p:nvPr/>
        </p:nvSpPr>
        <p:spPr>
          <a:xfrm>
            <a:off x="5004395" y="6289783"/>
            <a:ext cx="3885605" cy="416921"/>
          </a:xfrm>
          <a:prstGeom prst="rect">
            <a:avLst/>
          </a:prstGeom>
          <a:solidFill>
            <a:srgbClr val="80B64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" name="矩形 9"/>
          <p:cNvSpPr/>
          <p:nvPr/>
        </p:nvSpPr>
        <p:spPr>
          <a:xfrm>
            <a:off x="5749799" y="6289783"/>
            <a:ext cx="3394201" cy="416921"/>
          </a:xfrm>
          <a:prstGeom prst="rect">
            <a:avLst/>
          </a:prstGeom>
          <a:solidFill>
            <a:srgbClr val="92D05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" name="标题 3"/>
          <p:cNvSpPr txBox="1"/>
          <p:nvPr/>
        </p:nvSpPr>
        <p:spPr>
          <a:xfrm>
            <a:off x="6053335" y="6289783"/>
            <a:ext cx="4236394" cy="595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defRPr b="1" sz="2000">
                <a:solidFill>
                  <a:srgbClr val="FFFFFF"/>
                </a:solidFill>
              </a:defRPr>
            </a:pPr>
            <a:r>
              <a:t>第8章  </a:t>
            </a:r>
            <a:r>
              <a:t>多媒体与传感器</a:t>
            </a:r>
          </a:p>
        </p:txBody>
      </p:sp>
      <p:sp>
        <p:nvSpPr>
          <p:cNvPr id="31" name="矩形 6"/>
          <p:cNvSpPr/>
          <p:nvPr/>
        </p:nvSpPr>
        <p:spPr>
          <a:xfrm>
            <a:off x="2870199" y="260647"/>
            <a:ext cx="2072309" cy="504058"/>
          </a:xfrm>
          <a:prstGeom prst="rect">
            <a:avLst/>
          </a:prstGeom>
          <a:solidFill>
            <a:srgbClr val="80B54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" name="矩形 6"/>
          <p:cNvSpPr/>
          <p:nvPr/>
        </p:nvSpPr>
        <p:spPr>
          <a:xfrm>
            <a:off x="-1" y="260647"/>
            <a:ext cx="4587901" cy="504058"/>
          </a:xfrm>
          <a:prstGeom prst="rect">
            <a:avLst/>
          </a:prstGeom>
          <a:solidFill>
            <a:srgbClr val="92D05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" name="标题 3"/>
          <p:cNvSpPr txBox="1"/>
          <p:nvPr/>
        </p:nvSpPr>
        <p:spPr>
          <a:xfrm>
            <a:off x="359915" y="260647"/>
            <a:ext cx="3885606" cy="72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Android移动应用程序开发</a:t>
            </a:r>
          </a:p>
        </p:txBody>
      </p:sp>
      <p:pic>
        <p:nvPicPr>
          <p:cNvPr id="34" name="android-logo.png" descr="android-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rot="12470266">
            <a:off x="7241471" y="17381"/>
            <a:ext cx="2072309" cy="1206615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android-logo.png" descr="android-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 rot="1670266">
            <a:off x="7938561" y="-775764"/>
            <a:ext cx="2072309" cy="1206616"/>
          </a:xfrm>
          <a:prstGeom prst="rect">
            <a:avLst/>
          </a:prstGeom>
          <a:ln w="12700">
            <a:miter lim="400000"/>
          </a:ln>
        </p:spPr>
      </p:pic>
      <p:sp>
        <p:nvSpPr>
          <p:cNvPr id="36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像" descr="图像"/>
          <p:cNvPicPr>
            <a:picLocks noChangeAspect="1"/>
          </p:cNvPicPr>
          <p:nvPr/>
        </p:nvPicPr>
        <p:blipFill>
          <a:blip r:embed="rId2">
            <a:alphaModFix amt="14714"/>
            <a:extLst/>
          </a:blip>
          <a:srcRect l="11703" t="7624" r="11705" b="9607"/>
          <a:stretch>
            <a:fillRect/>
          </a:stretch>
        </p:blipFill>
        <p:spPr>
          <a:xfrm>
            <a:off x="1903301" y="1813612"/>
            <a:ext cx="5213747" cy="29221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061" y="0"/>
                </a:moveTo>
                <a:cubicBezTo>
                  <a:pt x="3865" y="0"/>
                  <a:pt x="3733" y="135"/>
                  <a:pt x="3678" y="349"/>
                </a:cubicBezTo>
                <a:cubicBezTo>
                  <a:pt x="3637" y="510"/>
                  <a:pt x="3639" y="716"/>
                  <a:pt x="3691" y="945"/>
                </a:cubicBezTo>
                <a:cubicBezTo>
                  <a:pt x="3709" y="1021"/>
                  <a:pt x="3732" y="1099"/>
                  <a:pt x="3760" y="1179"/>
                </a:cubicBezTo>
                <a:cubicBezTo>
                  <a:pt x="3817" y="1340"/>
                  <a:pt x="3864" y="1489"/>
                  <a:pt x="3864" y="1508"/>
                </a:cubicBezTo>
                <a:cubicBezTo>
                  <a:pt x="3864" y="1527"/>
                  <a:pt x="3921" y="1688"/>
                  <a:pt x="3989" y="1869"/>
                </a:cubicBezTo>
                <a:cubicBezTo>
                  <a:pt x="4057" y="2049"/>
                  <a:pt x="4112" y="2222"/>
                  <a:pt x="4112" y="2253"/>
                </a:cubicBezTo>
                <a:cubicBezTo>
                  <a:pt x="4112" y="2284"/>
                  <a:pt x="4138" y="2365"/>
                  <a:pt x="4170" y="2429"/>
                </a:cubicBezTo>
                <a:cubicBezTo>
                  <a:pt x="4202" y="2493"/>
                  <a:pt x="4283" y="2725"/>
                  <a:pt x="4351" y="2948"/>
                </a:cubicBezTo>
                <a:cubicBezTo>
                  <a:pt x="4645" y="3919"/>
                  <a:pt x="4732" y="4195"/>
                  <a:pt x="4895" y="4682"/>
                </a:cubicBezTo>
                <a:cubicBezTo>
                  <a:pt x="4990" y="4966"/>
                  <a:pt x="5084" y="5249"/>
                  <a:pt x="5105" y="5310"/>
                </a:cubicBezTo>
                <a:cubicBezTo>
                  <a:pt x="5126" y="5371"/>
                  <a:pt x="5185" y="5567"/>
                  <a:pt x="5235" y="5750"/>
                </a:cubicBezTo>
                <a:cubicBezTo>
                  <a:pt x="5285" y="5932"/>
                  <a:pt x="5352" y="6137"/>
                  <a:pt x="5385" y="6205"/>
                </a:cubicBezTo>
                <a:cubicBezTo>
                  <a:pt x="5425" y="6289"/>
                  <a:pt x="5430" y="6377"/>
                  <a:pt x="5400" y="6469"/>
                </a:cubicBezTo>
                <a:cubicBezTo>
                  <a:pt x="5384" y="6514"/>
                  <a:pt x="5360" y="6560"/>
                  <a:pt x="5327" y="6606"/>
                </a:cubicBezTo>
                <a:cubicBezTo>
                  <a:pt x="5294" y="6653"/>
                  <a:pt x="5252" y="6701"/>
                  <a:pt x="5202" y="6747"/>
                </a:cubicBezTo>
                <a:cubicBezTo>
                  <a:pt x="5115" y="6828"/>
                  <a:pt x="4907" y="7058"/>
                  <a:pt x="4740" y="7261"/>
                </a:cubicBezTo>
                <a:cubicBezTo>
                  <a:pt x="4573" y="7464"/>
                  <a:pt x="4407" y="7663"/>
                  <a:pt x="4369" y="7704"/>
                </a:cubicBezTo>
                <a:cubicBezTo>
                  <a:pt x="4250" y="7829"/>
                  <a:pt x="4014" y="8161"/>
                  <a:pt x="3765" y="8540"/>
                </a:cubicBezTo>
                <a:cubicBezTo>
                  <a:pt x="3516" y="8919"/>
                  <a:pt x="3254" y="9345"/>
                  <a:pt x="3085" y="9657"/>
                </a:cubicBezTo>
                <a:cubicBezTo>
                  <a:pt x="2948" y="9910"/>
                  <a:pt x="2817" y="10155"/>
                  <a:pt x="2695" y="10397"/>
                </a:cubicBezTo>
                <a:cubicBezTo>
                  <a:pt x="2450" y="10880"/>
                  <a:pt x="2233" y="11349"/>
                  <a:pt x="2034" y="11822"/>
                </a:cubicBezTo>
                <a:cubicBezTo>
                  <a:pt x="1934" y="12059"/>
                  <a:pt x="1839" y="12299"/>
                  <a:pt x="1748" y="12541"/>
                </a:cubicBezTo>
                <a:cubicBezTo>
                  <a:pt x="1566" y="13025"/>
                  <a:pt x="1400" y="13523"/>
                  <a:pt x="1241" y="14058"/>
                </a:cubicBezTo>
                <a:cubicBezTo>
                  <a:pt x="1241" y="14058"/>
                  <a:pt x="1241" y="14060"/>
                  <a:pt x="1241" y="14061"/>
                </a:cubicBezTo>
                <a:cubicBezTo>
                  <a:pt x="1083" y="14596"/>
                  <a:pt x="932" y="15167"/>
                  <a:pt x="781" y="15794"/>
                </a:cubicBezTo>
                <a:cubicBezTo>
                  <a:pt x="749" y="15927"/>
                  <a:pt x="694" y="16157"/>
                  <a:pt x="658" y="16305"/>
                </a:cubicBezTo>
                <a:cubicBezTo>
                  <a:pt x="622" y="16453"/>
                  <a:pt x="592" y="16622"/>
                  <a:pt x="592" y="16680"/>
                </a:cubicBezTo>
                <a:cubicBezTo>
                  <a:pt x="592" y="16738"/>
                  <a:pt x="581" y="16806"/>
                  <a:pt x="566" y="16833"/>
                </a:cubicBezTo>
                <a:cubicBezTo>
                  <a:pt x="529" y="16897"/>
                  <a:pt x="449" y="17308"/>
                  <a:pt x="400" y="17651"/>
                </a:cubicBezTo>
                <a:cubicBezTo>
                  <a:pt x="383" y="17766"/>
                  <a:pt x="369" y="17872"/>
                  <a:pt x="362" y="17956"/>
                </a:cubicBezTo>
                <a:cubicBezTo>
                  <a:pt x="347" y="18137"/>
                  <a:pt x="319" y="18303"/>
                  <a:pt x="301" y="18323"/>
                </a:cubicBezTo>
                <a:cubicBezTo>
                  <a:pt x="282" y="18344"/>
                  <a:pt x="254" y="18543"/>
                  <a:pt x="238" y="18766"/>
                </a:cubicBezTo>
                <a:cubicBezTo>
                  <a:pt x="223" y="18989"/>
                  <a:pt x="193" y="19187"/>
                  <a:pt x="173" y="19209"/>
                </a:cubicBezTo>
                <a:cubicBezTo>
                  <a:pt x="153" y="19231"/>
                  <a:pt x="136" y="19374"/>
                  <a:pt x="136" y="19526"/>
                </a:cubicBezTo>
                <a:cubicBezTo>
                  <a:pt x="136" y="19678"/>
                  <a:pt x="119" y="19833"/>
                  <a:pt x="97" y="19872"/>
                </a:cubicBezTo>
                <a:cubicBezTo>
                  <a:pt x="75" y="19911"/>
                  <a:pt x="43" y="20317"/>
                  <a:pt x="28" y="20773"/>
                </a:cubicBezTo>
                <a:lnTo>
                  <a:pt x="0" y="21600"/>
                </a:lnTo>
                <a:lnTo>
                  <a:pt x="10801" y="21600"/>
                </a:lnTo>
                <a:lnTo>
                  <a:pt x="21600" y="21600"/>
                </a:lnTo>
                <a:lnTo>
                  <a:pt x="21572" y="20773"/>
                </a:lnTo>
                <a:cubicBezTo>
                  <a:pt x="21557" y="20317"/>
                  <a:pt x="21527" y="19911"/>
                  <a:pt x="21505" y="19872"/>
                </a:cubicBezTo>
                <a:cubicBezTo>
                  <a:pt x="21483" y="19833"/>
                  <a:pt x="21464" y="19678"/>
                  <a:pt x="21464" y="19526"/>
                </a:cubicBezTo>
                <a:cubicBezTo>
                  <a:pt x="21464" y="19374"/>
                  <a:pt x="21447" y="19231"/>
                  <a:pt x="21427" y="19209"/>
                </a:cubicBezTo>
                <a:cubicBezTo>
                  <a:pt x="21407" y="19187"/>
                  <a:pt x="21377" y="18989"/>
                  <a:pt x="21362" y="18766"/>
                </a:cubicBezTo>
                <a:cubicBezTo>
                  <a:pt x="21346" y="18543"/>
                  <a:pt x="21319" y="18344"/>
                  <a:pt x="21301" y="18323"/>
                </a:cubicBezTo>
                <a:cubicBezTo>
                  <a:pt x="21282" y="18303"/>
                  <a:pt x="21253" y="18137"/>
                  <a:pt x="21238" y="17956"/>
                </a:cubicBezTo>
                <a:cubicBezTo>
                  <a:pt x="21231" y="17872"/>
                  <a:pt x="21219" y="17766"/>
                  <a:pt x="21202" y="17651"/>
                </a:cubicBezTo>
                <a:cubicBezTo>
                  <a:pt x="21152" y="17308"/>
                  <a:pt x="21072" y="16897"/>
                  <a:pt x="21036" y="16833"/>
                </a:cubicBezTo>
                <a:cubicBezTo>
                  <a:pt x="21021" y="16806"/>
                  <a:pt x="21008" y="16738"/>
                  <a:pt x="21008" y="16680"/>
                </a:cubicBezTo>
                <a:cubicBezTo>
                  <a:pt x="21008" y="16631"/>
                  <a:pt x="21002" y="16578"/>
                  <a:pt x="20975" y="16452"/>
                </a:cubicBezTo>
                <a:cubicBezTo>
                  <a:pt x="20948" y="16325"/>
                  <a:pt x="20901" y="16124"/>
                  <a:pt x="20816" y="15777"/>
                </a:cubicBezTo>
                <a:cubicBezTo>
                  <a:pt x="20668" y="15172"/>
                  <a:pt x="20635" y="15050"/>
                  <a:pt x="20492" y="14524"/>
                </a:cubicBezTo>
                <a:cubicBezTo>
                  <a:pt x="20423" y="14272"/>
                  <a:pt x="20347" y="14015"/>
                  <a:pt x="20267" y="13759"/>
                </a:cubicBezTo>
                <a:cubicBezTo>
                  <a:pt x="20266" y="13758"/>
                  <a:pt x="20267" y="13756"/>
                  <a:pt x="20267" y="13756"/>
                </a:cubicBezTo>
                <a:cubicBezTo>
                  <a:pt x="20105" y="13241"/>
                  <a:pt x="19919" y="12724"/>
                  <a:pt x="19719" y="12215"/>
                </a:cubicBezTo>
                <a:cubicBezTo>
                  <a:pt x="19719" y="12215"/>
                  <a:pt x="19719" y="12213"/>
                  <a:pt x="19719" y="12213"/>
                </a:cubicBezTo>
                <a:cubicBezTo>
                  <a:pt x="19219" y="10940"/>
                  <a:pt x="18620" y="9734"/>
                  <a:pt x="18027" y="8833"/>
                </a:cubicBezTo>
                <a:cubicBezTo>
                  <a:pt x="17442" y="7945"/>
                  <a:pt x="17298" y="7742"/>
                  <a:pt x="17256" y="7742"/>
                </a:cubicBezTo>
                <a:cubicBezTo>
                  <a:pt x="17231" y="7741"/>
                  <a:pt x="17178" y="7675"/>
                  <a:pt x="17136" y="7592"/>
                </a:cubicBezTo>
                <a:cubicBezTo>
                  <a:pt x="17101" y="7523"/>
                  <a:pt x="17045" y="7443"/>
                  <a:pt x="16937" y="7319"/>
                </a:cubicBezTo>
                <a:cubicBezTo>
                  <a:pt x="16829" y="7196"/>
                  <a:pt x="16669" y="7029"/>
                  <a:pt x="16429" y="6782"/>
                </a:cubicBezTo>
                <a:cubicBezTo>
                  <a:pt x="16330" y="6680"/>
                  <a:pt x="16226" y="6555"/>
                  <a:pt x="16199" y="6507"/>
                </a:cubicBezTo>
                <a:cubicBezTo>
                  <a:pt x="16143" y="6407"/>
                  <a:pt x="16159" y="6330"/>
                  <a:pt x="16368" y="5715"/>
                </a:cubicBezTo>
                <a:cubicBezTo>
                  <a:pt x="16437" y="5512"/>
                  <a:pt x="16507" y="5294"/>
                  <a:pt x="16523" y="5234"/>
                </a:cubicBezTo>
                <a:cubicBezTo>
                  <a:pt x="16539" y="5173"/>
                  <a:pt x="16621" y="4923"/>
                  <a:pt x="16705" y="4676"/>
                </a:cubicBezTo>
                <a:cubicBezTo>
                  <a:pt x="16845" y="4267"/>
                  <a:pt x="16999" y="3775"/>
                  <a:pt x="17271" y="2875"/>
                </a:cubicBezTo>
                <a:cubicBezTo>
                  <a:pt x="17326" y="2692"/>
                  <a:pt x="17398" y="2493"/>
                  <a:pt x="17430" y="2429"/>
                </a:cubicBezTo>
                <a:cubicBezTo>
                  <a:pt x="17462" y="2365"/>
                  <a:pt x="17488" y="2291"/>
                  <a:pt x="17488" y="2265"/>
                </a:cubicBezTo>
                <a:cubicBezTo>
                  <a:pt x="17488" y="2239"/>
                  <a:pt x="17591" y="1917"/>
                  <a:pt x="17716" y="1549"/>
                </a:cubicBezTo>
                <a:cubicBezTo>
                  <a:pt x="17781" y="1359"/>
                  <a:pt x="17831" y="1195"/>
                  <a:pt x="17868" y="1053"/>
                </a:cubicBezTo>
                <a:cubicBezTo>
                  <a:pt x="17905" y="911"/>
                  <a:pt x="17929" y="790"/>
                  <a:pt x="17940" y="684"/>
                </a:cubicBezTo>
                <a:cubicBezTo>
                  <a:pt x="17961" y="470"/>
                  <a:pt x="17931" y="316"/>
                  <a:pt x="17854" y="170"/>
                </a:cubicBezTo>
                <a:cubicBezTo>
                  <a:pt x="17782" y="34"/>
                  <a:pt x="17721" y="0"/>
                  <a:pt x="17545" y="0"/>
                </a:cubicBezTo>
                <a:cubicBezTo>
                  <a:pt x="17494" y="0"/>
                  <a:pt x="17451" y="7"/>
                  <a:pt x="17411" y="21"/>
                </a:cubicBezTo>
                <a:cubicBezTo>
                  <a:pt x="17398" y="25"/>
                  <a:pt x="17387" y="33"/>
                  <a:pt x="17376" y="38"/>
                </a:cubicBezTo>
                <a:cubicBezTo>
                  <a:pt x="17348" y="52"/>
                  <a:pt x="17321" y="70"/>
                  <a:pt x="17297" y="94"/>
                </a:cubicBezTo>
                <a:cubicBezTo>
                  <a:pt x="17288" y="103"/>
                  <a:pt x="17279" y="110"/>
                  <a:pt x="17271" y="120"/>
                </a:cubicBezTo>
                <a:cubicBezTo>
                  <a:pt x="17241" y="158"/>
                  <a:pt x="17212" y="203"/>
                  <a:pt x="17185" y="264"/>
                </a:cubicBezTo>
                <a:cubicBezTo>
                  <a:pt x="17156" y="331"/>
                  <a:pt x="17129" y="415"/>
                  <a:pt x="17100" y="516"/>
                </a:cubicBezTo>
                <a:cubicBezTo>
                  <a:pt x="16986" y="910"/>
                  <a:pt x="16774" y="1590"/>
                  <a:pt x="16743" y="1660"/>
                </a:cubicBezTo>
                <a:cubicBezTo>
                  <a:pt x="16707" y="1742"/>
                  <a:pt x="16590" y="2110"/>
                  <a:pt x="16403" y="2728"/>
                </a:cubicBezTo>
                <a:cubicBezTo>
                  <a:pt x="16335" y="2951"/>
                  <a:pt x="16254" y="3186"/>
                  <a:pt x="16222" y="3250"/>
                </a:cubicBezTo>
                <a:cubicBezTo>
                  <a:pt x="16206" y="3282"/>
                  <a:pt x="16191" y="3318"/>
                  <a:pt x="16181" y="3350"/>
                </a:cubicBezTo>
                <a:cubicBezTo>
                  <a:pt x="16170" y="3382"/>
                  <a:pt x="16163" y="3410"/>
                  <a:pt x="16163" y="3426"/>
                </a:cubicBezTo>
                <a:cubicBezTo>
                  <a:pt x="16163" y="3460"/>
                  <a:pt x="16055" y="3806"/>
                  <a:pt x="15923" y="4195"/>
                </a:cubicBezTo>
                <a:cubicBezTo>
                  <a:pt x="15790" y="4584"/>
                  <a:pt x="15646" y="5026"/>
                  <a:pt x="15604" y="5175"/>
                </a:cubicBezTo>
                <a:cubicBezTo>
                  <a:pt x="15561" y="5323"/>
                  <a:pt x="15496" y="5518"/>
                  <a:pt x="15457" y="5609"/>
                </a:cubicBezTo>
                <a:cubicBezTo>
                  <a:pt x="15419" y="5698"/>
                  <a:pt x="15395" y="5743"/>
                  <a:pt x="15332" y="5726"/>
                </a:cubicBezTo>
                <a:cubicBezTo>
                  <a:pt x="15301" y="5718"/>
                  <a:pt x="15259" y="5696"/>
                  <a:pt x="15202" y="5656"/>
                </a:cubicBezTo>
                <a:cubicBezTo>
                  <a:pt x="15145" y="5616"/>
                  <a:pt x="15073" y="5557"/>
                  <a:pt x="14977" y="5483"/>
                </a:cubicBezTo>
                <a:cubicBezTo>
                  <a:pt x="14905" y="5427"/>
                  <a:pt x="14829" y="5383"/>
                  <a:pt x="14806" y="5383"/>
                </a:cubicBezTo>
                <a:cubicBezTo>
                  <a:pt x="14784" y="5383"/>
                  <a:pt x="14712" y="5332"/>
                  <a:pt x="14647" y="5272"/>
                </a:cubicBezTo>
                <a:cubicBezTo>
                  <a:pt x="14581" y="5211"/>
                  <a:pt x="14496" y="5163"/>
                  <a:pt x="14458" y="5163"/>
                </a:cubicBezTo>
                <a:cubicBezTo>
                  <a:pt x="14438" y="5163"/>
                  <a:pt x="14419" y="5152"/>
                  <a:pt x="14402" y="5140"/>
                </a:cubicBezTo>
                <a:cubicBezTo>
                  <a:pt x="14385" y="5127"/>
                  <a:pt x="14370" y="5112"/>
                  <a:pt x="14364" y="5093"/>
                </a:cubicBezTo>
                <a:cubicBezTo>
                  <a:pt x="14351" y="5055"/>
                  <a:pt x="14256" y="5000"/>
                  <a:pt x="14153" y="4972"/>
                </a:cubicBezTo>
                <a:cubicBezTo>
                  <a:pt x="14051" y="4945"/>
                  <a:pt x="13959" y="4896"/>
                  <a:pt x="13948" y="4864"/>
                </a:cubicBezTo>
                <a:cubicBezTo>
                  <a:pt x="13937" y="4832"/>
                  <a:pt x="13833" y="4783"/>
                  <a:pt x="13719" y="4755"/>
                </a:cubicBezTo>
                <a:cubicBezTo>
                  <a:pt x="13662" y="4741"/>
                  <a:pt x="13609" y="4723"/>
                  <a:pt x="13568" y="4703"/>
                </a:cubicBezTo>
                <a:cubicBezTo>
                  <a:pt x="13527" y="4682"/>
                  <a:pt x="13498" y="4661"/>
                  <a:pt x="13492" y="4644"/>
                </a:cubicBezTo>
                <a:cubicBezTo>
                  <a:pt x="13481" y="4610"/>
                  <a:pt x="13345" y="4561"/>
                  <a:pt x="13192" y="4532"/>
                </a:cubicBezTo>
                <a:cubicBezTo>
                  <a:pt x="13114" y="4518"/>
                  <a:pt x="13040" y="4497"/>
                  <a:pt x="12981" y="4477"/>
                </a:cubicBezTo>
                <a:cubicBezTo>
                  <a:pt x="12923" y="4456"/>
                  <a:pt x="12881" y="4435"/>
                  <a:pt x="12869" y="4418"/>
                </a:cubicBezTo>
                <a:cubicBezTo>
                  <a:pt x="12857" y="4401"/>
                  <a:pt x="12803" y="4382"/>
                  <a:pt x="12725" y="4362"/>
                </a:cubicBezTo>
                <a:cubicBezTo>
                  <a:pt x="12646" y="4342"/>
                  <a:pt x="12543" y="4320"/>
                  <a:pt x="12435" y="4307"/>
                </a:cubicBezTo>
                <a:cubicBezTo>
                  <a:pt x="12220" y="4279"/>
                  <a:pt x="12022" y="4226"/>
                  <a:pt x="11996" y="4189"/>
                </a:cubicBezTo>
                <a:cubicBezTo>
                  <a:pt x="11988" y="4178"/>
                  <a:pt x="11945" y="4171"/>
                  <a:pt x="11878" y="4163"/>
                </a:cubicBezTo>
                <a:cubicBezTo>
                  <a:pt x="11810" y="4155"/>
                  <a:pt x="11716" y="4148"/>
                  <a:pt x="11605" y="4142"/>
                </a:cubicBezTo>
                <a:cubicBezTo>
                  <a:pt x="10938" y="4110"/>
                  <a:pt x="9652" y="4124"/>
                  <a:pt x="9605" y="4189"/>
                </a:cubicBezTo>
                <a:cubicBezTo>
                  <a:pt x="9579" y="4226"/>
                  <a:pt x="9382" y="4279"/>
                  <a:pt x="9166" y="4307"/>
                </a:cubicBezTo>
                <a:cubicBezTo>
                  <a:pt x="8951" y="4334"/>
                  <a:pt x="8754" y="4386"/>
                  <a:pt x="8731" y="4421"/>
                </a:cubicBezTo>
                <a:cubicBezTo>
                  <a:pt x="8707" y="4455"/>
                  <a:pt x="8563" y="4506"/>
                  <a:pt x="8408" y="4535"/>
                </a:cubicBezTo>
                <a:cubicBezTo>
                  <a:pt x="8254" y="4564"/>
                  <a:pt x="8119" y="4615"/>
                  <a:pt x="8108" y="4647"/>
                </a:cubicBezTo>
                <a:cubicBezTo>
                  <a:pt x="8097" y="4679"/>
                  <a:pt x="7995" y="4727"/>
                  <a:pt x="7881" y="4755"/>
                </a:cubicBezTo>
                <a:cubicBezTo>
                  <a:pt x="7767" y="4783"/>
                  <a:pt x="7663" y="4836"/>
                  <a:pt x="7651" y="4873"/>
                </a:cubicBezTo>
                <a:cubicBezTo>
                  <a:pt x="7638" y="4909"/>
                  <a:pt x="7587" y="4940"/>
                  <a:pt x="7537" y="4940"/>
                </a:cubicBezTo>
                <a:cubicBezTo>
                  <a:pt x="7487" y="4940"/>
                  <a:pt x="7393" y="4991"/>
                  <a:pt x="7328" y="5052"/>
                </a:cubicBezTo>
                <a:cubicBezTo>
                  <a:pt x="7296" y="5082"/>
                  <a:pt x="7257" y="5108"/>
                  <a:pt x="7223" y="5128"/>
                </a:cubicBezTo>
                <a:cubicBezTo>
                  <a:pt x="7190" y="5148"/>
                  <a:pt x="7159" y="5163"/>
                  <a:pt x="7141" y="5163"/>
                </a:cubicBezTo>
                <a:cubicBezTo>
                  <a:pt x="7104" y="5163"/>
                  <a:pt x="7020" y="5211"/>
                  <a:pt x="6955" y="5272"/>
                </a:cubicBezTo>
                <a:cubicBezTo>
                  <a:pt x="6890" y="5332"/>
                  <a:pt x="6818" y="5383"/>
                  <a:pt x="6796" y="5383"/>
                </a:cubicBezTo>
                <a:cubicBezTo>
                  <a:pt x="6773" y="5383"/>
                  <a:pt x="6696" y="5427"/>
                  <a:pt x="6625" y="5483"/>
                </a:cubicBezTo>
                <a:cubicBezTo>
                  <a:pt x="6528" y="5558"/>
                  <a:pt x="6453" y="5616"/>
                  <a:pt x="6396" y="5656"/>
                </a:cubicBezTo>
                <a:cubicBezTo>
                  <a:pt x="6339" y="5696"/>
                  <a:pt x="6299" y="5719"/>
                  <a:pt x="6268" y="5726"/>
                </a:cubicBezTo>
                <a:cubicBezTo>
                  <a:pt x="6205" y="5741"/>
                  <a:pt x="6180" y="5693"/>
                  <a:pt x="6139" y="5597"/>
                </a:cubicBezTo>
                <a:cubicBezTo>
                  <a:pt x="6098" y="5499"/>
                  <a:pt x="6023" y="5269"/>
                  <a:pt x="5972" y="5087"/>
                </a:cubicBezTo>
                <a:cubicBezTo>
                  <a:pt x="5921" y="4904"/>
                  <a:pt x="5789" y="4498"/>
                  <a:pt x="5677" y="4180"/>
                </a:cubicBezTo>
                <a:cubicBezTo>
                  <a:pt x="5566" y="3863"/>
                  <a:pt x="5457" y="3529"/>
                  <a:pt x="5436" y="3441"/>
                </a:cubicBezTo>
                <a:cubicBezTo>
                  <a:pt x="5414" y="3353"/>
                  <a:pt x="5379" y="3232"/>
                  <a:pt x="5357" y="3171"/>
                </a:cubicBezTo>
                <a:cubicBezTo>
                  <a:pt x="5246" y="2867"/>
                  <a:pt x="4982" y="2056"/>
                  <a:pt x="4982" y="2018"/>
                </a:cubicBezTo>
                <a:cubicBezTo>
                  <a:pt x="4982" y="1995"/>
                  <a:pt x="4948" y="1888"/>
                  <a:pt x="4905" y="1781"/>
                </a:cubicBezTo>
                <a:cubicBezTo>
                  <a:pt x="4834" y="1603"/>
                  <a:pt x="4638" y="993"/>
                  <a:pt x="4500" y="516"/>
                </a:cubicBezTo>
                <a:cubicBezTo>
                  <a:pt x="4384" y="116"/>
                  <a:pt x="4287" y="0"/>
                  <a:pt x="4061" y="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1" name="android-logo.png" descr="android-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93539" y="1343575"/>
            <a:ext cx="6633271" cy="3862266"/>
          </a:xfrm>
          <a:prstGeom prst="rect">
            <a:avLst/>
          </a:prstGeom>
          <a:ln w="12700">
            <a:miter lim="400000"/>
          </a:ln>
        </p:spPr>
      </p:pic>
      <p:sp>
        <p:nvSpPr>
          <p:cNvPr id="5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6363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9"/>
          <p:cNvSpPr/>
          <p:nvPr/>
        </p:nvSpPr>
        <p:spPr>
          <a:xfrm>
            <a:off x="6478240" y="6289783"/>
            <a:ext cx="2411761" cy="416921"/>
          </a:xfrm>
          <a:prstGeom prst="rect">
            <a:avLst/>
          </a:prstGeom>
          <a:solidFill>
            <a:srgbClr val="80B64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" name="矩形 6"/>
          <p:cNvSpPr/>
          <p:nvPr/>
        </p:nvSpPr>
        <p:spPr>
          <a:xfrm>
            <a:off x="2870199" y="260647"/>
            <a:ext cx="2072309" cy="504058"/>
          </a:xfrm>
          <a:prstGeom prst="rect">
            <a:avLst/>
          </a:prstGeom>
          <a:solidFill>
            <a:srgbClr val="80B64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矩形 9"/>
          <p:cNvSpPr/>
          <p:nvPr/>
        </p:nvSpPr>
        <p:spPr>
          <a:xfrm>
            <a:off x="6732240" y="6289783"/>
            <a:ext cx="2411761" cy="416921"/>
          </a:xfrm>
          <a:prstGeom prst="rect">
            <a:avLst/>
          </a:prstGeom>
          <a:solidFill>
            <a:srgbClr val="92D05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" name="标题 3"/>
          <p:cNvSpPr txBox="1"/>
          <p:nvPr/>
        </p:nvSpPr>
        <p:spPr>
          <a:xfrm>
            <a:off x="7001688" y="6289783"/>
            <a:ext cx="2322841" cy="595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电子工业出版社</a:t>
            </a:r>
          </a:p>
        </p:txBody>
      </p:sp>
      <p:sp>
        <p:nvSpPr>
          <p:cNvPr id="6" name="矩形 6"/>
          <p:cNvSpPr/>
          <p:nvPr/>
        </p:nvSpPr>
        <p:spPr>
          <a:xfrm>
            <a:off x="-1" y="260647"/>
            <a:ext cx="4587901" cy="504058"/>
          </a:xfrm>
          <a:prstGeom prst="rect">
            <a:avLst/>
          </a:prstGeom>
          <a:solidFill>
            <a:srgbClr val="92D05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" name="标题 3"/>
          <p:cNvSpPr txBox="1"/>
          <p:nvPr/>
        </p:nvSpPr>
        <p:spPr>
          <a:xfrm>
            <a:off x="359915" y="260647"/>
            <a:ext cx="3885606" cy="72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Android移动应用程序开发</a:t>
            </a:r>
          </a:p>
        </p:txBody>
      </p:sp>
      <p:pic>
        <p:nvPicPr>
          <p:cNvPr id="8" name="android-logo.png" descr="android-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rot="12470266">
            <a:off x="7241471" y="17381"/>
            <a:ext cx="2072309" cy="1206615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android-logo.png" descr="android-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 rot="1670266">
            <a:off x="7938561" y="-775764"/>
            <a:ext cx="2072309" cy="1206616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标题文本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11" name="正文级别 1…"/>
          <p:cNvSpPr txBox="1"/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" name="幻灯片编号"/>
          <p:cNvSpPr txBox="1"/>
          <p:nvPr>
            <p:ph type="sldNum" sz="quarter" idx="2"/>
          </p:nvPr>
        </p:nvSpPr>
        <p:spPr>
          <a:xfrm>
            <a:off x="8422818" y="6404292"/>
            <a:ext cx="263983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38250" y="1661509"/>
            <a:ext cx="6949399" cy="4320191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Rectangle 1"/>
          <p:cNvSpPr txBox="1"/>
          <p:nvPr/>
        </p:nvSpPr>
        <p:spPr>
          <a:xfrm>
            <a:off x="2714802" y="908230"/>
            <a:ext cx="3996294" cy="609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 algn="ctr">
              <a:defRPr sz="2800" u="sng">
                <a:solidFill>
                  <a:srgbClr val="FFFFFF"/>
                </a:solidFill>
              </a:defRPr>
            </a:pPr>
            <a:r>
              <a:t>第8章  </a:t>
            </a:r>
            <a:r>
              <a:t>多媒体与传感器</a:t>
            </a:r>
            <a:r>
              <a:t>  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" name="表格 7"/>
          <p:cNvGraphicFramePr/>
          <p:nvPr/>
        </p:nvGraphicFramePr>
        <p:xfrm>
          <a:off x="611560" y="1628799"/>
          <a:ext cx="7992889" cy="432048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7992888"/>
              </a:tblGrid>
              <a:tr h="4320479">
                <a:tc>
                  <a:txBody>
                    <a:bodyPr/>
                    <a:lstStyle/>
                    <a:p>
                      <a:pPr indent="289559" algn="just">
                        <a:lnSpc>
                          <a:spcPct val="115000"/>
                        </a:lnSpc>
                        <a:defRPr sz="1800"/>
                      </a:pPr>
                      <a:r>
                        <a:rPr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除了可以通过触摸屏和网络、外部进行交互，还可以使用摄像头、麦克风和传感器获取外部的信息。从本质上看，摄像头和麦克风也属于传感器，但是Android系统将两者独立出来，不仅是因为二者功能丰富，还因为它们是用户最能直接感知到的传感器。因此Android系统提供了独立的两个App——相机和录音机。</a:t>
                      </a:r>
                    </a:p>
                  </a:txBody>
                  <a:tcPr marL="137160" marR="137160" marT="137160" marB="13716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376092"/>
                    </a:solidFill>
                  </a:tcPr>
                </a:tc>
              </a:tr>
            </a:tbl>
          </a:graphicData>
        </a:graphic>
      </p:graphicFrame>
      <p:sp>
        <p:nvSpPr>
          <p:cNvPr id="65" name="Rectangle 1"/>
          <p:cNvSpPr txBox="1"/>
          <p:nvPr/>
        </p:nvSpPr>
        <p:spPr>
          <a:xfrm>
            <a:off x="4164329" y="888700"/>
            <a:ext cx="815341" cy="609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>
              <a:defRPr sz="2800" u="sng">
                <a:solidFill>
                  <a:srgbClr val="FFFFFF"/>
                </a:solidFill>
              </a:defRPr>
            </a:lvl1pPr>
          </a:lstStyle>
          <a:p>
            <a:pPr/>
            <a:r>
              <a:t>概述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8.1  系统相机和相册"/>
          <p:cNvSpPr txBox="1"/>
          <p:nvPr/>
        </p:nvSpPr>
        <p:spPr>
          <a:xfrm>
            <a:off x="347979" y="1013142"/>
            <a:ext cx="2438712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8.1  系统相机和相册</a:t>
            </a:r>
          </a:p>
        </p:txBody>
      </p:sp>
      <p:sp>
        <p:nvSpPr>
          <p:cNvPr id="68" name="Android系统预置了相机和相册两个App，可以通过Intent对象调用这两个App，进行拍照、录制视频、选取图片和选取视频操作。微信、微博、小红书、抖音、大众点评等并没有使用内置的功能选择照片或视频，而是先通过ContentProvider获取相册中的照片数据并重新显示出来，再实现多选的功能，甚至还可以实现添加标签和编辑功能。"/>
          <p:cNvSpPr txBox="1"/>
          <p:nvPr/>
        </p:nvSpPr>
        <p:spPr>
          <a:xfrm>
            <a:off x="630368" y="1492721"/>
            <a:ext cx="7883264" cy="18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Android系统预置了相机和相册两个App，可以通过Intent对象调用这两个App，进行拍照、录制视频、选取图片和选取视频操作。微信、微博、小红书、抖音、大众点评等并没有使用内置的功能选择照片或视频，而是先通过ContentProvider获取相册中的照片数据并重新显示出来，再实现多选的功能，甚至还可以实现添加标签和编辑功能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实例工程：拍照、选取和显示图片"/>
          <p:cNvSpPr txBox="1"/>
          <p:nvPr/>
        </p:nvSpPr>
        <p:spPr>
          <a:xfrm>
            <a:off x="347979" y="1013142"/>
            <a:ext cx="382270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实例工程：拍照、选取和显示图片</a:t>
            </a:r>
          </a:p>
        </p:txBody>
      </p:sp>
      <p:pic>
        <p:nvPicPr>
          <p:cNvPr id="71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84947" y="1535236"/>
            <a:ext cx="7374106" cy="445727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实例工程：录制、选取和播放视频"/>
          <p:cNvSpPr txBox="1"/>
          <p:nvPr/>
        </p:nvSpPr>
        <p:spPr>
          <a:xfrm>
            <a:off x="347979" y="1013142"/>
            <a:ext cx="382270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实例工程：录制、选取和播放视频</a:t>
            </a:r>
          </a:p>
        </p:txBody>
      </p:sp>
      <p:pic>
        <p:nvPicPr>
          <p:cNvPr id="74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0922" y="1454496"/>
            <a:ext cx="7439398" cy="456233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8.2  拍摄照片和录制视频"/>
          <p:cNvSpPr txBox="1"/>
          <p:nvPr/>
        </p:nvSpPr>
        <p:spPr>
          <a:xfrm>
            <a:off x="347979" y="1013142"/>
            <a:ext cx="2895912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8.2  拍摄照片和录制视频</a:t>
            </a:r>
          </a:p>
        </p:txBody>
      </p:sp>
      <p:sp>
        <p:nvSpPr>
          <p:cNvPr id="77" name="调用系统相机虽然能够拍摄照片和录制视频，但是所提供的功能有限且灵活性差。使用API提供的类直接控制摄像头更加灵活，可以编写自定义功能的相机。目前Android提供的摄像头API共有3个版本，分别为Camera类、Camera2类和CameraX类。使用这3个类都需要在AndroidManifest.xml文件中设置Manifest.permission.camera权限，官方推荐使用Camera2类。因为Camera类在API level 21就过时了，CameraX类目前为alpha版本。CameraX类是为了解决Camera2类的复杂性和硬件设备的兼容性问题，很容易实现人像、HDR、夜间模式和美颜等效果，是未来使用摄像头的API。"/>
          <p:cNvSpPr txBox="1"/>
          <p:nvPr/>
        </p:nvSpPr>
        <p:spPr>
          <a:xfrm>
            <a:off x="678179" y="1835496"/>
            <a:ext cx="7693933" cy="332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调用系统相机虽然能够拍摄照片和录制视频，但是所提供的功能有限且灵活性差。使用API提供的类直接控制摄像头更加灵活，可以编写自定义功能的相机。目前Android提供的摄像头API共有3个版本，分别为Camera类、Camera2类和CameraX类。使用这3个类都需要在AndroidManifest.xml文件中设置Manifest.permission.camera权限，官方推荐使用Camera2类。因为Camera类在API level 21就过时了，CameraX类目前为alpha版本。CameraX类是为了解决Camera2类的复杂性和硬件设备的兼容性问题，很容易实现人像、HDR、夜间模式和美颜等效果，是未来使用摄像头的API。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实例工程：使用Camera2类拍摄照片"/>
          <p:cNvSpPr txBox="1"/>
          <p:nvPr/>
        </p:nvSpPr>
        <p:spPr>
          <a:xfrm>
            <a:off x="347979" y="1013142"/>
            <a:ext cx="4102759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实例工程：使用Camera2类拍摄照片</a:t>
            </a:r>
          </a:p>
        </p:txBody>
      </p:sp>
      <p:pic>
        <p:nvPicPr>
          <p:cNvPr id="80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11613" y="1454496"/>
            <a:ext cx="4920774" cy="460975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实例工程：使用Camera2类录制视频"/>
          <p:cNvSpPr txBox="1"/>
          <p:nvPr/>
        </p:nvSpPr>
        <p:spPr>
          <a:xfrm>
            <a:off x="347979" y="1013142"/>
            <a:ext cx="4102759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实例工程：使用Camera2类录制视频</a:t>
            </a:r>
          </a:p>
        </p:txBody>
      </p:sp>
      <p:pic>
        <p:nvPicPr>
          <p:cNvPr id="83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00508" y="1454496"/>
            <a:ext cx="5142984" cy="477485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8.3  录 制 音 频"/>
          <p:cNvSpPr txBox="1"/>
          <p:nvPr/>
        </p:nvSpPr>
        <p:spPr>
          <a:xfrm>
            <a:off x="347979" y="1013142"/>
            <a:ext cx="1943449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8.3  录 制 音 频</a:t>
            </a:r>
          </a:p>
        </p:txBody>
      </p:sp>
      <p:sp>
        <p:nvSpPr>
          <p:cNvPr id="86" name="麦克风采集到的音频可以通过MediaRecorder类或AudioRecord类进行录制。MediaRecorder类录制音频的方法和录制视频的方法是类似的，只需要在录制参数中删除视频相关的内容即可。而AudioRecord类提供的方法更加丰富，能够直接获取采集的音频流数据。音频流数据是原始的 PCM 格式音频数据，保存到文件后，需要添加头信息才能转为可以播放的WAV格式文件。"/>
          <p:cNvSpPr txBox="1"/>
          <p:nvPr/>
        </p:nvSpPr>
        <p:spPr>
          <a:xfrm>
            <a:off x="572117" y="1454496"/>
            <a:ext cx="7891390" cy="1869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麦克风采集到的音频可以通过MediaRecorder类或AudioRecord类进行录制。MediaRecorder类录制音频的方法和录制视频的方法是类似的，只需要在录制参数中删除视频相关的内容即可。而AudioRecord类提供的方法更加丰富，能够直接获取采集的音频流数据。音频流数据是原始的 PCM 格式音频数据，保存到文件后，需要添加头信息才能转为可以播放的WAV格式文件。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实例工程：AudioRecord录制音频"/>
          <p:cNvSpPr txBox="1"/>
          <p:nvPr/>
        </p:nvSpPr>
        <p:spPr>
          <a:xfrm>
            <a:off x="347979" y="1013142"/>
            <a:ext cx="3886214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实例工程：AudioRecord录制音频</a:t>
            </a:r>
          </a:p>
        </p:txBody>
      </p:sp>
      <p:pic>
        <p:nvPicPr>
          <p:cNvPr id="89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28390" y="1454496"/>
            <a:ext cx="5063855" cy="47166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实例工程：MediaRecorder录音"/>
          <p:cNvSpPr txBox="1"/>
          <p:nvPr/>
        </p:nvSpPr>
        <p:spPr>
          <a:xfrm>
            <a:off x="347979" y="1013142"/>
            <a:ext cx="3645447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实例工程：MediaRecorder录音</a:t>
            </a:r>
          </a:p>
        </p:txBody>
      </p:sp>
      <p:pic>
        <p:nvPicPr>
          <p:cNvPr id="92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48427" y="1454496"/>
            <a:ext cx="5047146" cy="463282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8.4  传  感  器"/>
          <p:cNvSpPr txBox="1"/>
          <p:nvPr/>
        </p:nvSpPr>
        <p:spPr>
          <a:xfrm>
            <a:off x="347979" y="1013142"/>
            <a:ext cx="177836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8.4  传  感  器</a:t>
            </a:r>
          </a:p>
        </p:txBody>
      </p:sp>
      <p:sp>
        <p:nvSpPr>
          <p:cNvPr id="95" name="传感器是用于感知外部环境数据的设备。在广义范畴上，摄像头、麦克风和GPS都属于传感器。Android系统所指的传感器是狭义范畴的，是指除摄像头、麦克风和GPS外的能够感知外部环境数据的设备，这些传感器都能使用SensorManager类进行管理。"/>
          <p:cNvSpPr txBox="1"/>
          <p:nvPr/>
        </p:nvSpPr>
        <p:spPr>
          <a:xfrm>
            <a:off x="572117" y="1975196"/>
            <a:ext cx="7891390" cy="2152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t>传感器是用于感知外部环境数据的设备。在广义范畴上，摄像头、麦克风和GPS都属于传感器。Android系统所指的传感器是狭义范畴的，是指除摄像头、麦克风和GPS外的能够感知外部环境数据的设备，这些传感器都能使用SensorManager类进行管理。</a:t>
            </a:r>
          </a:p>
          <a:p>
            <a: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运动类传感器用于测量设备的运动（如倾斜、晃动、旋转或摆动），包含加速度传感器、重力传感器、陀螺仪传感器和旋转矢量传感器。"/>
          <p:cNvSpPr txBox="1"/>
          <p:nvPr/>
        </p:nvSpPr>
        <p:spPr>
          <a:xfrm>
            <a:off x="457817" y="1213196"/>
            <a:ext cx="7891390" cy="1101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运动类传感器用于测量设备的运动（如倾斜、晃动、旋转或摆动），包含加速度传感器、重力传感器、陀螺仪传感器和旋转矢量传感器。</a:t>
            </a:r>
          </a:p>
        </p:txBody>
      </p:sp>
      <p:pic>
        <p:nvPicPr>
          <p:cNvPr id="98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06740" y="1936071"/>
            <a:ext cx="6730520" cy="423189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位置类传感器用于测量设备的物理位置或与附近物体的距离，包含旋转矢量传感器、地磁场传感器和近程传感器。"/>
          <p:cNvSpPr txBox="1"/>
          <p:nvPr/>
        </p:nvSpPr>
        <p:spPr>
          <a:xfrm>
            <a:off x="457817" y="1213196"/>
            <a:ext cx="7891390" cy="774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位置类传感器用于测量设备的物理位置或与附近物体的距离，包含旋转矢量传感器、地磁场传感器和近程传感器。</a:t>
            </a:r>
          </a:p>
        </p:txBody>
      </p:sp>
      <p:pic>
        <p:nvPicPr>
          <p:cNvPr id="101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16435" y="2094296"/>
            <a:ext cx="4911130" cy="408845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环境类传感器用于测量环境气温、气压、照度和湿度等参数，包含温度传感器、光度传感器、气压传感器和湿度传感器。"/>
          <p:cNvSpPr txBox="1"/>
          <p:nvPr/>
        </p:nvSpPr>
        <p:spPr>
          <a:xfrm>
            <a:off x="457817" y="1213196"/>
            <a:ext cx="7891390" cy="774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环境类传感器用于测量环境气温、气压、照度和湿度等参数，包含温度传感器、光度传感器、气压传感器和湿度传感器。</a:t>
            </a:r>
          </a:p>
        </p:txBody>
      </p:sp>
      <p:pic>
        <p:nvPicPr>
          <p:cNvPr id="104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47037" y="1996636"/>
            <a:ext cx="6649926" cy="413584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8.5  位 置 服 务"/>
          <p:cNvSpPr txBox="1"/>
          <p:nvPr/>
        </p:nvSpPr>
        <p:spPr>
          <a:xfrm>
            <a:off x="457817" y="1086196"/>
            <a:ext cx="7891390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8.5  位 置 服 务</a:t>
            </a:r>
          </a:p>
        </p:txBody>
      </p:sp>
      <p:sp>
        <p:nvSpPr>
          <p:cNvPr id="107" name="LocationManager类（android.location.LocationManager）用于系统位置服务的访问管理，系统位置服务定期更新位置或进入指定地理位置发送通知。定位方式有LocationManager.GPS_PROVIDER（GPS获取定位信息）、LocationManager.NETWORK_ PROVIDER（网络获取定位信息）和LocationManager PASSIVE_PROVIDER（其他App提供定位信息）三种。…"/>
          <p:cNvSpPr txBox="1"/>
          <p:nvPr/>
        </p:nvSpPr>
        <p:spPr>
          <a:xfrm>
            <a:off x="711817" y="1600602"/>
            <a:ext cx="7720367" cy="2964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t>LocationManager类（android.location.LocationManager）用于系统位置服务的访问管理，系统位置服务定期更新位置或进入指定地理位置发送通知。定位方式有LocationManager.GPS_PROVIDER（GPS获取定位信息）、LocationManager.NETWORK_ PROVIDER（网络获取定位信息）和LocationManager PASSIVE_PROVIDER（其他App提供定位信息）三种。</a:t>
            </a:r>
          </a:p>
          <a:p>
            <a: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t>Location类（android.location.Location）用于存储地理位置，包含纬度、经度、时间戳和其他信息，其他信息是可选项。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实例工程：获取经纬度坐标"/>
          <p:cNvSpPr txBox="1"/>
          <p:nvPr/>
        </p:nvSpPr>
        <p:spPr>
          <a:xfrm>
            <a:off x="457817" y="1086196"/>
            <a:ext cx="7891390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实例工程：获取经纬度坐标</a:t>
            </a:r>
          </a:p>
        </p:txBody>
      </p:sp>
      <p:pic>
        <p:nvPicPr>
          <p:cNvPr id="110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437713" y="1600602"/>
            <a:ext cx="2268573" cy="440170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" name="表格 7"/>
          <p:cNvGraphicFramePr/>
          <p:nvPr/>
        </p:nvGraphicFramePr>
        <p:xfrm>
          <a:off x="611560" y="1628799"/>
          <a:ext cx="7992889" cy="432048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7992888"/>
              </a:tblGrid>
              <a:tr h="4320479">
                <a:tc>
                  <a:txBody>
                    <a:bodyPr/>
                    <a:lstStyle/>
                    <a:p>
                      <a:pPr indent="289559" algn="just">
                        <a:lnSpc>
                          <a:spcPct val="115000"/>
                        </a:lnSpc>
                        <a:defRPr sz="1800"/>
                      </a:pPr>
                      <a:r>
                        <a:rPr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1．使用Camera2实现定时拍照的功能。
2．使用运动传感器实现步数统计的功能。
3．使用Camera2拍照时通过GPS定位功能获取坐标，并将其保存在照片文件的详细信息中。
</a:t>
                      </a:r>
                    </a:p>
                  </a:txBody>
                  <a:tcPr marL="137160" marR="137160" marT="137160" marB="13716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376092"/>
                    </a:solidFill>
                  </a:tcPr>
                </a:tc>
              </a:tr>
            </a:tbl>
          </a:graphicData>
        </a:graphic>
      </p:graphicFrame>
      <p:sp>
        <p:nvSpPr>
          <p:cNvPr id="113" name="Rectangle 1"/>
          <p:cNvSpPr txBox="1"/>
          <p:nvPr/>
        </p:nvSpPr>
        <p:spPr>
          <a:xfrm>
            <a:off x="4164329" y="888700"/>
            <a:ext cx="815341" cy="609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>
              <a:defRPr sz="2800" u="sng">
                <a:solidFill>
                  <a:srgbClr val="FFFFFF"/>
                </a:solidFill>
              </a:defRPr>
            </a:lvl1pPr>
          </a:lstStyle>
          <a:p>
            <a:pPr/>
            <a:r>
              <a:t>习题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