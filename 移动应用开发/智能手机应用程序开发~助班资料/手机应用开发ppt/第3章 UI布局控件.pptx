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254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58" name="Shape 58"/>
          <p:cNvSpPr/>
          <p:nvPr>
            <p:ph type="sldImg"/>
          </p:nvPr>
        </p:nvSpPr>
        <p:spPr>
          <a:xfrm>
            <a:off x="1143000" y="685800"/>
            <a:ext cx="4572000" cy="3429000"/>
          </a:xfrm>
          <a:prstGeom prst="rect">
            <a:avLst/>
          </a:prstGeom>
        </p:spPr>
        <p:txBody>
          <a:bodyPr/>
          <a:lstStyle/>
          <a:p>
            <a:pPr/>
          </a:p>
        </p:txBody>
      </p:sp>
      <p:sp>
        <p:nvSpPr>
          <p:cNvPr id="59" name="Shape 59"/>
          <p:cNvSpPr/>
          <p:nvPr>
            <p:ph type="body" sz="quarter" idx="1"/>
          </p:nvPr>
        </p:nvSpPr>
        <p:spPr>
          <a:xfrm>
            <a:off x="914400" y="4343400"/>
            <a:ext cx="5029200" cy="4114800"/>
          </a:xfrm>
          <a:prstGeom prst="rect">
            <a:avLst/>
          </a:prstGeom>
        </p:spPr>
        <p:txBody>
          <a:bodyPr/>
          <a:lstStyle/>
          <a:p>
            <a:pPr/>
          </a:p>
        </p:txBody>
      </p:sp>
    </p:spTree>
  </p:cSld>
  <p:clrMap bg1="dk1" tx1="lt1" bg2="dk2" tx2="lt2" accent1="accent1" accent2="accent2" accent3="accent3" accent4="accent4" accent5="accent5" accent6="accent6" hlink="hlink" folHlink="folHlink"/>
  <p:notesStyle>
    <a:lvl1pPr latinLnBrk="0">
      <a:defRPr sz="1200">
        <a:solidFill>
          <a:srgbClr val="FFFFFF"/>
        </a:solidFill>
        <a:latin typeface="+mn-lt"/>
        <a:ea typeface="+mn-ea"/>
        <a:cs typeface="+mn-cs"/>
        <a:sym typeface="Calibri"/>
      </a:defRPr>
    </a:lvl1pPr>
    <a:lvl2pPr indent="228600" latinLnBrk="0">
      <a:defRPr sz="1200">
        <a:solidFill>
          <a:srgbClr val="FFFFFF"/>
        </a:solidFill>
        <a:latin typeface="+mn-lt"/>
        <a:ea typeface="+mn-ea"/>
        <a:cs typeface="+mn-cs"/>
        <a:sym typeface="Calibri"/>
      </a:defRPr>
    </a:lvl2pPr>
    <a:lvl3pPr indent="457200" latinLnBrk="0">
      <a:defRPr sz="1200">
        <a:solidFill>
          <a:srgbClr val="FFFFFF"/>
        </a:solidFill>
        <a:latin typeface="+mn-lt"/>
        <a:ea typeface="+mn-ea"/>
        <a:cs typeface="+mn-cs"/>
        <a:sym typeface="Calibri"/>
      </a:defRPr>
    </a:lvl3pPr>
    <a:lvl4pPr indent="685800" latinLnBrk="0">
      <a:defRPr sz="1200">
        <a:solidFill>
          <a:srgbClr val="FFFFFF"/>
        </a:solidFill>
        <a:latin typeface="+mn-lt"/>
        <a:ea typeface="+mn-ea"/>
        <a:cs typeface="+mn-cs"/>
        <a:sym typeface="Calibri"/>
      </a:defRPr>
    </a:lvl4pPr>
    <a:lvl5pPr indent="914400" latinLnBrk="0">
      <a:defRPr sz="1200">
        <a:solidFill>
          <a:srgbClr val="FFFFFF"/>
        </a:solidFill>
        <a:latin typeface="+mn-lt"/>
        <a:ea typeface="+mn-ea"/>
        <a:cs typeface="+mn-cs"/>
        <a:sym typeface="Calibri"/>
      </a:defRPr>
    </a:lvl5pPr>
    <a:lvl6pPr indent="1143000" latinLnBrk="0">
      <a:defRPr sz="1200">
        <a:solidFill>
          <a:srgbClr val="FFFFFF"/>
        </a:solidFill>
        <a:latin typeface="+mn-lt"/>
        <a:ea typeface="+mn-ea"/>
        <a:cs typeface="+mn-cs"/>
        <a:sym typeface="Calibri"/>
      </a:defRPr>
    </a:lvl6pPr>
    <a:lvl7pPr indent="1371600" latinLnBrk="0">
      <a:defRPr sz="1200">
        <a:solidFill>
          <a:srgbClr val="FFFFFF"/>
        </a:solidFill>
        <a:latin typeface="+mn-lt"/>
        <a:ea typeface="+mn-ea"/>
        <a:cs typeface="+mn-cs"/>
        <a:sym typeface="Calibri"/>
      </a:defRPr>
    </a:lvl7pPr>
    <a:lvl8pPr indent="1600200" latinLnBrk="0">
      <a:defRPr sz="1200">
        <a:solidFill>
          <a:srgbClr val="FFFFFF"/>
        </a:solidFill>
        <a:latin typeface="+mn-lt"/>
        <a:ea typeface="+mn-ea"/>
        <a:cs typeface="+mn-cs"/>
        <a:sym typeface="Calibri"/>
      </a:defRPr>
    </a:lvl8pPr>
    <a:lvl9pPr indent="1828800" latinLnBrk="0">
      <a:defRPr sz="1200">
        <a:solidFill>
          <a:srgbClr val="FFFFFF"/>
        </a:solidFill>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标题幻灯片">
    <p:spTree>
      <p:nvGrpSpPr>
        <p:cNvPr id="1" name=""/>
        <p:cNvGrpSpPr/>
        <p:nvPr/>
      </p:nvGrpSpPr>
      <p:grpSpPr>
        <a:xfrm>
          <a:off x="0" y="0"/>
          <a:ext cx="0" cy="0"/>
          <a:chOff x="0" y="0"/>
          <a:chExt cx="0" cy="0"/>
        </a:xfrm>
      </p:grpSpPr>
      <p:pic>
        <p:nvPicPr>
          <p:cNvPr id="19" name="图像" descr="图像"/>
          <p:cNvPicPr>
            <a:picLocks noChangeAspect="1"/>
          </p:cNvPicPr>
          <p:nvPr/>
        </p:nvPicPr>
        <p:blipFill>
          <a:blip r:embed="rId2">
            <a:alphaModFix amt="14714"/>
            <a:extLst/>
          </a:blip>
          <a:srcRect l="11703" t="7624" r="11705" b="9607"/>
          <a:stretch>
            <a:fillRect/>
          </a:stretch>
        </p:blipFill>
        <p:spPr>
          <a:xfrm>
            <a:off x="1903301" y="1813612"/>
            <a:ext cx="5213747" cy="29221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061" y="0"/>
                </a:moveTo>
                <a:cubicBezTo>
                  <a:pt x="3865" y="0"/>
                  <a:pt x="3733" y="135"/>
                  <a:pt x="3678" y="349"/>
                </a:cubicBezTo>
                <a:cubicBezTo>
                  <a:pt x="3637" y="510"/>
                  <a:pt x="3639" y="716"/>
                  <a:pt x="3691" y="945"/>
                </a:cubicBezTo>
                <a:cubicBezTo>
                  <a:pt x="3709" y="1021"/>
                  <a:pt x="3732" y="1099"/>
                  <a:pt x="3760" y="1179"/>
                </a:cubicBezTo>
                <a:cubicBezTo>
                  <a:pt x="3817" y="1340"/>
                  <a:pt x="3864" y="1489"/>
                  <a:pt x="3864" y="1508"/>
                </a:cubicBezTo>
                <a:cubicBezTo>
                  <a:pt x="3864" y="1527"/>
                  <a:pt x="3921" y="1688"/>
                  <a:pt x="3989" y="1869"/>
                </a:cubicBezTo>
                <a:cubicBezTo>
                  <a:pt x="4057" y="2049"/>
                  <a:pt x="4112" y="2222"/>
                  <a:pt x="4112" y="2253"/>
                </a:cubicBezTo>
                <a:cubicBezTo>
                  <a:pt x="4112" y="2284"/>
                  <a:pt x="4138" y="2365"/>
                  <a:pt x="4170" y="2429"/>
                </a:cubicBezTo>
                <a:cubicBezTo>
                  <a:pt x="4202" y="2493"/>
                  <a:pt x="4283" y="2725"/>
                  <a:pt x="4351" y="2948"/>
                </a:cubicBezTo>
                <a:cubicBezTo>
                  <a:pt x="4645" y="3919"/>
                  <a:pt x="4732" y="4195"/>
                  <a:pt x="4895" y="4682"/>
                </a:cubicBezTo>
                <a:cubicBezTo>
                  <a:pt x="4990" y="4966"/>
                  <a:pt x="5084" y="5249"/>
                  <a:pt x="5105" y="5310"/>
                </a:cubicBezTo>
                <a:cubicBezTo>
                  <a:pt x="5126" y="5371"/>
                  <a:pt x="5185" y="5567"/>
                  <a:pt x="5235" y="5750"/>
                </a:cubicBezTo>
                <a:cubicBezTo>
                  <a:pt x="5285" y="5932"/>
                  <a:pt x="5352" y="6137"/>
                  <a:pt x="5385" y="6205"/>
                </a:cubicBezTo>
                <a:cubicBezTo>
                  <a:pt x="5425" y="6289"/>
                  <a:pt x="5430" y="6377"/>
                  <a:pt x="5400" y="6469"/>
                </a:cubicBezTo>
                <a:cubicBezTo>
                  <a:pt x="5384" y="6514"/>
                  <a:pt x="5360" y="6560"/>
                  <a:pt x="5327" y="6606"/>
                </a:cubicBezTo>
                <a:cubicBezTo>
                  <a:pt x="5294" y="6653"/>
                  <a:pt x="5252" y="6701"/>
                  <a:pt x="5202" y="6747"/>
                </a:cubicBezTo>
                <a:cubicBezTo>
                  <a:pt x="5115" y="6828"/>
                  <a:pt x="4907" y="7058"/>
                  <a:pt x="4740" y="7261"/>
                </a:cubicBezTo>
                <a:cubicBezTo>
                  <a:pt x="4573" y="7464"/>
                  <a:pt x="4407" y="7663"/>
                  <a:pt x="4369" y="7704"/>
                </a:cubicBezTo>
                <a:cubicBezTo>
                  <a:pt x="4250" y="7829"/>
                  <a:pt x="4014" y="8161"/>
                  <a:pt x="3765" y="8540"/>
                </a:cubicBezTo>
                <a:cubicBezTo>
                  <a:pt x="3516" y="8919"/>
                  <a:pt x="3254" y="9345"/>
                  <a:pt x="3085" y="9657"/>
                </a:cubicBezTo>
                <a:cubicBezTo>
                  <a:pt x="2948" y="9910"/>
                  <a:pt x="2817" y="10155"/>
                  <a:pt x="2695" y="10397"/>
                </a:cubicBezTo>
                <a:cubicBezTo>
                  <a:pt x="2450" y="10880"/>
                  <a:pt x="2233" y="11349"/>
                  <a:pt x="2034" y="11822"/>
                </a:cubicBezTo>
                <a:cubicBezTo>
                  <a:pt x="1934" y="12059"/>
                  <a:pt x="1839" y="12299"/>
                  <a:pt x="1748" y="12541"/>
                </a:cubicBezTo>
                <a:cubicBezTo>
                  <a:pt x="1566" y="13025"/>
                  <a:pt x="1400" y="13523"/>
                  <a:pt x="1241" y="14058"/>
                </a:cubicBezTo>
                <a:cubicBezTo>
                  <a:pt x="1241" y="14058"/>
                  <a:pt x="1241" y="14060"/>
                  <a:pt x="1241" y="14061"/>
                </a:cubicBezTo>
                <a:cubicBezTo>
                  <a:pt x="1083" y="14596"/>
                  <a:pt x="932" y="15167"/>
                  <a:pt x="781" y="15794"/>
                </a:cubicBezTo>
                <a:cubicBezTo>
                  <a:pt x="749" y="15927"/>
                  <a:pt x="694" y="16157"/>
                  <a:pt x="658" y="16305"/>
                </a:cubicBezTo>
                <a:cubicBezTo>
                  <a:pt x="622" y="16453"/>
                  <a:pt x="592" y="16622"/>
                  <a:pt x="592" y="16680"/>
                </a:cubicBezTo>
                <a:cubicBezTo>
                  <a:pt x="592" y="16738"/>
                  <a:pt x="581" y="16806"/>
                  <a:pt x="566" y="16833"/>
                </a:cubicBezTo>
                <a:cubicBezTo>
                  <a:pt x="529" y="16897"/>
                  <a:pt x="449" y="17308"/>
                  <a:pt x="400" y="17651"/>
                </a:cubicBezTo>
                <a:cubicBezTo>
                  <a:pt x="383" y="17766"/>
                  <a:pt x="369" y="17872"/>
                  <a:pt x="362" y="17956"/>
                </a:cubicBezTo>
                <a:cubicBezTo>
                  <a:pt x="347" y="18137"/>
                  <a:pt x="319" y="18303"/>
                  <a:pt x="301" y="18323"/>
                </a:cubicBezTo>
                <a:cubicBezTo>
                  <a:pt x="282" y="18344"/>
                  <a:pt x="254" y="18543"/>
                  <a:pt x="238" y="18766"/>
                </a:cubicBezTo>
                <a:cubicBezTo>
                  <a:pt x="223" y="18989"/>
                  <a:pt x="193" y="19187"/>
                  <a:pt x="173" y="19209"/>
                </a:cubicBezTo>
                <a:cubicBezTo>
                  <a:pt x="153" y="19231"/>
                  <a:pt x="136" y="19374"/>
                  <a:pt x="136" y="19526"/>
                </a:cubicBezTo>
                <a:cubicBezTo>
                  <a:pt x="136" y="19678"/>
                  <a:pt x="119" y="19833"/>
                  <a:pt x="97" y="19872"/>
                </a:cubicBezTo>
                <a:cubicBezTo>
                  <a:pt x="75" y="19911"/>
                  <a:pt x="43" y="20317"/>
                  <a:pt x="28" y="20773"/>
                </a:cubicBezTo>
                <a:lnTo>
                  <a:pt x="0" y="21600"/>
                </a:lnTo>
                <a:lnTo>
                  <a:pt x="10801" y="21600"/>
                </a:lnTo>
                <a:lnTo>
                  <a:pt x="21600" y="21600"/>
                </a:lnTo>
                <a:lnTo>
                  <a:pt x="21572" y="20773"/>
                </a:lnTo>
                <a:cubicBezTo>
                  <a:pt x="21557" y="20317"/>
                  <a:pt x="21527" y="19911"/>
                  <a:pt x="21505" y="19872"/>
                </a:cubicBezTo>
                <a:cubicBezTo>
                  <a:pt x="21483" y="19833"/>
                  <a:pt x="21464" y="19678"/>
                  <a:pt x="21464" y="19526"/>
                </a:cubicBezTo>
                <a:cubicBezTo>
                  <a:pt x="21464" y="19374"/>
                  <a:pt x="21447" y="19231"/>
                  <a:pt x="21427" y="19209"/>
                </a:cubicBezTo>
                <a:cubicBezTo>
                  <a:pt x="21407" y="19187"/>
                  <a:pt x="21377" y="18989"/>
                  <a:pt x="21362" y="18766"/>
                </a:cubicBezTo>
                <a:cubicBezTo>
                  <a:pt x="21346" y="18543"/>
                  <a:pt x="21319" y="18344"/>
                  <a:pt x="21301" y="18323"/>
                </a:cubicBezTo>
                <a:cubicBezTo>
                  <a:pt x="21282" y="18303"/>
                  <a:pt x="21253" y="18137"/>
                  <a:pt x="21238" y="17956"/>
                </a:cubicBezTo>
                <a:cubicBezTo>
                  <a:pt x="21231" y="17872"/>
                  <a:pt x="21219" y="17766"/>
                  <a:pt x="21202" y="17651"/>
                </a:cubicBezTo>
                <a:cubicBezTo>
                  <a:pt x="21152" y="17308"/>
                  <a:pt x="21072" y="16897"/>
                  <a:pt x="21036" y="16833"/>
                </a:cubicBezTo>
                <a:cubicBezTo>
                  <a:pt x="21021" y="16806"/>
                  <a:pt x="21008" y="16738"/>
                  <a:pt x="21008" y="16680"/>
                </a:cubicBezTo>
                <a:cubicBezTo>
                  <a:pt x="21008" y="16631"/>
                  <a:pt x="21002" y="16578"/>
                  <a:pt x="20975" y="16452"/>
                </a:cubicBezTo>
                <a:cubicBezTo>
                  <a:pt x="20948" y="16325"/>
                  <a:pt x="20901" y="16124"/>
                  <a:pt x="20816" y="15777"/>
                </a:cubicBezTo>
                <a:cubicBezTo>
                  <a:pt x="20668" y="15172"/>
                  <a:pt x="20635" y="15050"/>
                  <a:pt x="20492" y="14524"/>
                </a:cubicBezTo>
                <a:cubicBezTo>
                  <a:pt x="20423" y="14272"/>
                  <a:pt x="20347" y="14015"/>
                  <a:pt x="20267" y="13759"/>
                </a:cubicBezTo>
                <a:cubicBezTo>
                  <a:pt x="20266" y="13758"/>
                  <a:pt x="20267" y="13756"/>
                  <a:pt x="20267" y="13756"/>
                </a:cubicBezTo>
                <a:cubicBezTo>
                  <a:pt x="20105" y="13241"/>
                  <a:pt x="19919" y="12724"/>
                  <a:pt x="19719" y="12215"/>
                </a:cubicBezTo>
                <a:cubicBezTo>
                  <a:pt x="19719" y="12215"/>
                  <a:pt x="19719" y="12213"/>
                  <a:pt x="19719" y="12213"/>
                </a:cubicBezTo>
                <a:cubicBezTo>
                  <a:pt x="19219" y="10940"/>
                  <a:pt x="18620" y="9734"/>
                  <a:pt x="18027" y="8833"/>
                </a:cubicBezTo>
                <a:cubicBezTo>
                  <a:pt x="17442" y="7945"/>
                  <a:pt x="17298" y="7742"/>
                  <a:pt x="17256" y="7742"/>
                </a:cubicBezTo>
                <a:cubicBezTo>
                  <a:pt x="17231" y="7741"/>
                  <a:pt x="17178" y="7675"/>
                  <a:pt x="17136" y="7592"/>
                </a:cubicBezTo>
                <a:cubicBezTo>
                  <a:pt x="17101" y="7523"/>
                  <a:pt x="17045" y="7443"/>
                  <a:pt x="16937" y="7319"/>
                </a:cubicBezTo>
                <a:cubicBezTo>
                  <a:pt x="16829" y="7196"/>
                  <a:pt x="16669" y="7029"/>
                  <a:pt x="16429" y="6782"/>
                </a:cubicBezTo>
                <a:cubicBezTo>
                  <a:pt x="16330" y="6680"/>
                  <a:pt x="16226" y="6555"/>
                  <a:pt x="16199" y="6507"/>
                </a:cubicBezTo>
                <a:cubicBezTo>
                  <a:pt x="16143" y="6407"/>
                  <a:pt x="16159" y="6330"/>
                  <a:pt x="16368" y="5715"/>
                </a:cubicBezTo>
                <a:cubicBezTo>
                  <a:pt x="16437" y="5512"/>
                  <a:pt x="16507" y="5294"/>
                  <a:pt x="16523" y="5234"/>
                </a:cubicBezTo>
                <a:cubicBezTo>
                  <a:pt x="16539" y="5173"/>
                  <a:pt x="16621" y="4923"/>
                  <a:pt x="16705" y="4676"/>
                </a:cubicBezTo>
                <a:cubicBezTo>
                  <a:pt x="16845" y="4267"/>
                  <a:pt x="16999" y="3775"/>
                  <a:pt x="17271" y="2875"/>
                </a:cubicBezTo>
                <a:cubicBezTo>
                  <a:pt x="17326" y="2692"/>
                  <a:pt x="17398" y="2493"/>
                  <a:pt x="17430" y="2429"/>
                </a:cubicBezTo>
                <a:cubicBezTo>
                  <a:pt x="17462" y="2365"/>
                  <a:pt x="17488" y="2291"/>
                  <a:pt x="17488" y="2265"/>
                </a:cubicBezTo>
                <a:cubicBezTo>
                  <a:pt x="17488" y="2239"/>
                  <a:pt x="17591" y="1917"/>
                  <a:pt x="17716" y="1549"/>
                </a:cubicBezTo>
                <a:cubicBezTo>
                  <a:pt x="17781" y="1359"/>
                  <a:pt x="17831" y="1195"/>
                  <a:pt x="17868" y="1053"/>
                </a:cubicBezTo>
                <a:cubicBezTo>
                  <a:pt x="17905" y="911"/>
                  <a:pt x="17929" y="790"/>
                  <a:pt x="17940" y="684"/>
                </a:cubicBezTo>
                <a:cubicBezTo>
                  <a:pt x="17961" y="470"/>
                  <a:pt x="17931" y="316"/>
                  <a:pt x="17854" y="170"/>
                </a:cubicBezTo>
                <a:cubicBezTo>
                  <a:pt x="17782" y="34"/>
                  <a:pt x="17721" y="0"/>
                  <a:pt x="17545" y="0"/>
                </a:cubicBezTo>
                <a:cubicBezTo>
                  <a:pt x="17494" y="0"/>
                  <a:pt x="17451" y="7"/>
                  <a:pt x="17411" y="21"/>
                </a:cubicBezTo>
                <a:cubicBezTo>
                  <a:pt x="17398" y="25"/>
                  <a:pt x="17387" y="33"/>
                  <a:pt x="17376" y="38"/>
                </a:cubicBezTo>
                <a:cubicBezTo>
                  <a:pt x="17348" y="52"/>
                  <a:pt x="17321" y="70"/>
                  <a:pt x="17297" y="94"/>
                </a:cubicBezTo>
                <a:cubicBezTo>
                  <a:pt x="17288" y="103"/>
                  <a:pt x="17279" y="110"/>
                  <a:pt x="17271" y="120"/>
                </a:cubicBezTo>
                <a:cubicBezTo>
                  <a:pt x="17241" y="158"/>
                  <a:pt x="17212" y="203"/>
                  <a:pt x="17185" y="264"/>
                </a:cubicBezTo>
                <a:cubicBezTo>
                  <a:pt x="17156" y="331"/>
                  <a:pt x="17129" y="415"/>
                  <a:pt x="17100" y="516"/>
                </a:cubicBezTo>
                <a:cubicBezTo>
                  <a:pt x="16986" y="910"/>
                  <a:pt x="16774" y="1590"/>
                  <a:pt x="16743" y="1660"/>
                </a:cubicBezTo>
                <a:cubicBezTo>
                  <a:pt x="16707" y="1742"/>
                  <a:pt x="16590" y="2110"/>
                  <a:pt x="16403" y="2728"/>
                </a:cubicBezTo>
                <a:cubicBezTo>
                  <a:pt x="16335" y="2951"/>
                  <a:pt x="16254" y="3186"/>
                  <a:pt x="16222" y="3250"/>
                </a:cubicBezTo>
                <a:cubicBezTo>
                  <a:pt x="16206" y="3282"/>
                  <a:pt x="16191" y="3318"/>
                  <a:pt x="16181" y="3350"/>
                </a:cubicBezTo>
                <a:cubicBezTo>
                  <a:pt x="16170" y="3382"/>
                  <a:pt x="16163" y="3410"/>
                  <a:pt x="16163" y="3426"/>
                </a:cubicBezTo>
                <a:cubicBezTo>
                  <a:pt x="16163" y="3460"/>
                  <a:pt x="16055" y="3806"/>
                  <a:pt x="15923" y="4195"/>
                </a:cubicBezTo>
                <a:cubicBezTo>
                  <a:pt x="15790" y="4584"/>
                  <a:pt x="15646" y="5026"/>
                  <a:pt x="15604" y="5175"/>
                </a:cubicBezTo>
                <a:cubicBezTo>
                  <a:pt x="15561" y="5323"/>
                  <a:pt x="15496" y="5518"/>
                  <a:pt x="15457" y="5609"/>
                </a:cubicBezTo>
                <a:cubicBezTo>
                  <a:pt x="15419" y="5698"/>
                  <a:pt x="15395" y="5743"/>
                  <a:pt x="15332" y="5726"/>
                </a:cubicBezTo>
                <a:cubicBezTo>
                  <a:pt x="15301" y="5718"/>
                  <a:pt x="15259" y="5696"/>
                  <a:pt x="15202" y="5656"/>
                </a:cubicBezTo>
                <a:cubicBezTo>
                  <a:pt x="15145" y="5616"/>
                  <a:pt x="15073" y="5557"/>
                  <a:pt x="14977" y="5483"/>
                </a:cubicBezTo>
                <a:cubicBezTo>
                  <a:pt x="14905" y="5427"/>
                  <a:pt x="14829" y="5383"/>
                  <a:pt x="14806" y="5383"/>
                </a:cubicBezTo>
                <a:cubicBezTo>
                  <a:pt x="14784" y="5383"/>
                  <a:pt x="14712" y="5332"/>
                  <a:pt x="14647" y="5272"/>
                </a:cubicBezTo>
                <a:cubicBezTo>
                  <a:pt x="14581" y="5211"/>
                  <a:pt x="14496" y="5163"/>
                  <a:pt x="14458" y="5163"/>
                </a:cubicBezTo>
                <a:cubicBezTo>
                  <a:pt x="14438" y="5163"/>
                  <a:pt x="14419" y="5152"/>
                  <a:pt x="14402" y="5140"/>
                </a:cubicBezTo>
                <a:cubicBezTo>
                  <a:pt x="14385" y="5127"/>
                  <a:pt x="14370" y="5112"/>
                  <a:pt x="14364" y="5093"/>
                </a:cubicBezTo>
                <a:cubicBezTo>
                  <a:pt x="14351" y="5055"/>
                  <a:pt x="14256" y="5000"/>
                  <a:pt x="14153" y="4972"/>
                </a:cubicBezTo>
                <a:cubicBezTo>
                  <a:pt x="14051" y="4945"/>
                  <a:pt x="13959" y="4896"/>
                  <a:pt x="13948" y="4864"/>
                </a:cubicBezTo>
                <a:cubicBezTo>
                  <a:pt x="13937" y="4832"/>
                  <a:pt x="13833" y="4783"/>
                  <a:pt x="13719" y="4755"/>
                </a:cubicBezTo>
                <a:cubicBezTo>
                  <a:pt x="13662" y="4741"/>
                  <a:pt x="13609" y="4723"/>
                  <a:pt x="13568" y="4703"/>
                </a:cubicBezTo>
                <a:cubicBezTo>
                  <a:pt x="13527" y="4682"/>
                  <a:pt x="13498" y="4661"/>
                  <a:pt x="13492" y="4644"/>
                </a:cubicBezTo>
                <a:cubicBezTo>
                  <a:pt x="13481" y="4610"/>
                  <a:pt x="13345" y="4561"/>
                  <a:pt x="13192" y="4532"/>
                </a:cubicBezTo>
                <a:cubicBezTo>
                  <a:pt x="13114" y="4518"/>
                  <a:pt x="13040" y="4497"/>
                  <a:pt x="12981" y="4477"/>
                </a:cubicBezTo>
                <a:cubicBezTo>
                  <a:pt x="12923" y="4456"/>
                  <a:pt x="12881" y="4435"/>
                  <a:pt x="12869" y="4418"/>
                </a:cubicBezTo>
                <a:cubicBezTo>
                  <a:pt x="12857" y="4401"/>
                  <a:pt x="12803" y="4382"/>
                  <a:pt x="12725" y="4362"/>
                </a:cubicBezTo>
                <a:cubicBezTo>
                  <a:pt x="12646" y="4342"/>
                  <a:pt x="12543" y="4320"/>
                  <a:pt x="12435" y="4307"/>
                </a:cubicBezTo>
                <a:cubicBezTo>
                  <a:pt x="12220" y="4279"/>
                  <a:pt x="12022" y="4226"/>
                  <a:pt x="11996" y="4189"/>
                </a:cubicBezTo>
                <a:cubicBezTo>
                  <a:pt x="11988" y="4178"/>
                  <a:pt x="11945" y="4171"/>
                  <a:pt x="11878" y="4163"/>
                </a:cubicBezTo>
                <a:cubicBezTo>
                  <a:pt x="11810" y="4155"/>
                  <a:pt x="11716" y="4148"/>
                  <a:pt x="11605" y="4142"/>
                </a:cubicBezTo>
                <a:cubicBezTo>
                  <a:pt x="10938" y="4110"/>
                  <a:pt x="9652" y="4124"/>
                  <a:pt x="9605" y="4189"/>
                </a:cubicBezTo>
                <a:cubicBezTo>
                  <a:pt x="9579" y="4226"/>
                  <a:pt x="9382" y="4279"/>
                  <a:pt x="9166" y="4307"/>
                </a:cubicBezTo>
                <a:cubicBezTo>
                  <a:pt x="8951" y="4334"/>
                  <a:pt x="8754" y="4386"/>
                  <a:pt x="8731" y="4421"/>
                </a:cubicBezTo>
                <a:cubicBezTo>
                  <a:pt x="8707" y="4455"/>
                  <a:pt x="8563" y="4506"/>
                  <a:pt x="8408" y="4535"/>
                </a:cubicBezTo>
                <a:cubicBezTo>
                  <a:pt x="8254" y="4564"/>
                  <a:pt x="8119" y="4615"/>
                  <a:pt x="8108" y="4647"/>
                </a:cubicBezTo>
                <a:cubicBezTo>
                  <a:pt x="8097" y="4679"/>
                  <a:pt x="7995" y="4727"/>
                  <a:pt x="7881" y="4755"/>
                </a:cubicBezTo>
                <a:cubicBezTo>
                  <a:pt x="7767" y="4783"/>
                  <a:pt x="7663" y="4836"/>
                  <a:pt x="7651" y="4873"/>
                </a:cubicBezTo>
                <a:cubicBezTo>
                  <a:pt x="7638" y="4909"/>
                  <a:pt x="7587" y="4940"/>
                  <a:pt x="7537" y="4940"/>
                </a:cubicBezTo>
                <a:cubicBezTo>
                  <a:pt x="7487" y="4940"/>
                  <a:pt x="7393" y="4991"/>
                  <a:pt x="7328" y="5052"/>
                </a:cubicBezTo>
                <a:cubicBezTo>
                  <a:pt x="7296" y="5082"/>
                  <a:pt x="7257" y="5108"/>
                  <a:pt x="7223" y="5128"/>
                </a:cubicBezTo>
                <a:cubicBezTo>
                  <a:pt x="7190" y="5148"/>
                  <a:pt x="7159" y="5163"/>
                  <a:pt x="7141" y="5163"/>
                </a:cubicBezTo>
                <a:cubicBezTo>
                  <a:pt x="7104" y="5163"/>
                  <a:pt x="7020" y="5211"/>
                  <a:pt x="6955" y="5272"/>
                </a:cubicBezTo>
                <a:cubicBezTo>
                  <a:pt x="6890" y="5332"/>
                  <a:pt x="6818" y="5383"/>
                  <a:pt x="6796" y="5383"/>
                </a:cubicBezTo>
                <a:cubicBezTo>
                  <a:pt x="6773" y="5383"/>
                  <a:pt x="6696" y="5427"/>
                  <a:pt x="6625" y="5483"/>
                </a:cubicBezTo>
                <a:cubicBezTo>
                  <a:pt x="6528" y="5558"/>
                  <a:pt x="6453" y="5616"/>
                  <a:pt x="6396" y="5656"/>
                </a:cubicBezTo>
                <a:cubicBezTo>
                  <a:pt x="6339" y="5696"/>
                  <a:pt x="6299" y="5719"/>
                  <a:pt x="6268" y="5726"/>
                </a:cubicBezTo>
                <a:cubicBezTo>
                  <a:pt x="6205" y="5741"/>
                  <a:pt x="6180" y="5693"/>
                  <a:pt x="6139" y="5597"/>
                </a:cubicBezTo>
                <a:cubicBezTo>
                  <a:pt x="6098" y="5499"/>
                  <a:pt x="6023" y="5269"/>
                  <a:pt x="5972" y="5087"/>
                </a:cubicBezTo>
                <a:cubicBezTo>
                  <a:pt x="5921" y="4904"/>
                  <a:pt x="5789" y="4498"/>
                  <a:pt x="5677" y="4180"/>
                </a:cubicBezTo>
                <a:cubicBezTo>
                  <a:pt x="5566" y="3863"/>
                  <a:pt x="5457" y="3529"/>
                  <a:pt x="5436" y="3441"/>
                </a:cubicBezTo>
                <a:cubicBezTo>
                  <a:pt x="5414" y="3353"/>
                  <a:pt x="5379" y="3232"/>
                  <a:pt x="5357" y="3171"/>
                </a:cubicBezTo>
                <a:cubicBezTo>
                  <a:pt x="5246" y="2867"/>
                  <a:pt x="4982" y="2056"/>
                  <a:pt x="4982" y="2018"/>
                </a:cubicBezTo>
                <a:cubicBezTo>
                  <a:pt x="4982" y="1995"/>
                  <a:pt x="4948" y="1888"/>
                  <a:pt x="4905" y="1781"/>
                </a:cubicBezTo>
                <a:cubicBezTo>
                  <a:pt x="4834" y="1603"/>
                  <a:pt x="4638" y="993"/>
                  <a:pt x="4500" y="516"/>
                </a:cubicBezTo>
                <a:cubicBezTo>
                  <a:pt x="4384" y="116"/>
                  <a:pt x="4287" y="0"/>
                  <a:pt x="4061" y="0"/>
                </a:cubicBezTo>
                <a:close/>
              </a:path>
            </a:pathLst>
          </a:custGeom>
          <a:ln w="12700">
            <a:miter lim="400000"/>
          </a:ln>
        </p:spPr>
      </p:pic>
      <p:pic>
        <p:nvPicPr>
          <p:cNvPr id="20" name="android-logo.png" descr="android-logo.png"/>
          <p:cNvPicPr>
            <a:picLocks noChangeAspect="1"/>
          </p:cNvPicPr>
          <p:nvPr/>
        </p:nvPicPr>
        <p:blipFill>
          <a:blip r:embed="rId3">
            <a:extLst/>
          </a:blip>
          <a:stretch>
            <a:fillRect/>
          </a:stretch>
        </p:blipFill>
        <p:spPr>
          <a:xfrm>
            <a:off x="1193539" y="1343575"/>
            <a:ext cx="6633271" cy="3862266"/>
          </a:xfrm>
          <a:prstGeom prst="rect">
            <a:avLst/>
          </a:prstGeom>
          <a:ln w="12700">
            <a:miter lim="400000"/>
          </a:ln>
        </p:spPr>
      </p:pic>
      <p:sp>
        <p:nvSpPr>
          <p:cNvPr id="21"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幻灯片 拷贝">
    <p:spTree>
      <p:nvGrpSpPr>
        <p:cNvPr id="1" name=""/>
        <p:cNvGrpSpPr/>
        <p:nvPr/>
      </p:nvGrpSpPr>
      <p:grpSpPr>
        <a:xfrm>
          <a:off x="0" y="0"/>
          <a:ext cx="0" cy="0"/>
          <a:chOff x="0" y="0"/>
          <a:chExt cx="0" cy="0"/>
        </a:xfrm>
      </p:grpSpPr>
      <p:sp>
        <p:nvSpPr>
          <p:cNvPr id="28" name="矩形 9"/>
          <p:cNvSpPr/>
          <p:nvPr/>
        </p:nvSpPr>
        <p:spPr>
          <a:xfrm>
            <a:off x="5004395" y="6289783"/>
            <a:ext cx="3885605" cy="416921"/>
          </a:xfrm>
          <a:prstGeom prst="rect">
            <a:avLst/>
          </a:prstGeom>
          <a:solidFill>
            <a:srgbClr val="80B647"/>
          </a:solidFill>
          <a:ln w="12700">
            <a:miter lim="400000"/>
          </a:ln>
        </p:spPr>
        <p:txBody>
          <a:bodyPr lIns="45719" rIns="45719" anchor="ctr"/>
          <a:lstStyle/>
          <a:p>
            <a:pPr algn="ctr">
              <a:defRPr>
                <a:solidFill>
                  <a:srgbClr val="FFFFFF"/>
                </a:solidFill>
              </a:defRPr>
            </a:pPr>
          </a:p>
        </p:txBody>
      </p:sp>
      <p:sp>
        <p:nvSpPr>
          <p:cNvPr id="29" name="矩形 9"/>
          <p:cNvSpPr/>
          <p:nvPr/>
        </p:nvSpPr>
        <p:spPr>
          <a:xfrm>
            <a:off x="5749799" y="6289783"/>
            <a:ext cx="3394201" cy="416921"/>
          </a:xfrm>
          <a:prstGeom prst="rect">
            <a:avLst/>
          </a:prstGeom>
          <a:solidFill>
            <a:srgbClr val="92D050"/>
          </a:solidFill>
          <a:ln w="12700">
            <a:miter lim="400000"/>
          </a:ln>
        </p:spPr>
        <p:txBody>
          <a:bodyPr lIns="45719" rIns="45719" anchor="ctr"/>
          <a:lstStyle/>
          <a:p>
            <a:pPr algn="ctr">
              <a:defRPr>
                <a:solidFill>
                  <a:srgbClr val="FFFFFF"/>
                </a:solidFill>
              </a:defRPr>
            </a:pPr>
          </a:p>
        </p:txBody>
      </p:sp>
      <p:sp>
        <p:nvSpPr>
          <p:cNvPr id="30" name="标题 3"/>
          <p:cNvSpPr txBox="1"/>
          <p:nvPr/>
        </p:nvSpPr>
        <p:spPr>
          <a:xfrm>
            <a:off x="6434335" y="6289783"/>
            <a:ext cx="4236394" cy="595602"/>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defRPr b="1" sz="2000">
                <a:solidFill>
                  <a:srgbClr val="FFFFFF"/>
                </a:solidFill>
              </a:defRPr>
            </a:lvl1pPr>
          </a:lstStyle>
          <a:p>
            <a:pPr/>
            <a:r>
              <a:t>第3章 UI布局控件</a:t>
            </a:r>
          </a:p>
        </p:txBody>
      </p:sp>
      <p:sp>
        <p:nvSpPr>
          <p:cNvPr id="31" name="矩形 6"/>
          <p:cNvSpPr/>
          <p:nvPr/>
        </p:nvSpPr>
        <p:spPr>
          <a:xfrm>
            <a:off x="2870199" y="260647"/>
            <a:ext cx="2072309" cy="504058"/>
          </a:xfrm>
          <a:prstGeom prst="rect">
            <a:avLst/>
          </a:prstGeom>
          <a:solidFill>
            <a:srgbClr val="80B546"/>
          </a:solidFill>
          <a:ln w="12700">
            <a:miter lim="400000"/>
          </a:ln>
        </p:spPr>
        <p:txBody>
          <a:bodyPr lIns="45719" rIns="45719" anchor="ctr"/>
          <a:lstStyle/>
          <a:p>
            <a:pPr algn="ctr">
              <a:defRPr>
                <a:solidFill>
                  <a:srgbClr val="FFFFFF"/>
                </a:solidFill>
              </a:defRPr>
            </a:pPr>
          </a:p>
        </p:txBody>
      </p:sp>
      <p:sp>
        <p:nvSpPr>
          <p:cNvPr id="32" name="矩形 6"/>
          <p:cNvSpPr/>
          <p:nvPr/>
        </p:nvSpPr>
        <p:spPr>
          <a:xfrm>
            <a:off x="-1" y="260647"/>
            <a:ext cx="4587901" cy="504058"/>
          </a:xfrm>
          <a:prstGeom prst="rect">
            <a:avLst/>
          </a:prstGeom>
          <a:solidFill>
            <a:srgbClr val="92D050"/>
          </a:solidFill>
          <a:ln w="12700">
            <a:miter lim="400000"/>
          </a:ln>
        </p:spPr>
        <p:txBody>
          <a:bodyPr lIns="45719" rIns="45719" anchor="ctr"/>
          <a:lstStyle/>
          <a:p>
            <a:pPr algn="ctr">
              <a:defRPr>
                <a:solidFill>
                  <a:srgbClr val="FFFFFF"/>
                </a:solidFill>
              </a:defRPr>
            </a:pPr>
          </a:p>
        </p:txBody>
      </p:sp>
      <p:sp>
        <p:nvSpPr>
          <p:cNvPr id="33" name="标题 3"/>
          <p:cNvSpPr txBox="1"/>
          <p:nvPr/>
        </p:nvSpPr>
        <p:spPr>
          <a:xfrm>
            <a:off x="359915" y="260647"/>
            <a:ext cx="3885606" cy="720082"/>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defRPr b="1" sz="2400">
                <a:solidFill>
                  <a:srgbClr val="FFFFFF"/>
                </a:solidFill>
              </a:defRPr>
            </a:lvl1pPr>
          </a:lstStyle>
          <a:p>
            <a:pPr/>
            <a:r>
              <a:t>Android移动应用程序开发</a:t>
            </a:r>
          </a:p>
        </p:txBody>
      </p:sp>
      <p:pic>
        <p:nvPicPr>
          <p:cNvPr id="34" name="android-logo.png" descr="android-logo.png"/>
          <p:cNvPicPr>
            <a:picLocks noChangeAspect="1"/>
          </p:cNvPicPr>
          <p:nvPr/>
        </p:nvPicPr>
        <p:blipFill>
          <a:blip r:embed="rId2">
            <a:extLst/>
          </a:blip>
          <a:stretch>
            <a:fillRect/>
          </a:stretch>
        </p:blipFill>
        <p:spPr>
          <a:xfrm rot="12470266">
            <a:off x="7241471" y="17381"/>
            <a:ext cx="2072309" cy="1206615"/>
          </a:xfrm>
          <a:prstGeom prst="rect">
            <a:avLst/>
          </a:prstGeom>
          <a:ln w="12700">
            <a:miter lim="400000"/>
          </a:ln>
        </p:spPr>
      </p:pic>
      <p:pic>
        <p:nvPicPr>
          <p:cNvPr id="35" name="android-logo.png" descr="android-logo.png"/>
          <p:cNvPicPr>
            <a:picLocks noChangeAspect="1"/>
          </p:cNvPicPr>
          <p:nvPr/>
        </p:nvPicPr>
        <p:blipFill>
          <a:blip r:embed="rId2">
            <a:extLst/>
          </a:blip>
          <a:stretch>
            <a:fillRect/>
          </a:stretch>
        </p:blipFill>
        <p:spPr>
          <a:xfrm flipH="1" rot="1670266">
            <a:off x="7938561" y="-775764"/>
            <a:ext cx="2072309" cy="1206616"/>
          </a:xfrm>
          <a:prstGeom prst="rect">
            <a:avLst/>
          </a:prstGeom>
          <a:ln w="12700">
            <a:miter lim="400000"/>
          </a:ln>
        </p:spPr>
      </p:pic>
      <p:sp>
        <p:nvSpPr>
          <p:cNvPr id="36"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仅标题">
    <p:spTree>
      <p:nvGrpSpPr>
        <p:cNvPr id="1" name=""/>
        <p:cNvGrpSpPr/>
        <p:nvPr/>
      </p:nvGrpSpPr>
      <p:grpSpPr>
        <a:xfrm>
          <a:off x="0" y="0"/>
          <a:ext cx="0" cy="0"/>
          <a:chOff x="0" y="0"/>
          <a:chExt cx="0" cy="0"/>
        </a:xfrm>
      </p:grpSpPr>
      <p:sp>
        <p:nvSpPr>
          <p:cNvPr id="43"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空白">
    <p:spTree>
      <p:nvGrpSpPr>
        <p:cNvPr id="1" name=""/>
        <p:cNvGrpSpPr/>
        <p:nvPr/>
      </p:nvGrpSpPr>
      <p:grpSpPr>
        <a:xfrm>
          <a:off x="0" y="0"/>
          <a:ext cx="0" cy="0"/>
          <a:chOff x="0" y="0"/>
          <a:chExt cx="0" cy="0"/>
        </a:xfrm>
      </p:grpSpPr>
      <p:pic>
        <p:nvPicPr>
          <p:cNvPr id="50" name="图像" descr="图像"/>
          <p:cNvPicPr>
            <a:picLocks noChangeAspect="1"/>
          </p:cNvPicPr>
          <p:nvPr/>
        </p:nvPicPr>
        <p:blipFill>
          <a:blip r:embed="rId2">
            <a:alphaModFix amt="14714"/>
            <a:extLst/>
          </a:blip>
          <a:srcRect l="11703" t="7624" r="11705" b="9607"/>
          <a:stretch>
            <a:fillRect/>
          </a:stretch>
        </p:blipFill>
        <p:spPr>
          <a:xfrm>
            <a:off x="1903301" y="1813612"/>
            <a:ext cx="5213747" cy="29221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061" y="0"/>
                </a:moveTo>
                <a:cubicBezTo>
                  <a:pt x="3865" y="0"/>
                  <a:pt x="3733" y="135"/>
                  <a:pt x="3678" y="349"/>
                </a:cubicBezTo>
                <a:cubicBezTo>
                  <a:pt x="3637" y="510"/>
                  <a:pt x="3639" y="716"/>
                  <a:pt x="3691" y="945"/>
                </a:cubicBezTo>
                <a:cubicBezTo>
                  <a:pt x="3709" y="1021"/>
                  <a:pt x="3732" y="1099"/>
                  <a:pt x="3760" y="1179"/>
                </a:cubicBezTo>
                <a:cubicBezTo>
                  <a:pt x="3817" y="1340"/>
                  <a:pt x="3864" y="1489"/>
                  <a:pt x="3864" y="1508"/>
                </a:cubicBezTo>
                <a:cubicBezTo>
                  <a:pt x="3864" y="1527"/>
                  <a:pt x="3921" y="1688"/>
                  <a:pt x="3989" y="1869"/>
                </a:cubicBezTo>
                <a:cubicBezTo>
                  <a:pt x="4057" y="2049"/>
                  <a:pt x="4112" y="2222"/>
                  <a:pt x="4112" y="2253"/>
                </a:cubicBezTo>
                <a:cubicBezTo>
                  <a:pt x="4112" y="2284"/>
                  <a:pt x="4138" y="2365"/>
                  <a:pt x="4170" y="2429"/>
                </a:cubicBezTo>
                <a:cubicBezTo>
                  <a:pt x="4202" y="2493"/>
                  <a:pt x="4283" y="2725"/>
                  <a:pt x="4351" y="2948"/>
                </a:cubicBezTo>
                <a:cubicBezTo>
                  <a:pt x="4645" y="3919"/>
                  <a:pt x="4732" y="4195"/>
                  <a:pt x="4895" y="4682"/>
                </a:cubicBezTo>
                <a:cubicBezTo>
                  <a:pt x="4990" y="4966"/>
                  <a:pt x="5084" y="5249"/>
                  <a:pt x="5105" y="5310"/>
                </a:cubicBezTo>
                <a:cubicBezTo>
                  <a:pt x="5126" y="5371"/>
                  <a:pt x="5185" y="5567"/>
                  <a:pt x="5235" y="5750"/>
                </a:cubicBezTo>
                <a:cubicBezTo>
                  <a:pt x="5285" y="5932"/>
                  <a:pt x="5352" y="6137"/>
                  <a:pt x="5385" y="6205"/>
                </a:cubicBezTo>
                <a:cubicBezTo>
                  <a:pt x="5425" y="6289"/>
                  <a:pt x="5430" y="6377"/>
                  <a:pt x="5400" y="6469"/>
                </a:cubicBezTo>
                <a:cubicBezTo>
                  <a:pt x="5384" y="6514"/>
                  <a:pt x="5360" y="6560"/>
                  <a:pt x="5327" y="6606"/>
                </a:cubicBezTo>
                <a:cubicBezTo>
                  <a:pt x="5294" y="6653"/>
                  <a:pt x="5252" y="6701"/>
                  <a:pt x="5202" y="6747"/>
                </a:cubicBezTo>
                <a:cubicBezTo>
                  <a:pt x="5115" y="6828"/>
                  <a:pt x="4907" y="7058"/>
                  <a:pt x="4740" y="7261"/>
                </a:cubicBezTo>
                <a:cubicBezTo>
                  <a:pt x="4573" y="7464"/>
                  <a:pt x="4407" y="7663"/>
                  <a:pt x="4369" y="7704"/>
                </a:cubicBezTo>
                <a:cubicBezTo>
                  <a:pt x="4250" y="7829"/>
                  <a:pt x="4014" y="8161"/>
                  <a:pt x="3765" y="8540"/>
                </a:cubicBezTo>
                <a:cubicBezTo>
                  <a:pt x="3516" y="8919"/>
                  <a:pt x="3254" y="9345"/>
                  <a:pt x="3085" y="9657"/>
                </a:cubicBezTo>
                <a:cubicBezTo>
                  <a:pt x="2948" y="9910"/>
                  <a:pt x="2817" y="10155"/>
                  <a:pt x="2695" y="10397"/>
                </a:cubicBezTo>
                <a:cubicBezTo>
                  <a:pt x="2450" y="10880"/>
                  <a:pt x="2233" y="11349"/>
                  <a:pt x="2034" y="11822"/>
                </a:cubicBezTo>
                <a:cubicBezTo>
                  <a:pt x="1934" y="12059"/>
                  <a:pt x="1839" y="12299"/>
                  <a:pt x="1748" y="12541"/>
                </a:cubicBezTo>
                <a:cubicBezTo>
                  <a:pt x="1566" y="13025"/>
                  <a:pt x="1400" y="13523"/>
                  <a:pt x="1241" y="14058"/>
                </a:cubicBezTo>
                <a:cubicBezTo>
                  <a:pt x="1241" y="14058"/>
                  <a:pt x="1241" y="14060"/>
                  <a:pt x="1241" y="14061"/>
                </a:cubicBezTo>
                <a:cubicBezTo>
                  <a:pt x="1083" y="14596"/>
                  <a:pt x="932" y="15167"/>
                  <a:pt x="781" y="15794"/>
                </a:cubicBezTo>
                <a:cubicBezTo>
                  <a:pt x="749" y="15927"/>
                  <a:pt x="694" y="16157"/>
                  <a:pt x="658" y="16305"/>
                </a:cubicBezTo>
                <a:cubicBezTo>
                  <a:pt x="622" y="16453"/>
                  <a:pt x="592" y="16622"/>
                  <a:pt x="592" y="16680"/>
                </a:cubicBezTo>
                <a:cubicBezTo>
                  <a:pt x="592" y="16738"/>
                  <a:pt x="581" y="16806"/>
                  <a:pt x="566" y="16833"/>
                </a:cubicBezTo>
                <a:cubicBezTo>
                  <a:pt x="529" y="16897"/>
                  <a:pt x="449" y="17308"/>
                  <a:pt x="400" y="17651"/>
                </a:cubicBezTo>
                <a:cubicBezTo>
                  <a:pt x="383" y="17766"/>
                  <a:pt x="369" y="17872"/>
                  <a:pt x="362" y="17956"/>
                </a:cubicBezTo>
                <a:cubicBezTo>
                  <a:pt x="347" y="18137"/>
                  <a:pt x="319" y="18303"/>
                  <a:pt x="301" y="18323"/>
                </a:cubicBezTo>
                <a:cubicBezTo>
                  <a:pt x="282" y="18344"/>
                  <a:pt x="254" y="18543"/>
                  <a:pt x="238" y="18766"/>
                </a:cubicBezTo>
                <a:cubicBezTo>
                  <a:pt x="223" y="18989"/>
                  <a:pt x="193" y="19187"/>
                  <a:pt x="173" y="19209"/>
                </a:cubicBezTo>
                <a:cubicBezTo>
                  <a:pt x="153" y="19231"/>
                  <a:pt x="136" y="19374"/>
                  <a:pt x="136" y="19526"/>
                </a:cubicBezTo>
                <a:cubicBezTo>
                  <a:pt x="136" y="19678"/>
                  <a:pt x="119" y="19833"/>
                  <a:pt x="97" y="19872"/>
                </a:cubicBezTo>
                <a:cubicBezTo>
                  <a:pt x="75" y="19911"/>
                  <a:pt x="43" y="20317"/>
                  <a:pt x="28" y="20773"/>
                </a:cubicBezTo>
                <a:lnTo>
                  <a:pt x="0" y="21600"/>
                </a:lnTo>
                <a:lnTo>
                  <a:pt x="10801" y="21600"/>
                </a:lnTo>
                <a:lnTo>
                  <a:pt x="21600" y="21600"/>
                </a:lnTo>
                <a:lnTo>
                  <a:pt x="21572" y="20773"/>
                </a:lnTo>
                <a:cubicBezTo>
                  <a:pt x="21557" y="20317"/>
                  <a:pt x="21527" y="19911"/>
                  <a:pt x="21505" y="19872"/>
                </a:cubicBezTo>
                <a:cubicBezTo>
                  <a:pt x="21483" y="19833"/>
                  <a:pt x="21464" y="19678"/>
                  <a:pt x="21464" y="19526"/>
                </a:cubicBezTo>
                <a:cubicBezTo>
                  <a:pt x="21464" y="19374"/>
                  <a:pt x="21447" y="19231"/>
                  <a:pt x="21427" y="19209"/>
                </a:cubicBezTo>
                <a:cubicBezTo>
                  <a:pt x="21407" y="19187"/>
                  <a:pt x="21377" y="18989"/>
                  <a:pt x="21362" y="18766"/>
                </a:cubicBezTo>
                <a:cubicBezTo>
                  <a:pt x="21346" y="18543"/>
                  <a:pt x="21319" y="18344"/>
                  <a:pt x="21301" y="18323"/>
                </a:cubicBezTo>
                <a:cubicBezTo>
                  <a:pt x="21282" y="18303"/>
                  <a:pt x="21253" y="18137"/>
                  <a:pt x="21238" y="17956"/>
                </a:cubicBezTo>
                <a:cubicBezTo>
                  <a:pt x="21231" y="17872"/>
                  <a:pt x="21219" y="17766"/>
                  <a:pt x="21202" y="17651"/>
                </a:cubicBezTo>
                <a:cubicBezTo>
                  <a:pt x="21152" y="17308"/>
                  <a:pt x="21072" y="16897"/>
                  <a:pt x="21036" y="16833"/>
                </a:cubicBezTo>
                <a:cubicBezTo>
                  <a:pt x="21021" y="16806"/>
                  <a:pt x="21008" y="16738"/>
                  <a:pt x="21008" y="16680"/>
                </a:cubicBezTo>
                <a:cubicBezTo>
                  <a:pt x="21008" y="16631"/>
                  <a:pt x="21002" y="16578"/>
                  <a:pt x="20975" y="16452"/>
                </a:cubicBezTo>
                <a:cubicBezTo>
                  <a:pt x="20948" y="16325"/>
                  <a:pt x="20901" y="16124"/>
                  <a:pt x="20816" y="15777"/>
                </a:cubicBezTo>
                <a:cubicBezTo>
                  <a:pt x="20668" y="15172"/>
                  <a:pt x="20635" y="15050"/>
                  <a:pt x="20492" y="14524"/>
                </a:cubicBezTo>
                <a:cubicBezTo>
                  <a:pt x="20423" y="14272"/>
                  <a:pt x="20347" y="14015"/>
                  <a:pt x="20267" y="13759"/>
                </a:cubicBezTo>
                <a:cubicBezTo>
                  <a:pt x="20266" y="13758"/>
                  <a:pt x="20267" y="13756"/>
                  <a:pt x="20267" y="13756"/>
                </a:cubicBezTo>
                <a:cubicBezTo>
                  <a:pt x="20105" y="13241"/>
                  <a:pt x="19919" y="12724"/>
                  <a:pt x="19719" y="12215"/>
                </a:cubicBezTo>
                <a:cubicBezTo>
                  <a:pt x="19719" y="12215"/>
                  <a:pt x="19719" y="12213"/>
                  <a:pt x="19719" y="12213"/>
                </a:cubicBezTo>
                <a:cubicBezTo>
                  <a:pt x="19219" y="10940"/>
                  <a:pt x="18620" y="9734"/>
                  <a:pt x="18027" y="8833"/>
                </a:cubicBezTo>
                <a:cubicBezTo>
                  <a:pt x="17442" y="7945"/>
                  <a:pt x="17298" y="7742"/>
                  <a:pt x="17256" y="7742"/>
                </a:cubicBezTo>
                <a:cubicBezTo>
                  <a:pt x="17231" y="7741"/>
                  <a:pt x="17178" y="7675"/>
                  <a:pt x="17136" y="7592"/>
                </a:cubicBezTo>
                <a:cubicBezTo>
                  <a:pt x="17101" y="7523"/>
                  <a:pt x="17045" y="7443"/>
                  <a:pt x="16937" y="7319"/>
                </a:cubicBezTo>
                <a:cubicBezTo>
                  <a:pt x="16829" y="7196"/>
                  <a:pt x="16669" y="7029"/>
                  <a:pt x="16429" y="6782"/>
                </a:cubicBezTo>
                <a:cubicBezTo>
                  <a:pt x="16330" y="6680"/>
                  <a:pt x="16226" y="6555"/>
                  <a:pt x="16199" y="6507"/>
                </a:cubicBezTo>
                <a:cubicBezTo>
                  <a:pt x="16143" y="6407"/>
                  <a:pt x="16159" y="6330"/>
                  <a:pt x="16368" y="5715"/>
                </a:cubicBezTo>
                <a:cubicBezTo>
                  <a:pt x="16437" y="5512"/>
                  <a:pt x="16507" y="5294"/>
                  <a:pt x="16523" y="5234"/>
                </a:cubicBezTo>
                <a:cubicBezTo>
                  <a:pt x="16539" y="5173"/>
                  <a:pt x="16621" y="4923"/>
                  <a:pt x="16705" y="4676"/>
                </a:cubicBezTo>
                <a:cubicBezTo>
                  <a:pt x="16845" y="4267"/>
                  <a:pt x="16999" y="3775"/>
                  <a:pt x="17271" y="2875"/>
                </a:cubicBezTo>
                <a:cubicBezTo>
                  <a:pt x="17326" y="2692"/>
                  <a:pt x="17398" y="2493"/>
                  <a:pt x="17430" y="2429"/>
                </a:cubicBezTo>
                <a:cubicBezTo>
                  <a:pt x="17462" y="2365"/>
                  <a:pt x="17488" y="2291"/>
                  <a:pt x="17488" y="2265"/>
                </a:cubicBezTo>
                <a:cubicBezTo>
                  <a:pt x="17488" y="2239"/>
                  <a:pt x="17591" y="1917"/>
                  <a:pt x="17716" y="1549"/>
                </a:cubicBezTo>
                <a:cubicBezTo>
                  <a:pt x="17781" y="1359"/>
                  <a:pt x="17831" y="1195"/>
                  <a:pt x="17868" y="1053"/>
                </a:cubicBezTo>
                <a:cubicBezTo>
                  <a:pt x="17905" y="911"/>
                  <a:pt x="17929" y="790"/>
                  <a:pt x="17940" y="684"/>
                </a:cubicBezTo>
                <a:cubicBezTo>
                  <a:pt x="17961" y="470"/>
                  <a:pt x="17931" y="316"/>
                  <a:pt x="17854" y="170"/>
                </a:cubicBezTo>
                <a:cubicBezTo>
                  <a:pt x="17782" y="34"/>
                  <a:pt x="17721" y="0"/>
                  <a:pt x="17545" y="0"/>
                </a:cubicBezTo>
                <a:cubicBezTo>
                  <a:pt x="17494" y="0"/>
                  <a:pt x="17451" y="7"/>
                  <a:pt x="17411" y="21"/>
                </a:cubicBezTo>
                <a:cubicBezTo>
                  <a:pt x="17398" y="25"/>
                  <a:pt x="17387" y="33"/>
                  <a:pt x="17376" y="38"/>
                </a:cubicBezTo>
                <a:cubicBezTo>
                  <a:pt x="17348" y="52"/>
                  <a:pt x="17321" y="70"/>
                  <a:pt x="17297" y="94"/>
                </a:cubicBezTo>
                <a:cubicBezTo>
                  <a:pt x="17288" y="103"/>
                  <a:pt x="17279" y="110"/>
                  <a:pt x="17271" y="120"/>
                </a:cubicBezTo>
                <a:cubicBezTo>
                  <a:pt x="17241" y="158"/>
                  <a:pt x="17212" y="203"/>
                  <a:pt x="17185" y="264"/>
                </a:cubicBezTo>
                <a:cubicBezTo>
                  <a:pt x="17156" y="331"/>
                  <a:pt x="17129" y="415"/>
                  <a:pt x="17100" y="516"/>
                </a:cubicBezTo>
                <a:cubicBezTo>
                  <a:pt x="16986" y="910"/>
                  <a:pt x="16774" y="1590"/>
                  <a:pt x="16743" y="1660"/>
                </a:cubicBezTo>
                <a:cubicBezTo>
                  <a:pt x="16707" y="1742"/>
                  <a:pt x="16590" y="2110"/>
                  <a:pt x="16403" y="2728"/>
                </a:cubicBezTo>
                <a:cubicBezTo>
                  <a:pt x="16335" y="2951"/>
                  <a:pt x="16254" y="3186"/>
                  <a:pt x="16222" y="3250"/>
                </a:cubicBezTo>
                <a:cubicBezTo>
                  <a:pt x="16206" y="3282"/>
                  <a:pt x="16191" y="3318"/>
                  <a:pt x="16181" y="3350"/>
                </a:cubicBezTo>
                <a:cubicBezTo>
                  <a:pt x="16170" y="3382"/>
                  <a:pt x="16163" y="3410"/>
                  <a:pt x="16163" y="3426"/>
                </a:cubicBezTo>
                <a:cubicBezTo>
                  <a:pt x="16163" y="3460"/>
                  <a:pt x="16055" y="3806"/>
                  <a:pt x="15923" y="4195"/>
                </a:cubicBezTo>
                <a:cubicBezTo>
                  <a:pt x="15790" y="4584"/>
                  <a:pt x="15646" y="5026"/>
                  <a:pt x="15604" y="5175"/>
                </a:cubicBezTo>
                <a:cubicBezTo>
                  <a:pt x="15561" y="5323"/>
                  <a:pt x="15496" y="5518"/>
                  <a:pt x="15457" y="5609"/>
                </a:cubicBezTo>
                <a:cubicBezTo>
                  <a:pt x="15419" y="5698"/>
                  <a:pt x="15395" y="5743"/>
                  <a:pt x="15332" y="5726"/>
                </a:cubicBezTo>
                <a:cubicBezTo>
                  <a:pt x="15301" y="5718"/>
                  <a:pt x="15259" y="5696"/>
                  <a:pt x="15202" y="5656"/>
                </a:cubicBezTo>
                <a:cubicBezTo>
                  <a:pt x="15145" y="5616"/>
                  <a:pt x="15073" y="5557"/>
                  <a:pt x="14977" y="5483"/>
                </a:cubicBezTo>
                <a:cubicBezTo>
                  <a:pt x="14905" y="5427"/>
                  <a:pt x="14829" y="5383"/>
                  <a:pt x="14806" y="5383"/>
                </a:cubicBezTo>
                <a:cubicBezTo>
                  <a:pt x="14784" y="5383"/>
                  <a:pt x="14712" y="5332"/>
                  <a:pt x="14647" y="5272"/>
                </a:cubicBezTo>
                <a:cubicBezTo>
                  <a:pt x="14581" y="5211"/>
                  <a:pt x="14496" y="5163"/>
                  <a:pt x="14458" y="5163"/>
                </a:cubicBezTo>
                <a:cubicBezTo>
                  <a:pt x="14438" y="5163"/>
                  <a:pt x="14419" y="5152"/>
                  <a:pt x="14402" y="5140"/>
                </a:cubicBezTo>
                <a:cubicBezTo>
                  <a:pt x="14385" y="5127"/>
                  <a:pt x="14370" y="5112"/>
                  <a:pt x="14364" y="5093"/>
                </a:cubicBezTo>
                <a:cubicBezTo>
                  <a:pt x="14351" y="5055"/>
                  <a:pt x="14256" y="5000"/>
                  <a:pt x="14153" y="4972"/>
                </a:cubicBezTo>
                <a:cubicBezTo>
                  <a:pt x="14051" y="4945"/>
                  <a:pt x="13959" y="4896"/>
                  <a:pt x="13948" y="4864"/>
                </a:cubicBezTo>
                <a:cubicBezTo>
                  <a:pt x="13937" y="4832"/>
                  <a:pt x="13833" y="4783"/>
                  <a:pt x="13719" y="4755"/>
                </a:cubicBezTo>
                <a:cubicBezTo>
                  <a:pt x="13662" y="4741"/>
                  <a:pt x="13609" y="4723"/>
                  <a:pt x="13568" y="4703"/>
                </a:cubicBezTo>
                <a:cubicBezTo>
                  <a:pt x="13527" y="4682"/>
                  <a:pt x="13498" y="4661"/>
                  <a:pt x="13492" y="4644"/>
                </a:cubicBezTo>
                <a:cubicBezTo>
                  <a:pt x="13481" y="4610"/>
                  <a:pt x="13345" y="4561"/>
                  <a:pt x="13192" y="4532"/>
                </a:cubicBezTo>
                <a:cubicBezTo>
                  <a:pt x="13114" y="4518"/>
                  <a:pt x="13040" y="4497"/>
                  <a:pt x="12981" y="4477"/>
                </a:cubicBezTo>
                <a:cubicBezTo>
                  <a:pt x="12923" y="4456"/>
                  <a:pt x="12881" y="4435"/>
                  <a:pt x="12869" y="4418"/>
                </a:cubicBezTo>
                <a:cubicBezTo>
                  <a:pt x="12857" y="4401"/>
                  <a:pt x="12803" y="4382"/>
                  <a:pt x="12725" y="4362"/>
                </a:cubicBezTo>
                <a:cubicBezTo>
                  <a:pt x="12646" y="4342"/>
                  <a:pt x="12543" y="4320"/>
                  <a:pt x="12435" y="4307"/>
                </a:cubicBezTo>
                <a:cubicBezTo>
                  <a:pt x="12220" y="4279"/>
                  <a:pt x="12022" y="4226"/>
                  <a:pt x="11996" y="4189"/>
                </a:cubicBezTo>
                <a:cubicBezTo>
                  <a:pt x="11988" y="4178"/>
                  <a:pt x="11945" y="4171"/>
                  <a:pt x="11878" y="4163"/>
                </a:cubicBezTo>
                <a:cubicBezTo>
                  <a:pt x="11810" y="4155"/>
                  <a:pt x="11716" y="4148"/>
                  <a:pt x="11605" y="4142"/>
                </a:cubicBezTo>
                <a:cubicBezTo>
                  <a:pt x="10938" y="4110"/>
                  <a:pt x="9652" y="4124"/>
                  <a:pt x="9605" y="4189"/>
                </a:cubicBezTo>
                <a:cubicBezTo>
                  <a:pt x="9579" y="4226"/>
                  <a:pt x="9382" y="4279"/>
                  <a:pt x="9166" y="4307"/>
                </a:cubicBezTo>
                <a:cubicBezTo>
                  <a:pt x="8951" y="4334"/>
                  <a:pt x="8754" y="4386"/>
                  <a:pt x="8731" y="4421"/>
                </a:cubicBezTo>
                <a:cubicBezTo>
                  <a:pt x="8707" y="4455"/>
                  <a:pt x="8563" y="4506"/>
                  <a:pt x="8408" y="4535"/>
                </a:cubicBezTo>
                <a:cubicBezTo>
                  <a:pt x="8254" y="4564"/>
                  <a:pt x="8119" y="4615"/>
                  <a:pt x="8108" y="4647"/>
                </a:cubicBezTo>
                <a:cubicBezTo>
                  <a:pt x="8097" y="4679"/>
                  <a:pt x="7995" y="4727"/>
                  <a:pt x="7881" y="4755"/>
                </a:cubicBezTo>
                <a:cubicBezTo>
                  <a:pt x="7767" y="4783"/>
                  <a:pt x="7663" y="4836"/>
                  <a:pt x="7651" y="4873"/>
                </a:cubicBezTo>
                <a:cubicBezTo>
                  <a:pt x="7638" y="4909"/>
                  <a:pt x="7587" y="4940"/>
                  <a:pt x="7537" y="4940"/>
                </a:cubicBezTo>
                <a:cubicBezTo>
                  <a:pt x="7487" y="4940"/>
                  <a:pt x="7393" y="4991"/>
                  <a:pt x="7328" y="5052"/>
                </a:cubicBezTo>
                <a:cubicBezTo>
                  <a:pt x="7296" y="5082"/>
                  <a:pt x="7257" y="5108"/>
                  <a:pt x="7223" y="5128"/>
                </a:cubicBezTo>
                <a:cubicBezTo>
                  <a:pt x="7190" y="5148"/>
                  <a:pt x="7159" y="5163"/>
                  <a:pt x="7141" y="5163"/>
                </a:cubicBezTo>
                <a:cubicBezTo>
                  <a:pt x="7104" y="5163"/>
                  <a:pt x="7020" y="5211"/>
                  <a:pt x="6955" y="5272"/>
                </a:cubicBezTo>
                <a:cubicBezTo>
                  <a:pt x="6890" y="5332"/>
                  <a:pt x="6818" y="5383"/>
                  <a:pt x="6796" y="5383"/>
                </a:cubicBezTo>
                <a:cubicBezTo>
                  <a:pt x="6773" y="5383"/>
                  <a:pt x="6696" y="5427"/>
                  <a:pt x="6625" y="5483"/>
                </a:cubicBezTo>
                <a:cubicBezTo>
                  <a:pt x="6528" y="5558"/>
                  <a:pt x="6453" y="5616"/>
                  <a:pt x="6396" y="5656"/>
                </a:cubicBezTo>
                <a:cubicBezTo>
                  <a:pt x="6339" y="5696"/>
                  <a:pt x="6299" y="5719"/>
                  <a:pt x="6268" y="5726"/>
                </a:cubicBezTo>
                <a:cubicBezTo>
                  <a:pt x="6205" y="5741"/>
                  <a:pt x="6180" y="5693"/>
                  <a:pt x="6139" y="5597"/>
                </a:cubicBezTo>
                <a:cubicBezTo>
                  <a:pt x="6098" y="5499"/>
                  <a:pt x="6023" y="5269"/>
                  <a:pt x="5972" y="5087"/>
                </a:cubicBezTo>
                <a:cubicBezTo>
                  <a:pt x="5921" y="4904"/>
                  <a:pt x="5789" y="4498"/>
                  <a:pt x="5677" y="4180"/>
                </a:cubicBezTo>
                <a:cubicBezTo>
                  <a:pt x="5566" y="3863"/>
                  <a:pt x="5457" y="3529"/>
                  <a:pt x="5436" y="3441"/>
                </a:cubicBezTo>
                <a:cubicBezTo>
                  <a:pt x="5414" y="3353"/>
                  <a:pt x="5379" y="3232"/>
                  <a:pt x="5357" y="3171"/>
                </a:cubicBezTo>
                <a:cubicBezTo>
                  <a:pt x="5246" y="2867"/>
                  <a:pt x="4982" y="2056"/>
                  <a:pt x="4982" y="2018"/>
                </a:cubicBezTo>
                <a:cubicBezTo>
                  <a:pt x="4982" y="1995"/>
                  <a:pt x="4948" y="1888"/>
                  <a:pt x="4905" y="1781"/>
                </a:cubicBezTo>
                <a:cubicBezTo>
                  <a:pt x="4834" y="1603"/>
                  <a:pt x="4638" y="993"/>
                  <a:pt x="4500" y="516"/>
                </a:cubicBezTo>
                <a:cubicBezTo>
                  <a:pt x="4384" y="116"/>
                  <a:pt x="4287" y="0"/>
                  <a:pt x="4061" y="0"/>
                </a:cubicBezTo>
                <a:close/>
              </a:path>
            </a:pathLst>
          </a:custGeom>
          <a:ln w="12700">
            <a:miter lim="400000"/>
          </a:ln>
        </p:spPr>
      </p:pic>
      <p:pic>
        <p:nvPicPr>
          <p:cNvPr id="51" name="android-logo.png" descr="android-logo.png"/>
          <p:cNvPicPr>
            <a:picLocks noChangeAspect="1"/>
          </p:cNvPicPr>
          <p:nvPr/>
        </p:nvPicPr>
        <p:blipFill>
          <a:blip r:embed="rId3">
            <a:extLst/>
          </a:blip>
          <a:stretch>
            <a:fillRect/>
          </a:stretch>
        </p:blipFill>
        <p:spPr>
          <a:xfrm>
            <a:off x="1193539" y="1343575"/>
            <a:ext cx="6633271" cy="3862266"/>
          </a:xfrm>
          <a:prstGeom prst="rect">
            <a:avLst/>
          </a:prstGeom>
          <a:ln w="12700">
            <a:miter lim="400000"/>
          </a:ln>
        </p:spPr>
      </p:pic>
      <p:sp>
        <p:nvSpPr>
          <p:cNvPr id="52"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636363"/>
        </a:solidFill>
      </p:bgPr>
    </p:bg>
    <p:spTree>
      <p:nvGrpSpPr>
        <p:cNvPr id="1" name=""/>
        <p:cNvGrpSpPr/>
        <p:nvPr/>
      </p:nvGrpSpPr>
      <p:grpSpPr>
        <a:xfrm>
          <a:off x="0" y="0"/>
          <a:ext cx="0" cy="0"/>
          <a:chOff x="0" y="0"/>
          <a:chExt cx="0" cy="0"/>
        </a:xfrm>
      </p:grpSpPr>
      <p:sp>
        <p:nvSpPr>
          <p:cNvPr id="2" name="矩形 9"/>
          <p:cNvSpPr/>
          <p:nvPr/>
        </p:nvSpPr>
        <p:spPr>
          <a:xfrm>
            <a:off x="6478240" y="6289783"/>
            <a:ext cx="2411761" cy="416921"/>
          </a:xfrm>
          <a:prstGeom prst="rect">
            <a:avLst/>
          </a:prstGeom>
          <a:solidFill>
            <a:srgbClr val="80B647"/>
          </a:solidFill>
          <a:ln w="12700">
            <a:miter lim="400000"/>
          </a:ln>
        </p:spPr>
        <p:txBody>
          <a:bodyPr lIns="45719" rIns="45719" anchor="ctr"/>
          <a:lstStyle/>
          <a:p>
            <a:pPr algn="ctr">
              <a:defRPr>
                <a:solidFill>
                  <a:srgbClr val="FFFFFF"/>
                </a:solidFill>
              </a:defRPr>
            </a:pPr>
          </a:p>
        </p:txBody>
      </p:sp>
      <p:sp>
        <p:nvSpPr>
          <p:cNvPr id="3" name="矩形 6"/>
          <p:cNvSpPr/>
          <p:nvPr/>
        </p:nvSpPr>
        <p:spPr>
          <a:xfrm>
            <a:off x="2870199" y="260647"/>
            <a:ext cx="2072309" cy="504058"/>
          </a:xfrm>
          <a:prstGeom prst="rect">
            <a:avLst/>
          </a:prstGeom>
          <a:solidFill>
            <a:srgbClr val="80B647"/>
          </a:solidFill>
          <a:ln w="12700">
            <a:miter lim="400000"/>
          </a:ln>
        </p:spPr>
        <p:txBody>
          <a:bodyPr lIns="45719" rIns="45719" anchor="ctr"/>
          <a:lstStyle/>
          <a:p>
            <a:pPr algn="ctr">
              <a:defRPr>
                <a:solidFill>
                  <a:srgbClr val="FFFFFF"/>
                </a:solidFill>
              </a:defRPr>
            </a:pPr>
          </a:p>
        </p:txBody>
      </p:sp>
      <p:sp>
        <p:nvSpPr>
          <p:cNvPr id="4" name="矩形 9"/>
          <p:cNvSpPr/>
          <p:nvPr/>
        </p:nvSpPr>
        <p:spPr>
          <a:xfrm>
            <a:off x="6732240" y="6289783"/>
            <a:ext cx="2411761" cy="416921"/>
          </a:xfrm>
          <a:prstGeom prst="rect">
            <a:avLst/>
          </a:prstGeom>
          <a:solidFill>
            <a:srgbClr val="92D050"/>
          </a:solidFill>
          <a:ln w="12700">
            <a:miter lim="400000"/>
          </a:ln>
        </p:spPr>
        <p:txBody>
          <a:bodyPr lIns="45719" rIns="45719" anchor="ctr"/>
          <a:lstStyle/>
          <a:p>
            <a:pPr algn="ctr">
              <a:defRPr>
                <a:solidFill>
                  <a:srgbClr val="FFFFFF"/>
                </a:solidFill>
              </a:defRPr>
            </a:pPr>
          </a:p>
        </p:txBody>
      </p:sp>
      <p:sp>
        <p:nvSpPr>
          <p:cNvPr id="5" name="标题 3"/>
          <p:cNvSpPr txBox="1"/>
          <p:nvPr/>
        </p:nvSpPr>
        <p:spPr>
          <a:xfrm>
            <a:off x="7001688" y="6289783"/>
            <a:ext cx="2322841" cy="595602"/>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defRPr b="1" sz="2000">
                <a:solidFill>
                  <a:srgbClr val="FFFFFF"/>
                </a:solidFill>
              </a:defRPr>
            </a:lvl1pPr>
          </a:lstStyle>
          <a:p>
            <a:pPr/>
            <a:r>
              <a:t>电子工业出版社</a:t>
            </a:r>
          </a:p>
        </p:txBody>
      </p:sp>
      <p:sp>
        <p:nvSpPr>
          <p:cNvPr id="6" name="矩形 6"/>
          <p:cNvSpPr/>
          <p:nvPr/>
        </p:nvSpPr>
        <p:spPr>
          <a:xfrm>
            <a:off x="-1" y="260647"/>
            <a:ext cx="4587901" cy="504058"/>
          </a:xfrm>
          <a:prstGeom prst="rect">
            <a:avLst/>
          </a:prstGeom>
          <a:solidFill>
            <a:srgbClr val="92D050"/>
          </a:solidFill>
          <a:ln w="12700">
            <a:miter lim="400000"/>
          </a:ln>
        </p:spPr>
        <p:txBody>
          <a:bodyPr lIns="45719" rIns="45719" anchor="ctr"/>
          <a:lstStyle/>
          <a:p>
            <a:pPr algn="ctr">
              <a:defRPr>
                <a:solidFill>
                  <a:srgbClr val="FFFFFF"/>
                </a:solidFill>
              </a:defRPr>
            </a:pPr>
          </a:p>
        </p:txBody>
      </p:sp>
      <p:sp>
        <p:nvSpPr>
          <p:cNvPr id="7" name="标题 3"/>
          <p:cNvSpPr txBox="1"/>
          <p:nvPr/>
        </p:nvSpPr>
        <p:spPr>
          <a:xfrm>
            <a:off x="359915" y="260647"/>
            <a:ext cx="3885606" cy="720082"/>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defRPr b="1" sz="2400">
                <a:solidFill>
                  <a:srgbClr val="FFFFFF"/>
                </a:solidFill>
              </a:defRPr>
            </a:lvl1pPr>
          </a:lstStyle>
          <a:p>
            <a:pPr/>
            <a:r>
              <a:t>Android移动应用程序开发</a:t>
            </a:r>
          </a:p>
        </p:txBody>
      </p:sp>
      <p:pic>
        <p:nvPicPr>
          <p:cNvPr id="8" name="android-logo.png" descr="android-logo.png"/>
          <p:cNvPicPr>
            <a:picLocks noChangeAspect="1"/>
          </p:cNvPicPr>
          <p:nvPr/>
        </p:nvPicPr>
        <p:blipFill>
          <a:blip r:embed="rId2">
            <a:extLst/>
          </a:blip>
          <a:stretch>
            <a:fillRect/>
          </a:stretch>
        </p:blipFill>
        <p:spPr>
          <a:xfrm rot="12470266">
            <a:off x="7241471" y="17381"/>
            <a:ext cx="2072309" cy="1206615"/>
          </a:xfrm>
          <a:prstGeom prst="rect">
            <a:avLst/>
          </a:prstGeom>
          <a:ln w="12700">
            <a:miter lim="400000"/>
          </a:ln>
        </p:spPr>
      </p:pic>
      <p:pic>
        <p:nvPicPr>
          <p:cNvPr id="9" name="android-logo.png" descr="android-logo.png"/>
          <p:cNvPicPr>
            <a:picLocks noChangeAspect="1"/>
          </p:cNvPicPr>
          <p:nvPr/>
        </p:nvPicPr>
        <p:blipFill>
          <a:blip r:embed="rId2">
            <a:extLst/>
          </a:blip>
          <a:stretch>
            <a:fillRect/>
          </a:stretch>
        </p:blipFill>
        <p:spPr>
          <a:xfrm flipH="1" rot="1670266">
            <a:off x="7938561" y="-775764"/>
            <a:ext cx="2072309" cy="1206616"/>
          </a:xfrm>
          <a:prstGeom prst="rect">
            <a:avLst/>
          </a:prstGeom>
          <a:ln w="12700">
            <a:miter lim="400000"/>
          </a:ln>
        </p:spPr>
      </p:pic>
      <p:sp>
        <p:nvSpPr>
          <p:cNvPr id="10" name="标题文本"/>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标题文本</a:t>
            </a:r>
          </a:p>
        </p:txBody>
      </p:sp>
      <p:sp>
        <p:nvSpPr>
          <p:cNvPr id="11" name="正文级别 1…"/>
          <p:cNvSpPr txBox="1"/>
          <p:nvPr>
            <p:ph type="body" idx="1"/>
          </p:nvPr>
        </p:nvSpPr>
        <p:spPr>
          <a:xfrm>
            <a:off x="457200" y="1600200"/>
            <a:ext cx="82296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正文级别 1</a:t>
            </a:r>
          </a:p>
          <a:p>
            <a:pPr lvl="1"/>
            <a:r>
              <a:t>正文级别 2</a:t>
            </a:r>
          </a:p>
          <a:p>
            <a:pPr lvl="2"/>
            <a:r>
              <a:t>正文级别 3</a:t>
            </a:r>
          </a:p>
          <a:p>
            <a:pPr lvl="3"/>
            <a:r>
              <a:t>正文级别 4</a:t>
            </a:r>
          </a:p>
          <a:p>
            <a:pPr lvl="4"/>
            <a:r>
              <a:t>正文级别 5</a:t>
            </a:r>
          </a:p>
        </p:txBody>
      </p:sp>
      <p:sp>
        <p:nvSpPr>
          <p:cNvPr id="12" name="幻灯片编号"/>
          <p:cNvSpPr txBox="1"/>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FFFFFF"/>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ln>
            <a:noFill/>
          </a:ln>
          <a:solidFill>
            <a:srgbClr val="FFFFFF"/>
          </a:solidFill>
          <a:uFillTx/>
          <a:latin typeface="+mn-lt"/>
          <a:ea typeface="+mn-ea"/>
          <a:cs typeface="+mn-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ln>
            <a:noFill/>
          </a:ln>
          <a:solidFill>
            <a:srgbClr val="FFFFFF"/>
          </a:solidFill>
          <a:uFillTx/>
          <a:latin typeface="+mn-lt"/>
          <a:ea typeface="+mn-ea"/>
          <a:cs typeface="+mn-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ln>
            <a:noFill/>
          </a:ln>
          <a:solidFill>
            <a:srgbClr val="FFFFFF"/>
          </a:solidFill>
          <a:uFillTx/>
          <a:latin typeface="+mn-lt"/>
          <a:ea typeface="+mn-ea"/>
          <a:cs typeface="+mn-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ln>
            <a:noFill/>
          </a:ln>
          <a:solidFill>
            <a:srgbClr val="FFFFFF"/>
          </a:solidFill>
          <a:uFillTx/>
          <a:latin typeface="+mn-lt"/>
          <a:ea typeface="+mn-ea"/>
          <a:cs typeface="+mn-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ln>
            <a:noFill/>
          </a:ln>
          <a:solidFill>
            <a:srgbClr val="FFFFFF"/>
          </a:solidFill>
          <a:uFillTx/>
          <a:latin typeface="+mn-lt"/>
          <a:ea typeface="+mn-ea"/>
          <a:cs typeface="+mn-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ln>
            <a:noFill/>
          </a:ln>
          <a:solidFill>
            <a:srgbClr val="FFFFFF"/>
          </a:solidFill>
          <a:uFillTx/>
          <a:latin typeface="+mn-lt"/>
          <a:ea typeface="+mn-ea"/>
          <a:cs typeface="+mn-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ln>
            <a:noFill/>
          </a:ln>
          <a:solidFill>
            <a:srgbClr val="FFFFFF"/>
          </a:solidFill>
          <a:uFillTx/>
          <a:latin typeface="+mn-lt"/>
          <a:ea typeface="+mn-ea"/>
          <a:cs typeface="+mn-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ln>
            <a:noFill/>
          </a:ln>
          <a:solidFill>
            <a:srgbClr val="FFFFFF"/>
          </a:solidFill>
          <a:uFillTx/>
          <a:latin typeface="+mn-lt"/>
          <a:ea typeface="+mn-ea"/>
          <a:cs typeface="+mn-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ln>
            <a:noFill/>
          </a:ln>
          <a:solidFill>
            <a:srgbClr val="FFFFFF"/>
          </a:solidFill>
          <a:uFillTx/>
          <a:latin typeface="+mn-lt"/>
          <a:ea typeface="+mn-ea"/>
          <a:cs typeface="+mn-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FFFFFF"/>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FFFFFF"/>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FFFFFF"/>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FFFFFF"/>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FFFFFF"/>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FFFFFF"/>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FFFFFF"/>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FFFFFF"/>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FFFFFF"/>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1" name="图像" descr="图像"/>
          <p:cNvPicPr>
            <a:picLocks noChangeAspect="1"/>
          </p:cNvPicPr>
          <p:nvPr/>
        </p:nvPicPr>
        <p:blipFill>
          <a:blip r:embed="rId2">
            <a:extLst/>
          </a:blip>
          <a:stretch>
            <a:fillRect/>
          </a:stretch>
        </p:blipFill>
        <p:spPr>
          <a:xfrm>
            <a:off x="1238250" y="1661509"/>
            <a:ext cx="6949399" cy="4320191"/>
          </a:xfrm>
          <a:prstGeom prst="rect">
            <a:avLst/>
          </a:prstGeom>
          <a:ln w="12700">
            <a:miter lim="400000"/>
          </a:ln>
        </p:spPr>
      </p:pic>
      <p:sp>
        <p:nvSpPr>
          <p:cNvPr id="62" name="Rectangle 1"/>
          <p:cNvSpPr txBox="1"/>
          <p:nvPr/>
        </p:nvSpPr>
        <p:spPr>
          <a:xfrm>
            <a:off x="3070402" y="908230"/>
            <a:ext cx="3285094" cy="609753"/>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lgn="ctr">
              <a:defRPr sz="2800" u="sng">
                <a:solidFill>
                  <a:srgbClr val="FFFFFF"/>
                </a:solidFill>
              </a:defRPr>
            </a:lvl1pPr>
          </a:lstStyle>
          <a:p>
            <a:pPr/>
            <a:r>
              <a:t>第3章 UI布局控件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64" name="表格 7"/>
          <p:cNvGraphicFramePr/>
          <p:nvPr/>
        </p:nvGraphicFramePr>
        <p:xfrm>
          <a:off x="611560" y="1628799"/>
          <a:ext cx="7992889" cy="432048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992888"/>
              </a:tblGrid>
              <a:tr h="4320479">
                <a:tc>
                  <a:txBody>
                    <a:bodyPr/>
                    <a:lstStyle/>
                    <a:p>
                      <a:pPr indent="289559" algn="just">
                        <a:lnSpc>
                          <a:spcPct val="115000"/>
                        </a:lnSpc>
                        <a:defRPr sz="1800"/>
                      </a:pPr>
                      <a:r>
                        <a:rPr b="1">
                          <a:solidFill>
                            <a:srgbClr val="FFFFFF"/>
                          </a:solidFill>
                          <a:latin typeface="等线"/>
                          <a:ea typeface="等线"/>
                          <a:cs typeface="等线"/>
                          <a:sym typeface="等线"/>
                        </a:rPr>
                        <a:t>虽然UI控件可以不依靠UI布局控件单独使用，但是在实际使用中，几乎很少只使用一个UI控件。当多个UI控件同时使用时，需要通过UI布局控件组织控件的排列方式和位置。相同的界面效果可以使用不同的UI布局控件实现，因此需要熟悉各种UI布局控件的特点，选择最适合的UI布局控件。</a:t>
                      </a:r>
                    </a:p>
                  </a:txBody>
                  <a:tcPr marL="137160" marR="137160" marT="137160" marB="13716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376092"/>
                    </a:solidFill>
                  </a:tcPr>
                </a:tc>
              </a:tr>
            </a:tbl>
          </a:graphicData>
        </a:graphic>
      </p:graphicFrame>
      <p:pic>
        <p:nvPicPr>
          <p:cNvPr id="65" name="图像" descr="图像"/>
          <p:cNvPicPr>
            <a:picLocks noChangeAspect="1"/>
          </p:cNvPicPr>
          <p:nvPr/>
        </p:nvPicPr>
        <p:blipFill>
          <a:blip r:embed="rId2">
            <a:extLst/>
          </a:blip>
          <a:stretch>
            <a:fillRect/>
          </a:stretch>
        </p:blipFill>
        <p:spPr>
          <a:xfrm>
            <a:off x="3869853" y="3883099"/>
            <a:ext cx="1476302" cy="1476301"/>
          </a:xfrm>
          <a:prstGeom prst="rect">
            <a:avLst/>
          </a:prstGeom>
          <a:ln w="12700">
            <a:miter lim="400000"/>
          </a:ln>
        </p:spPr>
      </p:pic>
      <p:sp>
        <p:nvSpPr>
          <p:cNvPr id="66" name="Rectangle 1"/>
          <p:cNvSpPr txBox="1"/>
          <p:nvPr/>
        </p:nvSpPr>
        <p:spPr>
          <a:xfrm>
            <a:off x="4164329" y="888700"/>
            <a:ext cx="815341" cy="609754"/>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defRPr sz="2800" u="sng">
                <a:solidFill>
                  <a:srgbClr val="FFFFFF"/>
                </a:solidFill>
              </a:defRPr>
            </a:lvl1pPr>
          </a:lstStyle>
          <a:p>
            <a:pPr/>
            <a:r>
              <a:t>概述</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 name="3.1  线 性 布 局"/>
          <p:cNvSpPr txBox="1"/>
          <p:nvPr/>
        </p:nvSpPr>
        <p:spPr>
          <a:xfrm>
            <a:off x="347979" y="1013142"/>
            <a:ext cx="1943449" cy="408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indent="289559" algn="just">
              <a:lnSpc>
                <a:spcPct val="115000"/>
              </a:lnSpc>
              <a:defRPr b="1">
                <a:solidFill>
                  <a:srgbClr val="FFFFFF"/>
                </a:solidFill>
                <a:latin typeface="等线"/>
                <a:ea typeface="等线"/>
                <a:cs typeface="等线"/>
                <a:sym typeface="等线"/>
              </a:defRPr>
            </a:lvl1pPr>
          </a:lstStyle>
          <a:p>
            <a:pPr/>
            <a:r>
              <a:t>3.1  线 性 布 局</a:t>
            </a:r>
          </a:p>
        </p:txBody>
      </p:sp>
      <p:sp>
        <p:nvSpPr>
          <p:cNvPr id="69" name="LinearLayout控件（android.widget.LinearLayout）是进行水平或垂直排列布局的UI控件，是android.view.ViewGroup的子类。"/>
          <p:cNvSpPr txBox="1"/>
          <p:nvPr/>
        </p:nvSpPr>
        <p:spPr>
          <a:xfrm>
            <a:off x="347979" y="1365721"/>
            <a:ext cx="8378839" cy="77406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indent="289559" algn="just">
              <a:lnSpc>
                <a:spcPct val="115000"/>
              </a:lnSpc>
              <a:defRPr b="1">
                <a:solidFill>
                  <a:srgbClr val="FFFFFF"/>
                </a:solidFill>
                <a:latin typeface="等线"/>
                <a:ea typeface="等线"/>
                <a:cs typeface="等线"/>
                <a:sym typeface="等线"/>
              </a:defRPr>
            </a:lvl1pPr>
          </a:lstStyle>
          <a:p>
            <a:pPr/>
            <a:r>
              <a:t>LinearLayout控件（android.widget.LinearLayout）是进行水平或垂直排列布局的UI控件，是android.view.ViewGroup的子类。</a:t>
            </a:r>
          </a:p>
        </p:txBody>
      </p:sp>
      <p:pic>
        <p:nvPicPr>
          <p:cNvPr id="70" name="图像" descr="图像"/>
          <p:cNvPicPr>
            <a:picLocks noChangeAspect="1"/>
          </p:cNvPicPr>
          <p:nvPr/>
        </p:nvPicPr>
        <p:blipFill>
          <a:blip r:embed="rId2">
            <a:extLst/>
          </a:blip>
          <a:stretch>
            <a:fillRect/>
          </a:stretch>
        </p:blipFill>
        <p:spPr>
          <a:xfrm>
            <a:off x="3694920" y="2317831"/>
            <a:ext cx="1943449" cy="3793908"/>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 name="3.2  相 对 布 局"/>
          <p:cNvSpPr txBox="1"/>
          <p:nvPr/>
        </p:nvSpPr>
        <p:spPr>
          <a:xfrm>
            <a:off x="347979" y="1013142"/>
            <a:ext cx="1943449" cy="408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indent="289559" algn="just">
              <a:lnSpc>
                <a:spcPct val="115000"/>
              </a:lnSpc>
              <a:defRPr b="1">
                <a:solidFill>
                  <a:srgbClr val="FFFFFF"/>
                </a:solidFill>
                <a:latin typeface="等线"/>
                <a:ea typeface="等线"/>
                <a:cs typeface="等线"/>
                <a:sym typeface="等线"/>
              </a:defRPr>
            </a:lvl1pPr>
          </a:lstStyle>
          <a:p>
            <a:pPr/>
            <a:r>
              <a:t>3.2  相 对 布 局</a:t>
            </a:r>
          </a:p>
        </p:txBody>
      </p:sp>
      <p:sp>
        <p:nvSpPr>
          <p:cNvPr id="73" name="RelativeLayout控件（android.widget.RelativeLayout）是相对排列布局的UI控件，即子控件以相对于父控件或相对于父控件中另一个子控件的相对位置进行放置的布局方式，是android.view.ViewGroup的子类。"/>
          <p:cNvSpPr txBox="1"/>
          <p:nvPr/>
        </p:nvSpPr>
        <p:spPr>
          <a:xfrm>
            <a:off x="601980" y="1365721"/>
            <a:ext cx="4849376" cy="223456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indent="289559" algn="just">
              <a:lnSpc>
                <a:spcPct val="115000"/>
              </a:lnSpc>
              <a:defRPr b="1">
                <a:solidFill>
                  <a:srgbClr val="FFFFFF"/>
                </a:solidFill>
                <a:latin typeface="等线"/>
                <a:ea typeface="等线"/>
                <a:cs typeface="等线"/>
                <a:sym typeface="等线"/>
              </a:defRPr>
            </a:lvl1pPr>
          </a:lstStyle>
          <a:p>
            <a:pPr/>
            <a:r>
              <a:t>RelativeLayout控件（android.widget.RelativeLayout）是相对排列布局的UI控件，即子控件以相对于父控件或相对于父控件中另一个子控件的相对位置进行放置的布局方式，是android.view.ViewGroup的子类。</a:t>
            </a:r>
          </a:p>
        </p:txBody>
      </p:sp>
      <p:pic>
        <p:nvPicPr>
          <p:cNvPr id="74" name="图像" descr="图像"/>
          <p:cNvPicPr>
            <a:picLocks noChangeAspect="1"/>
          </p:cNvPicPr>
          <p:nvPr/>
        </p:nvPicPr>
        <p:blipFill>
          <a:blip r:embed="rId2">
            <a:extLst/>
          </a:blip>
          <a:stretch>
            <a:fillRect/>
          </a:stretch>
        </p:blipFill>
        <p:spPr>
          <a:xfrm>
            <a:off x="5702654" y="1065634"/>
            <a:ext cx="2489087" cy="5003401"/>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 name="3.3  表 格 布 局"/>
          <p:cNvSpPr txBox="1"/>
          <p:nvPr/>
        </p:nvSpPr>
        <p:spPr>
          <a:xfrm>
            <a:off x="347979" y="1013142"/>
            <a:ext cx="1943449" cy="408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indent="289559" algn="just">
              <a:lnSpc>
                <a:spcPct val="115000"/>
              </a:lnSpc>
              <a:defRPr b="1">
                <a:solidFill>
                  <a:srgbClr val="FFFFFF"/>
                </a:solidFill>
                <a:latin typeface="等线"/>
                <a:ea typeface="等线"/>
                <a:cs typeface="等线"/>
                <a:sym typeface="等线"/>
              </a:defRPr>
            </a:lvl1pPr>
          </a:lstStyle>
          <a:p>
            <a:pPr/>
            <a:r>
              <a:t>3.3  表 格 布 局</a:t>
            </a:r>
          </a:p>
        </p:txBody>
      </p:sp>
      <p:sp>
        <p:nvSpPr>
          <p:cNvPr id="77" name="TableLayout控件（android.widget.TableLayout）是使用表格形式布局的UI控件，是android. widget.LinearLayout的子类。TableLayout控件还需要与TableRow控件配合使用，TableRow控件是表格的行UI控件，其每一个子控件放置于一个单元格中，并可以通过子控件设置单元格的相关属性。"/>
          <p:cNvSpPr txBox="1"/>
          <p:nvPr/>
        </p:nvSpPr>
        <p:spPr>
          <a:xfrm>
            <a:off x="601980" y="1365721"/>
            <a:ext cx="4955174" cy="296481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indent="289559" algn="just">
              <a:lnSpc>
                <a:spcPct val="115000"/>
              </a:lnSpc>
              <a:defRPr b="1">
                <a:solidFill>
                  <a:srgbClr val="FFFFFF"/>
                </a:solidFill>
                <a:latin typeface="等线"/>
                <a:ea typeface="等线"/>
                <a:cs typeface="等线"/>
                <a:sym typeface="等线"/>
              </a:defRPr>
            </a:lvl1pPr>
          </a:lstStyle>
          <a:p>
            <a:pPr/>
            <a:r>
              <a:t>TableLayout控件（android.widget.TableLayout）是使用表格形式布局的UI控件，是android. widget.LinearLayout的子类。TableLayout控件还需要与TableRow控件配合使用，TableRow控件是表格的行UI控件，其每一个子控件放置于一个单元格中，并可以通过子控件设置单元格的相关属性。</a:t>
            </a:r>
          </a:p>
        </p:txBody>
      </p:sp>
      <p:pic>
        <p:nvPicPr>
          <p:cNvPr id="78" name="图像" descr="图像"/>
          <p:cNvPicPr>
            <a:picLocks noChangeAspect="1"/>
          </p:cNvPicPr>
          <p:nvPr/>
        </p:nvPicPr>
        <p:blipFill>
          <a:blip r:embed="rId2">
            <a:extLst/>
          </a:blip>
          <a:stretch>
            <a:fillRect/>
          </a:stretch>
        </p:blipFill>
        <p:spPr>
          <a:xfrm>
            <a:off x="5856921" y="1072367"/>
            <a:ext cx="2486567" cy="4989934"/>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 name="3.4  网 格 布 局"/>
          <p:cNvSpPr txBox="1"/>
          <p:nvPr/>
        </p:nvSpPr>
        <p:spPr>
          <a:xfrm>
            <a:off x="347979" y="1013142"/>
            <a:ext cx="1943449" cy="408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indent="289559" algn="just">
              <a:lnSpc>
                <a:spcPct val="115000"/>
              </a:lnSpc>
              <a:defRPr b="1">
                <a:solidFill>
                  <a:srgbClr val="FFFFFF"/>
                </a:solidFill>
                <a:latin typeface="等线"/>
                <a:ea typeface="等线"/>
                <a:cs typeface="等线"/>
                <a:sym typeface="等线"/>
              </a:defRPr>
            </a:lvl1pPr>
          </a:lstStyle>
          <a:p>
            <a:pPr/>
            <a:r>
              <a:t>3.4  网 格 布 局</a:t>
            </a:r>
          </a:p>
        </p:txBody>
      </p:sp>
      <p:sp>
        <p:nvSpPr>
          <p:cNvPr id="81" name="GridLayout控件（android.widget.GridLayout）是网格形式排列布局的UI控件，是android.view.ViewGroup的子类。"/>
          <p:cNvSpPr txBox="1"/>
          <p:nvPr/>
        </p:nvSpPr>
        <p:spPr>
          <a:xfrm>
            <a:off x="601980" y="1365721"/>
            <a:ext cx="4955174" cy="150431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indent="289559" algn="just">
              <a:lnSpc>
                <a:spcPct val="115000"/>
              </a:lnSpc>
              <a:defRPr b="1">
                <a:solidFill>
                  <a:srgbClr val="FFFFFF"/>
                </a:solidFill>
                <a:latin typeface="等线"/>
                <a:ea typeface="等线"/>
                <a:cs typeface="等线"/>
                <a:sym typeface="等线"/>
              </a:defRPr>
            </a:lvl1pPr>
          </a:lstStyle>
          <a:p>
            <a:pPr/>
            <a:r>
              <a:t>GridLayout控件（android.widget.GridLayout）是网格形式排列布局的UI控件，是android.view.ViewGroup的子类。</a:t>
            </a:r>
          </a:p>
        </p:txBody>
      </p:sp>
      <p:pic>
        <p:nvPicPr>
          <p:cNvPr id="82" name="图像" descr="图像"/>
          <p:cNvPicPr>
            <a:picLocks noChangeAspect="1"/>
          </p:cNvPicPr>
          <p:nvPr/>
        </p:nvPicPr>
        <p:blipFill>
          <a:blip r:embed="rId2">
            <a:extLst/>
          </a:blip>
          <a:stretch>
            <a:fillRect/>
          </a:stretch>
        </p:blipFill>
        <p:spPr>
          <a:xfrm>
            <a:off x="5838826" y="1186447"/>
            <a:ext cx="2449142" cy="4761775"/>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 name="3.5  帧  布  局"/>
          <p:cNvSpPr txBox="1"/>
          <p:nvPr/>
        </p:nvSpPr>
        <p:spPr>
          <a:xfrm>
            <a:off x="347979" y="1013142"/>
            <a:ext cx="1778361" cy="408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indent="289559" algn="just">
              <a:lnSpc>
                <a:spcPct val="115000"/>
              </a:lnSpc>
              <a:defRPr b="1">
                <a:solidFill>
                  <a:srgbClr val="FFFFFF"/>
                </a:solidFill>
                <a:latin typeface="等线"/>
                <a:ea typeface="等线"/>
                <a:cs typeface="等线"/>
                <a:sym typeface="等线"/>
              </a:defRPr>
            </a:lvl1pPr>
          </a:lstStyle>
          <a:p>
            <a:pPr/>
            <a:r>
              <a:t>3.5  帧  布  局</a:t>
            </a:r>
          </a:p>
        </p:txBody>
      </p:sp>
      <p:sp>
        <p:nvSpPr>
          <p:cNvPr id="85" name="FrameLayout控件（android.widget.FrameLayout）是依次堆叠形式排列布局的UI控件，是android.view.ViewGroup的子类，后添加的子控件置于上层。"/>
          <p:cNvSpPr txBox="1"/>
          <p:nvPr/>
        </p:nvSpPr>
        <p:spPr>
          <a:xfrm>
            <a:off x="601980" y="1365721"/>
            <a:ext cx="4955174" cy="186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indent="289559" algn="just">
              <a:lnSpc>
                <a:spcPct val="115000"/>
              </a:lnSpc>
              <a:defRPr b="1">
                <a:solidFill>
                  <a:srgbClr val="FFFFFF"/>
                </a:solidFill>
                <a:latin typeface="等线"/>
                <a:ea typeface="等线"/>
                <a:cs typeface="等线"/>
                <a:sym typeface="等线"/>
              </a:defRPr>
            </a:lvl1pPr>
          </a:lstStyle>
          <a:p>
            <a:pPr/>
            <a:r>
              <a:t>FrameLayout控件（android.widget.FrameLayout）是依次堆叠形式排列布局的UI控件，是android.view.ViewGroup的子类，后添加的子控件置于上层。</a:t>
            </a:r>
          </a:p>
        </p:txBody>
      </p:sp>
      <p:pic>
        <p:nvPicPr>
          <p:cNvPr id="86" name="图像" descr="图像"/>
          <p:cNvPicPr>
            <a:picLocks noChangeAspect="1"/>
          </p:cNvPicPr>
          <p:nvPr/>
        </p:nvPicPr>
        <p:blipFill>
          <a:blip r:embed="rId2">
            <a:extLst/>
          </a:blip>
          <a:stretch>
            <a:fillRect/>
          </a:stretch>
        </p:blipFill>
        <p:spPr>
          <a:xfrm>
            <a:off x="5831146" y="1180572"/>
            <a:ext cx="2520989" cy="4991723"/>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 name="3.6  约 束 布 局"/>
          <p:cNvSpPr txBox="1"/>
          <p:nvPr/>
        </p:nvSpPr>
        <p:spPr>
          <a:xfrm>
            <a:off x="347979" y="1013142"/>
            <a:ext cx="1943449" cy="408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indent="289559" algn="just">
              <a:lnSpc>
                <a:spcPct val="115000"/>
              </a:lnSpc>
              <a:defRPr b="1">
                <a:solidFill>
                  <a:srgbClr val="FFFFFF"/>
                </a:solidFill>
                <a:latin typeface="等线"/>
                <a:ea typeface="等线"/>
                <a:cs typeface="等线"/>
                <a:sym typeface="等线"/>
              </a:defRPr>
            </a:lvl1pPr>
          </a:lstStyle>
          <a:p>
            <a:pPr/>
            <a:r>
              <a:t>3.6  约 束 布 局</a:t>
            </a:r>
          </a:p>
        </p:txBody>
      </p:sp>
      <p:sp>
        <p:nvSpPr>
          <p:cNvPr id="89" name="ConstraintLayout控件（androidx.constraintlayout.widget.ConstraintLayout）是依次堆叠形式排列布局的UI控件，其子控件通过标签属性进行约束。ConstraintLayout与RelativeLayout类似，但嵌套层级更少且更加灵活。定位标签的属性值为“parent”，是指子控件相对于ConstraintLayout控件的位置。定位标签的属性值为其他子控件的id，是指子控件相对于其他子控件的位置。"/>
          <p:cNvSpPr txBox="1"/>
          <p:nvPr/>
        </p:nvSpPr>
        <p:spPr>
          <a:xfrm>
            <a:off x="601980" y="1365721"/>
            <a:ext cx="4955174" cy="369506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indent="289559" algn="just">
              <a:lnSpc>
                <a:spcPct val="115000"/>
              </a:lnSpc>
              <a:defRPr b="1">
                <a:solidFill>
                  <a:srgbClr val="FFFFFF"/>
                </a:solidFill>
                <a:latin typeface="等线"/>
                <a:ea typeface="等线"/>
                <a:cs typeface="等线"/>
                <a:sym typeface="等线"/>
              </a:defRPr>
            </a:lvl1pPr>
          </a:lstStyle>
          <a:p>
            <a:pPr/>
            <a:r>
              <a:t>ConstraintLayout控件（androidx.constraintlayout.widget.ConstraintLayout）是依次堆叠形式排列布局的UI控件，其子控件通过标签属性进行约束。ConstraintLayout与RelativeLayout类似，但嵌套层级更少且更加灵活。定位标签的属性值为“parent”，是指子控件相对于ConstraintLayout控件的位置。定位标签的属性值为其他子控件的id，是指子控件相对于其他子控件的位置。</a:t>
            </a:r>
          </a:p>
        </p:txBody>
      </p:sp>
      <p:pic>
        <p:nvPicPr>
          <p:cNvPr id="90" name="图像" descr="图像"/>
          <p:cNvPicPr>
            <a:picLocks noChangeAspect="1"/>
          </p:cNvPicPr>
          <p:nvPr/>
        </p:nvPicPr>
        <p:blipFill>
          <a:blip r:embed="rId2">
            <a:extLst/>
          </a:blip>
          <a:stretch>
            <a:fillRect/>
          </a:stretch>
        </p:blipFill>
        <p:spPr>
          <a:xfrm>
            <a:off x="5715058" y="946011"/>
            <a:ext cx="2625745" cy="5242647"/>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92" name="表格 7"/>
          <p:cNvGraphicFramePr/>
          <p:nvPr/>
        </p:nvGraphicFramePr>
        <p:xfrm>
          <a:off x="611560" y="1628799"/>
          <a:ext cx="7992889" cy="432048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992888"/>
              </a:tblGrid>
              <a:tr h="4320479">
                <a:tc>
                  <a:txBody>
                    <a:bodyPr/>
                    <a:lstStyle/>
                    <a:p>
                      <a:pPr indent="289559" algn="just">
                        <a:lnSpc>
                          <a:spcPct val="115000"/>
                        </a:lnSpc>
                        <a:defRPr sz="1800"/>
                      </a:pPr>
                      <a:r>
                        <a:rPr b="1">
                          <a:solidFill>
                            <a:srgbClr val="FFFFFF"/>
                          </a:solidFill>
                          <a:latin typeface="等线"/>
                          <a:ea typeface="等线"/>
                          <a:cs typeface="等线"/>
                          <a:sym typeface="等线"/>
                        </a:rPr>
                        <a:t>1．实现注册界面的布局效果，至少包含用户名、密码、忘记密码、登录等控件。
2．实现手机遥控器的布局效果，至少包含数字0～9、十字形布局的频道和音量控件。
3．实现类似淘宝或京东首页商品类别的布局效果，至少包含2行，每行4个商品类型。
</a:t>
                      </a:r>
                    </a:p>
                  </a:txBody>
                  <a:tcPr marL="137160" marR="137160" marT="137160" marB="13716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376092"/>
                    </a:solidFill>
                  </a:tcPr>
                </a:tc>
              </a:tr>
            </a:tbl>
          </a:graphicData>
        </a:graphic>
      </p:graphicFrame>
      <p:sp>
        <p:nvSpPr>
          <p:cNvPr id="93" name="Rectangle 1"/>
          <p:cNvSpPr txBox="1"/>
          <p:nvPr/>
        </p:nvSpPr>
        <p:spPr>
          <a:xfrm>
            <a:off x="4164329" y="888700"/>
            <a:ext cx="815341" cy="609754"/>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defRPr sz="2800" u="sng">
                <a:solidFill>
                  <a:srgbClr val="FFFFFF"/>
                </a:solidFill>
              </a:defRPr>
            </a:lvl1pPr>
          </a:lstStyle>
          <a:p>
            <a:pPr/>
            <a:r>
              <a:t>习题</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主题">
  <a:themeElements>
    <a:clrScheme name="Office 主题">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主题">
  <a:themeElements>
    <a:clrScheme name="Office 主题">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