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矩形 9"/>
          <p:cNvSpPr/>
          <p:nvPr/>
        </p:nvSpPr>
        <p:spPr>
          <a:xfrm>
            <a:off x="5749799" y="6289783"/>
            <a:ext cx="339420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标题 3"/>
          <p:cNvSpPr txBox="1"/>
          <p:nvPr/>
        </p:nvSpPr>
        <p:spPr>
          <a:xfrm>
            <a:off x="60533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877823">
              <a:defRPr b="1" sz="1919">
                <a:solidFill>
                  <a:srgbClr val="FFFFFF"/>
                </a:solidFill>
              </a:defRPr>
            </a:pPr>
            <a:r>
              <a:t>第7章  </a:t>
            </a:r>
            <a:r>
              <a:t>数据存储与共享</a:t>
            </a:r>
            <a:endParaRPr sz="1008"/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636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2714802" y="908230"/>
            <a:ext cx="3996294" cy="60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ctr">
              <a:defRPr sz="2800" u="sng">
                <a:solidFill>
                  <a:srgbClr val="FFFFFF"/>
                </a:solidFill>
              </a:defRPr>
            </a:pPr>
            <a:r>
              <a:t>第7章  </a:t>
            </a:r>
            <a:r>
              <a:t>数据存储与共享</a:t>
            </a:r>
            <a:r>
              <a:t>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App通常需要保存用户的数据，有些保存在本地，有些则保存在服务器端。少量数据的本地存储可以使用共享偏好设置，大量数据的本地存储可以使用SQLite。如果将数据保存在服务器端，通常使用JSON格式发送数据，然后通过服务器端的程序进行保存。App之间单向数据传递适合使用广播，而双向数据传递适合使用内容提供者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65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概述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7.1  共享偏好设置"/>
          <p:cNvSpPr txBox="1"/>
          <p:nvPr/>
        </p:nvSpPr>
        <p:spPr>
          <a:xfrm>
            <a:off x="347979" y="1013142"/>
            <a:ext cx="22101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7.1  共享偏好设置</a:t>
            </a:r>
          </a:p>
        </p:txBody>
      </p:sp>
      <p:sp>
        <p:nvSpPr>
          <p:cNvPr id="68" name="SharedPreferences（android.content.SharedPreferences）是用于本地存储共享数据的轻量级接口，使用xml文件保存简单数据并存储在缓存文件夹中，特别适合本地存储用户的个人数据，敏感的个人数据最好加密后存储。"/>
          <p:cNvSpPr txBox="1"/>
          <p:nvPr/>
        </p:nvSpPr>
        <p:spPr>
          <a:xfrm>
            <a:off x="630368" y="1365721"/>
            <a:ext cx="7883264" cy="1139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SharedPreferences（android.content.SharedPreferences）是用于本地存储共享数据的轻量级接口，使用xml文件保存简单数据并存储在缓存文件夹中，特别适合本地存储用户的个人数据，敏感的个人数据最好加密后存储。</a:t>
            </a:r>
          </a:p>
        </p:txBody>
      </p:sp>
      <p:pic>
        <p:nvPicPr>
          <p:cNvPr id="69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8648" y="3105928"/>
            <a:ext cx="7286704" cy="1826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实例工程：用户登陆"/>
          <p:cNvSpPr txBox="1"/>
          <p:nvPr/>
        </p:nvSpPr>
        <p:spPr>
          <a:xfrm>
            <a:off x="347979" y="1013142"/>
            <a:ext cx="24511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实例工程：用户登陆</a:t>
            </a:r>
          </a:p>
        </p:txBody>
      </p:sp>
      <p:pic>
        <p:nvPicPr>
          <p:cNvPr id="7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26311" y="1454496"/>
            <a:ext cx="5091378" cy="47078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7.2  轻量级数据库"/>
          <p:cNvSpPr txBox="1"/>
          <p:nvPr/>
        </p:nvSpPr>
        <p:spPr>
          <a:xfrm>
            <a:off x="347979" y="1013142"/>
            <a:ext cx="22101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7.2  轻量级数据库</a:t>
            </a:r>
          </a:p>
        </p:txBody>
      </p:sp>
      <p:sp>
        <p:nvSpPr>
          <p:cNvPr id="75" name="SQLite是一个轻量级的关系型数据库，无服务器端，零配置，运算速度快，占用资源少，支持大部分标准SQL语法。每个字段所使用的存储类型都是动态的，共有5种存储类型：NULL、INTEGER、TEXT、REAL和BLOB，根据数据类型使用相应的存储类型进行存储。"/>
          <p:cNvSpPr txBox="1"/>
          <p:nvPr/>
        </p:nvSpPr>
        <p:spPr>
          <a:xfrm>
            <a:off x="630368" y="1619721"/>
            <a:ext cx="2920647" cy="3695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SQLite是一个轻量级的关系型数据库，无服务器端，零配置，运算速度快，占用资源少，支持大部分标准SQL语法。每个字段所使用的存储类型都是动态的，共有5种存储类型：NULL、INTEGER、TEXT、REAL和BLOB，根据数据类型使用相应的存储类型进行存储。</a:t>
            </a:r>
          </a:p>
        </p:txBody>
      </p:sp>
      <p:pic>
        <p:nvPicPr>
          <p:cNvPr id="7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05218" y="1495409"/>
            <a:ext cx="4712540" cy="43264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7.3  内容提供者"/>
          <p:cNvSpPr txBox="1"/>
          <p:nvPr/>
        </p:nvSpPr>
        <p:spPr>
          <a:xfrm>
            <a:off x="347979" y="1013142"/>
            <a:ext cx="19815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7.3  内容提供者</a:t>
            </a:r>
          </a:p>
        </p:txBody>
      </p:sp>
      <p:sp>
        <p:nvSpPr>
          <p:cNvPr id="79" name="ContentProvider类（android.content.ContentProvider）用于提供进程之间安全地访问和修改数据的标准接口，适用于为其他App提供复杂的数据或文件，向Widget公开应用数据，以及使用搜索框架提供自定义搜索建议。"/>
          <p:cNvSpPr txBox="1"/>
          <p:nvPr/>
        </p:nvSpPr>
        <p:spPr>
          <a:xfrm>
            <a:off x="630368" y="1619721"/>
            <a:ext cx="7883264" cy="1139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ContentProvider类（android.content.ContentProvider）用于提供进程之间安全地访问和修改数据的标准接口，适用于为其他App提供复杂的数据或文件，向Widget公开应用数据，以及使用搜索框架提供自定义搜索建议。</a:t>
            </a:r>
          </a:p>
        </p:txBody>
      </p:sp>
      <p:pic>
        <p:nvPicPr>
          <p:cNvPr id="8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0723" y="2956549"/>
            <a:ext cx="7670807" cy="26933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实例工程：自定义内容提供者"/>
          <p:cNvSpPr txBox="1"/>
          <p:nvPr/>
        </p:nvSpPr>
        <p:spPr>
          <a:xfrm>
            <a:off x="347979" y="1013142"/>
            <a:ext cx="33655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实例工程：自定义内容提供者</a:t>
            </a:r>
          </a:p>
        </p:txBody>
      </p:sp>
      <p:pic>
        <p:nvPicPr>
          <p:cNvPr id="83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71714" y="1670521"/>
            <a:ext cx="4800572" cy="44081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实例工程：访问和修改系统通讯录数据"/>
          <p:cNvSpPr txBox="1"/>
          <p:nvPr/>
        </p:nvSpPr>
        <p:spPr>
          <a:xfrm>
            <a:off x="347979" y="1013142"/>
            <a:ext cx="42799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实例工程：访问和修改系统通讯录数据</a:t>
            </a:r>
          </a:p>
        </p:txBody>
      </p:sp>
      <p:pic>
        <p:nvPicPr>
          <p:cNvPr id="8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4408" y="1454496"/>
            <a:ext cx="7395184" cy="45238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7.4  JavaScript对象表示法"/>
          <p:cNvSpPr txBox="1"/>
          <p:nvPr/>
        </p:nvSpPr>
        <p:spPr>
          <a:xfrm>
            <a:off x="347979" y="1013142"/>
            <a:ext cx="313790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7.4  JavaScript对象表示法</a:t>
            </a:r>
          </a:p>
        </p:txBody>
      </p:sp>
      <p:sp>
        <p:nvSpPr>
          <p:cNvPr id="89" name="JSON（JavaScript Object Notation）是一种轻量级的数据交换方法，是基于JavaScript的一个子集，主要用于网络或程序之间传递数据。JSON使用字符串形式保存数据，结构层次简捷清晰，易于解析和生成，占用空间小，有效地提升网络传输效率。通常情况下，JSON数据并不会直接呈现给用户，而是在后台与服务器端进行数据通信。"/>
          <p:cNvSpPr txBox="1"/>
          <p:nvPr/>
        </p:nvSpPr>
        <p:spPr>
          <a:xfrm>
            <a:off x="601979" y="1543226"/>
            <a:ext cx="7778520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JSON（JavaScript Object Notation）是一种轻量级的数据交换方法，是基于JavaScript的一个子集，主要用于网络或程序之间传递数据。JSON使用字符串形式保存数据，结构层次简捷清晰，易于解析和生成，占用空间小，有效地提升网络传输效率。通常情况下，JSON数据并不会直接呈现给用户，而是在后台与服务器端进行数据通信。</a:t>
            </a:r>
          </a:p>
        </p:txBody>
      </p:sp>
      <p:graphicFrame>
        <p:nvGraphicFramePr>
          <p:cNvPr id="90" name="表格"/>
          <p:cNvGraphicFramePr/>
          <p:nvPr/>
        </p:nvGraphicFramePr>
        <p:xfrm>
          <a:off x="1349375" y="3975163"/>
          <a:ext cx="2540000" cy="53087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3222625"/>
                <a:gridCol w="3222625"/>
              </a:tblGrid>
              <a:tr h="265434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050"/>
                        <a:t>JSON对象</a:t>
                      </a:r>
                    </a:p>
                  </a:txBody>
                  <a:tcPr marL="63500" marR="63500" marT="0" marB="0" anchor="t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050"/>
                        <a:t>JSON数组</a:t>
                      </a:r>
                    </a:p>
                  </a:txBody>
                  <a:tcPr marL="63500" marR="63500" marT="0" marB="0" anchor="t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050"/>
                        <a:t>{"name": "小白魔", "content": "今天你吃了吗？"}</a:t>
                      </a:r>
                    </a:p>
                  </a:txBody>
                  <a:tcPr marL="63500" marR="63500" marT="0" marB="0" anchor="t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050"/>
                        <a:t>[
{"name": "小白魔", "content": "今天你吃了吗？"},
{"name": "天使", "content": "关你什么事！"}
]</a:t>
                      </a:r>
                    </a:p>
                  </a:txBody>
                  <a:tcPr marL="63500" marR="63500" marT="0" marB="0" anchor="t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87792" y="1221902"/>
            <a:ext cx="4993439" cy="4668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1．使用SharedPreferences实现自动登录的功能。如果24小时内登录过，可以自动登录，否则重新登录。
2．使用SQLite实现记录登录时间的功能，并且能够查询登录的历史记录。
3．实现商品信息的JSON数据合成和解析，商品信息至少包含商品名称、价格、剩余数量。
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95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习题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