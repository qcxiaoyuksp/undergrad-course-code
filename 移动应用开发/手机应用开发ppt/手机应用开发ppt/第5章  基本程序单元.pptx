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73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Shape 5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" name="标题 3"/>
          <p:cNvSpPr txBox="1"/>
          <p:nvPr/>
        </p:nvSpPr>
        <p:spPr>
          <a:xfrm>
            <a:off x="61803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第5章  基本程序单元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70266" flipH="1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63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70266" flipH="1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11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843204" y="908230"/>
            <a:ext cx="3739491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sz="2800" u="sng">
                <a:solidFill>
                  <a:srgbClr val="FFFFFF"/>
                </a:solidFill>
              </a:defRPr>
            </a:lvl1pPr>
          </a:lstStyle>
          <a:p>
            <a:r>
              <a:t>第5章  基本程序单元   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8" cy="4320479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UI控件无法单独使用呈现给用户，无论使用标签形式的布局文件还是通过代码动态创建的UI控件，都需要通过基本程序单元作为载体进行呈现。Activity和Fragment类似于页面的功能，其主要功能是将UI控件呈现给用户，并与用户进行交互。</a:t>
                      </a:r>
                    </a:p>
                  </a:txBody>
                  <a:tcPr marL="137160" marR="137160" marT="137160" marB="13716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5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853" y="3883099"/>
            <a:ext cx="1476302" cy="14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r>
              <a:t>概述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5.1  活    动"/>
          <p:cNvSpPr txBox="1"/>
          <p:nvPr/>
        </p:nvSpPr>
        <p:spPr>
          <a:xfrm>
            <a:off x="347979" y="1013142"/>
            <a:ext cx="15497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r>
              <a:t>5.1  活    动</a:t>
            </a:r>
          </a:p>
        </p:txBody>
      </p:sp>
      <p:sp>
        <p:nvSpPr>
          <p:cNvPr id="69" name="Activity（android.app.Activity）是以窗口形式显示的组件，App通常由多个彼此松散绑定的Activity（活动）组成。…"/>
          <p:cNvSpPr txBox="1"/>
          <p:nvPr/>
        </p:nvSpPr>
        <p:spPr>
          <a:xfrm>
            <a:off x="630368" y="1365721"/>
            <a:ext cx="7883264" cy="259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Activity（android.app.Activity）是以窗口形式显示的组件，App通常由多个彼此松散绑定的Activity（活动）组成。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Activity的生命周期主要包含7个方法和6个状态（Created、Started、Resumed、Paused、Stopped、Destroyed）。完整生命周期从回调onCreate方法开始，到回调onDestroy方法结束。可见生命周期从回调onStart方法开始，到回调onStop方法结束。前台生命周期从回调onResume方法开始，到回调onPause方法结束。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73" y="1075506"/>
            <a:ext cx="4095654" cy="49223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Activity的启动模式"/>
          <p:cNvSpPr txBox="1"/>
          <p:nvPr/>
        </p:nvSpPr>
        <p:spPr>
          <a:xfrm>
            <a:off x="347979" y="1013142"/>
            <a:ext cx="236247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r>
              <a:t>Activity的启动模式</a:t>
            </a:r>
          </a:p>
        </p:txBody>
      </p:sp>
      <p:sp>
        <p:nvSpPr>
          <p:cNvPr id="74" name="standard：标准模式…"/>
          <p:cNvSpPr txBox="1"/>
          <p:nvPr/>
        </p:nvSpPr>
        <p:spPr>
          <a:xfrm>
            <a:off x="347980" y="1670521"/>
            <a:ext cx="8469450" cy="3259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rPr dirty="0" err="1"/>
              <a:t>standard：标准模式</a:t>
            </a:r>
            <a:endParaRPr dirty="0"/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rPr dirty="0" err="1"/>
              <a:t>启动standard启动模式的Activity时，创建一个新的实例，放置在启动该Activity的任务栈顶部</a:t>
            </a:r>
            <a:r>
              <a:rPr dirty="0"/>
              <a:t>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rPr dirty="0" err="1"/>
              <a:t>singleTop：栈顶复用模式</a:t>
            </a:r>
            <a:endParaRPr dirty="0"/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rPr dirty="0"/>
              <a:t>启动singleTop模式的Activity处于当前栈的顶部时，不会创建新的实例，而是直接启动该Activity。onCreate()</a:t>
            </a:r>
            <a:r>
              <a:rPr dirty="0" err="1"/>
              <a:t>和onStart</a:t>
            </a:r>
            <a:r>
              <a:rPr dirty="0"/>
              <a:t>()</a:t>
            </a:r>
            <a:r>
              <a:rPr dirty="0" err="1"/>
              <a:t>方法不会被调用，而是调用onNewIntent</a:t>
            </a:r>
            <a:r>
              <a:rPr dirty="0"/>
              <a:t>()</a:t>
            </a:r>
            <a:r>
              <a:rPr dirty="0" err="1"/>
              <a:t>方法。当启动的Activity不在当前栈的顶部时，创建一个新的实例</a:t>
            </a:r>
            <a:r>
              <a:rPr dirty="0"/>
              <a:t>。</a:t>
            </a:r>
          </a:p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rPr dirty="0" err="1"/>
              <a:t>singleTask：站内复用模式</a:t>
            </a:r>
            <a:endParaRPr dirty="0"/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rPr dirty="0"/>
              <a:t>任务栈中存在singleTask模式的Activity时，再次启动该Activity时，栈内该Activity上面的所有Activity全部出栈，并且会回调该实例的onNewIntent()</a:t>
            </a:r>
            <a:r>
              <a:rPr dirty="0" err="1"/>
              <a:t>方法</a:t>
            </a:r>
            <a:r>
              <a:rPr dirty="0"/>
              <a:t>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ingleInstance：单实例模式…"/>
          <p:cNvSpPr txBox="1"/>
          <p:nvPr/>
        </p:nvSpPr>
        <p:spPr>
          <a:xfrm>
            <a:off x="470148" y="1670521"/>
            <a:ext cx="8203704" cy="259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470033" indent="-180473" algn="just">
              <a:lnSpc>
                <a:spcPct val="115000"/>
              </a:lnSpc>
              <a:buSzPct val="60000"/>
              <a:buBlip>
                <a:blip r:embed="rId2"/>
              </a:buBlip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singleInstance：单实例模式</a:t>
            </a:r>
          </a:p>
          <a:p>
            <a: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pPr>
            <a:r>
              <a:t>singleInstance模式的Activity除了具有singleTask模式特性外，还具有全局唯一性。系统中只能存在一个实例且单独占用一个任务栈，被该Activity开启的其他Activity会分配到其他任务栈内。首次启动该Activity时，会新建任务栈存放该Activity实例。再次启动该Activity时，除非该Activity实例已经销毁，否则不会新栈内创建新的实例，重用该Activity实例，不会调用onCreat()方法，会调用onNewIntent()方法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5.2  碎    片"/>
          <p:cNvSpPr txBox="1"/>
          <p:nvPr/>
        </p:nvSpPr>
        <p:spPr>
          <a:xfrm>
            <a:off x="470148" y="1035521"/>
            <a:ext cx="820370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r>
              <a:t>5.2  碎    片</a:t>
            </a:r>
          </a:p>
        </p:txBody>
      </p:sp>
      <p:sp>
        <p:nvSpPr>
          <p:cNvPr id="79" name="Fragment（androidx.fragment.app.Fragment）是嵌入Activity的程序单元。Fragment（碎片）类的常用方法如表5-3所示，其必须依赖于Activity，不能独立存在。但因其有独立的生命周期，能接收输入事件，Activity可以动态添加或删除Fragment。一个Activity中可以包含多个Fragment，一个Fragment可以被多个Activity重用。与FragmentManager类（如表5-4所示）和FragmentTransaction类（如表5-5所示）配合使用可以实现丰富的应用效果。"/>
          <p:cNvSpPr txBox="1"/>
          <p:nvPr/>
        </p:nvSpPr>
        <p:spPr>
          <a:xfrm>
            <a:off x="470148" y="1499253"/>
            <a:ext cx="8203704" cy="2234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r>
              <a:t>Fragment（androidx.fragment.app.Fragment）是嵌入Activity的程序单元。Fragment（碎片）类的常用方法如表5-3所示，其必须依赖于Activity，不能独立存在。但因其有独立的生命周期，能接收输入事件，Activity可以动态添加或删除Fragment。一个Activity中可以包含多个Fragment，一个Fragment可以被多个Activity重用。与FragmentManager类（如表5-4所示）和FragmentTransaction类（如表5-5所示）配合使用可以实现丰富的应用效果。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agment和Activit的生命周期关系"/>
          <p:cNvSpPr txBox="1"/>
          <p:nvPr/>
        </p:nvSpPr>
        <p:spPr>
          <a:xfrm>
            <a:off x="2718346" y="5811198"/>
            <a:ext cx="8203704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r>
              <a:t>Fragment和Activit的生命周期关系</a:t>
            </a:r>
          </a:p>
        </p:txBody>
      </p:sp>
      <p:pic>
        <p:nvPicPr>
          <p:cNvPr id="82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543" y="1228038"/>
            <a:ext cx="4867962" cy="45925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表格 7"/>
          <p:cNvGraphicFramePr/>
          <p:nvPr/>
        </p:nvGraphicFramePr>
        <p:xfrm>
          <a:off x="611560" y="1628799"/>
          <a:ext cx="7992889" cy="432048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992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1．实现登录后显示用户名的效果，输入用户名和密码登录，启动一个新的Activity显示用户名。
2．以C0402工程为基础，单击图像启动一个单独显示图像并包含“删除”按钮的Activity，单击“删除”按钮关闭Activity并移除该列表项。
3．使用Fragment实现“小红书”的导航效果，底部导航包含首页、商城、＋、消息和我。</a:t>
                      </a:r>
                    </a:p>
                  </a:txBody>
                  <a:tcPr marL="137160" marR="137160" marT="137160" marB="13716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r>
              <a:t>习题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Office PowerPoint</Application>
  <PresentationFormat>全屏显示(4:3)</PresentationFormat>
  <Paragraphs>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清晨 张</cp:lastModifiedBy>
  <cp:revision>1</cp:revision>
  <dcterms:modified xsi:type="dcterms:W3CDTF">2023-10-30T05:45:48Z</dcterms:modified>
</cp:coreProperties>
</file>