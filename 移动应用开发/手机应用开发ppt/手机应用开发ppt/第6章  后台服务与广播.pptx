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053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第6章  后台服务与广播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714802" y="908230"/>
            <a:ext cx="3996294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第6章  后台服务与广播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Activity和Fragment不在前台显示时是暂停运行的，此时如果有些功能需继续运行，就要通过后台服务来实现，后台服务甚至在关闭App时还可以在后台继续运行。而广播为App之间提供了一种单向数据传递的方式，能够实现一对多的实时数据传递。其中，系统广播是系统根据设备的各种状态发送的广播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6.1  服    务"/>
          <p:cNvSpPr txBox="1"/>
          <p:nvPr/>
        </p:nvSpPr>
        <p:spPr>
          <a:xfrm>
            <a:off x="347979" y="1013142"/>
            <a:ext cx="15497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6.1  服    务</a:t>
            </a:r>
          </a:p>
        </p:txBody>
      </p:sp>
      <p:sp>
        <p:nvSpPr>
          <p:cNvPr id="69" name="Service（android.app.Service）是在后台可以长时间运行且没有可视化视图的组件，Service不是线程，也不是在主线程外的方法。使用Context. startService(Intent)方法可以启动服务，使用Context.stopService(Intent)方法可以停止服务。…"/>
          <p:cNvSpPr txBox="1"/>
          <p:nvPr/>
        </p:nvSpPr>
        <p:spPr>
          <a:xfrm>
            <a:off x="630368" y="1365721"/>
            <a:ext cx="788326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Service（android.app.Service）是在后台可以长时间运行且没有可视化视图的组件，Service不是线程，也不是在主线程外的方法。使用Context. startService(Intent)方法可以启动服务，使用Context.stopService(Intent)方法可以停止服务。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Service需要在AndroidManifest.xml文件中添加&lt;service&gt;标签后才能被调用，&lt;service&gt;标签属性（如表6-2所示）大多无法通过Service类的方法进行设置和获取。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38267" y="890440"/>
            <a:ext cx="4236394" cy="50771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实例工程：Service的开启和停止"/>
          <p:cNvSpPr txBox="1"/>
          <p:nvPr/>
        </p:nvSpPr>
        <p:spPr>
          <a:xfrm>
            <a:off x="347979" y="1013142"/>
            <a:ext cx="372179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实例工程：Service的开启和停止</a:t>
            </a:r>
          </a:p>
        </p:txBody>
      </p:sp>
      <p:pic>
        <p:nvPicPr>
          <p:cNvPr id="74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03029" y="1736338"/>
            <a:ext cx="2137942" cy="43158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实例工程：Service的绑定和数据传递"/>
          <p:cNvSpPr txBox="1"/>
          <p:nvPr/>
        </p:nvSpPr>
        <p:spPr>
          <a:xfrm>
            <a:off x="347979" y="1013142"/>
            <a:ext cx="4178996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实例工程：Service的绑定和数据传递</a:t>
            </a:r>
          </a:p>
        </p:txBody>
      </p:sp>
      <p:pic>
        <p:nvPicPr>
          <p:cNvPr id="77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7650" y="1454496"/>
            <a:ext cx="7528700" cy="4477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6.2  独立线程服务"/>
          <p:cNvSpPr txBox="1"/>
          <p:nvPr/>
        </p:nvSpPr>
        <p:spPr>
          <a:xfrm>
            <a:off x="470148" y="1035521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6.2  独立线程服务</a:t>
            </a:r>
          </a:p>
        </p:txBody>
      </p:sp>
      <p:sp>
        <p:nvSpPr>
          <p:cNvPr id="80" name="IntentService（android.app.IntentService）是实现多线程处理异步请求的Service子类。IntentService类的常用方法如表6-4所示。由于Service运行在主线程中，进行一些耗时的操作时会出现ANR问题，所以IntentService并不在主线程中运行，可以解决ANR问题。当然，Service也可以在onStartCommon(Intent, int, int)方法中新建子线程执行耗时的操作，以解决ANR问题。"/>
          <p:cNvSpPr txBox="1"/>
          <p:nvPr/>
        </p:nvSpPr>
        <p:spPr>
          <a:xfrm>
            <a:off x="470148" y="1499253"/>
            <a:ext cx="4702483" cy="3651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IntentService（android.app.IntentService）是实现多线程处理异步请求的Service子类。IntentService类的常用方法如表6-4所示。由于Service运行在主线程中，进行一些耗时的操作时会出现ANR问题，所以IntentService并不在主线程中运行，可以解决ANR问题。当然，Service也可以在onStartCommon(Intent, int, int)方法中新建子线程执行耗时的操作，以解决ANR问题。</a:t>
            </a:r>
          </a:p>
        </p:txBody>
      </p:sp>
      <p:pic>
        <p:nvPicPr>
          <p:cNvPr id="8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51384" y="1007931"/>
            <a:ext cx="2678326" cy="5118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6.3  广播接收器"/>
          <p:cNvSpPr txBox="1"/>
          <p:nvPr/>
        </p:nvSpPr>
        <p:spPr>
          <a:xfrm>
            <a:off x="470148" y="1035521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6.3  广播接收器</a:t>
            </a:r>
          </a:p>
        </p:txBody>
      </p:sp>
      <p:sp>
        <p:nvSpPr>
          <p:cNvPr id="84" name="在Android中，可以通过发送广播通知其他App所发生的事件，以便其他App进行相应处理。例如，电量低或充足、刚启动、插入耳机、输入法改变等发生时系统都会向所有App发送广播，这类广播称为系统广播。用户也可以自定义广播，发送给指定的广播接收器。…"/>
          <p:cNvSpPr txBox="1"/>
          <p:nvPr/>
        </p:nvSpPr>
        <p:spPr>
          <a:xfrm>
            <a:off x="470148" y="1499253"/>
            <a:ext cx="8203704" cy="2926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在Android中，可以通过发送广播通知其他App所发生的事件，以便其他App进行相应处理。例如，电量低或充足、刚启动、插入耳机、输入法改变等发生时系统都会向所有App发送广播，这类广播称为系统广播。用户也可以自定义广播，发送给指定的广播接收器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BroadcastReceiver需要在AndroidManifest.xml文件中添加&lt;receiver&gt;标签后才能被调用，&lt;receiver&gt;标签属性（如表6-7所示）大多无法通过BroadcastReceiver类的方法进行设置和获取。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接收广播有两种方式：显式接收和隐式接收。显式接收使用ContextWrapper.registerReceiver (BroadcastReceiver, IntentFilter)方法注册广播接收器，隐式接收在AndroidManifest.xml文件中使用&lt;intent-filter&gt;标签设置接收的广播类型。"/>
          <p:cNvSpPr txBox="1"/>
          <p:nvPr/>
        </p:nvSpPr>
        <p:spPr>
          <a:xfrm>
            <a:off x="597148" y="1499253"/>
            <a:ext cx="4752809" cy="255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接收广播有两种方式：显式接收和隐式接收。显式接收使用ContextWrapper.registerReceiver (BroadcastReceiver, IntentFilter)方法注册广播接收器，隐式接收在AndroidManifest.xml文件中使用&lt;intent-filter&gt;标签设置接收的广播类型。</a:t>
            </a:r>
          </a:p>
        </p:txBody>
      </p:sp>
      <p:pic>
        <p:nvPicPr>
          <p:cNvPr id="87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07347" y="976534"/>
            <a:ext cx="2679701" cy="5181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系统广播只能由Android系统发出，用户只能发送自定义广播。自定义广播主要分为标准广播和有序广播两种。标准广播是指广播会被所有的接收者接收到，不可以被拦截和被修改；常用Context.sendBroadcast(Intent)方法发送标准广播。有序广播是指广播按照优先级逐级向下传递，接收者可以修改广播数据，也可以中止广播；常用Context.sendOrdered- Broadcast(Intent,String)方法发送有序广播。"/>
          <p:cNvSpPr txBox="1"/>
          <p:nvPr/>
        </p:nvSpPr>
        <p:spPr>
          <a:xfrm>
            <a:off x="597148" y="1499253"/>
            <a:ext cx="4752809" cy="332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系统广播只能由Android系统发出，用户只能发送自定义广播。自定义广播主要分为标准广播和有序广播两种。标准广播是指广播会被所有的接收者接收到，不可以被拦截和被修改；常用Context.sendBroadcast(Intent)方法发送标准广播。有序广播是指广播按照优先级逐级向下传递，接收者可以修改广播数据，也可以中止广播；常用Context.sendOrdered- Broadcast(Intent,String)方法发送有序广播。</a:t>
            </a:r>
          </a:p>
        </p:txBody>
      </p:sp>
      <p:pic>
        <p:nvPicPr>
          <p:cNvPr id="90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0635" y="957484"/>
            <a:ext cx="2603501" cy="5219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1．通过Service模拟显示微信收到信息时状态栏显示的通知。
2．通过BroadcastReceiver实现在耳机插孔上插拔耳机时提醒用户注意调整音量的提示。
3．通过BroadcastReceiver实现两个App之间通过自定义广播进行数据通信。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93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